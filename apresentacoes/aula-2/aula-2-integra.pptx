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Lst>
  <p:sldSz cx="18288000" cy="10287000"/>
  <p:notesSz cx="6858000" cy="9144000"/>
  <p:embeddedFontLst>
    <p:embeddedFont>
      <p:font typeface="Montserrat Bold" charset="1" panose="00000800000000000000"/>
      <p:regular r:id="rId37"/>
    </p:embeddedFont>
    <p:embeddedFont>
      <p:font typeface="Montserrat" charset="1" panose="00000500000000000000"/>
      <p:regular r:id="rId38"/>
    </p:embeddedFont>
    <p:embeddedFont>
      <p:font typeface="Poppins Bold" charset="1" panose="00000800000000000000"/>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36" Type="http://schemas.openxmlformats.org/officeDocument/2006/relationships/notesMaster" Target="notesMasters/notesMaster1.xml"/><Relationship Id="rId37" Type="http://schemas.openxmlformats.org/officeDocument/2006/relationships/font" Target="fonts/font37.fntdata"/><Relationship Id="rId38" Type="http://schemas.openxmlformats.org/officeDocument/2006/relationships/font" Target="fonts/font38.fntdata"/><Relationship Id="rId39" Type="http://schemas.openxmlformats.org/officeDocument/2006/relationships/font" Target="fonts/font39.fntdata"/><Relationship Id="rId40" Type="http://schemas.openxmlformats.org/officeDocument/2006/relationships/slide" Target="slides/slide1.xml"/><Relationship Id="rId41" Type="http://schemas.openxmlformats.org/officeDocument/2006/relationships/slide" Target="slides/slide2.xml"/><Relationship Id="rId42" Type="http://schemas.openxmlformats.org/officeDocument/2006/relationships/slide" Target="slides/slide3.xml"/><Relationship Id="rId43" Type="http://schemas.openxmlformats.org/officeDocument/2006/relationships/slide" Target="slides/slide4.xml"/><Relationship Id="rId44" Type="http://schemas.openxmlformats.org/officeDocument/2006/relationships/slide" Target="slides/slide5.xml"/><Relationship Id="rId45" Type="http://schemas.openxmlformats.org/officeDocument/2006/relationships/slide" Target="slides/slide6.xml"/><Relationship Id="rId46" Type="http://schemas.openxmlformats.org/officeDocument/2006/relationships/slide" Target="slides/slide7.xml"/><Relationship Id="rId47" Type="http://schemas.openxmlformats.org/officeDocument/2006/relationships/slide" Target="slides/slide8.xml"/><Relationship Id="rId48" Type="http://schemas.openxmlformats.org/officeDocument/2006/relationships/slide" Target="slides/slide9.xml"/><Relationship Id="rId49" Type="http://schemas.openxmlformats.org/officeDocument/2006/relationships/slide" Target="slides/slide10.xml"/><Relationship Id="rId50" Type="http://schemas.openxmlformats.org/officeDocument/2006/relationships/slide" Target="slides/slide11.xml"/><Relationship Id="rId51" Type="http://schemas.openxmlformats.org/officeDocument/2006/relationships/slide" Target="slides/slide12.xml"/><Relationship Id="rId52" Type="http://schemas.openxmlformats.org/officeDocument/2006/relationships/slide" Target="slides/slide13.xml"/><Relationship Id="rId53" Type="http://schemas.openxmlformats.org/officeDocument/2006/relationships/slide" Target="slides/slide14.xml"/><Relationship Id="rId54" Type="http://schemas.openxmlformats.org/officeDocument/2006/relationships/slide" Target="slides/slide15.xml"/><Relationship Id="rId55" Type="http://schemas.openxmlformats.org/officeDocument/2006/relationships/slide" Target="slides/slide16.xml"/><Relationship Id="rId56" Type="http://schemas.openxmlformats.org/officeDocument/2006/relationships/slide" Target="slides/slide17.xml"/><Relationship Id="rId57" Type="http://schemas.openxmlformats.org/officeDocument/2006/relationships/slide" Target="slides/slide18.xml"/><Relationship Id="rId58" Type="http://schemas.openxmlformats.org/officeDocument/2006/relationships/slide" Target="slides/slide19.xml"/><Relationship Id="rId59" Type="http://schemas.openxmlformats.org/officeDocument/2006/relationships/slide" Target="slides/slide20.xml"/><Relationship Id="rId60" Type="http://schemas.openxmlformats.org/officeDocument/2006/relationships/slide" Target="slides/slide21.xml"/><Relationship Id="rId61" Type="http://schemas.openxmlformats.org/officeDocument/2006/relationships/slide" Target="slides/slide22.xml"/><Relationship Id="rId62" Type="http://schemas.openxmlformats.org/officeDocument/2006/relationships/slide" Target="slides/slide23.xml"/><Relationship Id="rId63" Type="http://schemas.openxmlformats.org/officeDocument/2006/relationships/slide" Target="slides/slide24.xml"/><Relationship Id="rId64" Type="http://schemas.openxmlformats.org/officeDocument/2006/relationships/slide" Target="slides/slide25.xml"/><Relationship Id="rId65" Type="http://schemas.openxmlformats.org/officeDocument/2006/relationships/slide" Target="slides/slide26.xml"/><Relationship Id="rId66" Type="http://schemas.openxmlformats.org/officeDocument/2006/relationships/slide" Target="slides/slide27.xml"/><Relationship Id="rId67" Type="http://schemas.openxmlformats.org/officeDocument/2006/relationships/slide" Target="slides/slide28.xml"/><Relationship Id="rId68" Type="http://schemas.openxmlformats.org/officeDocument/2006/relationships/slide" Target="slides/slide29.xml"/><Relationship Id="rId69" Type="http://schemas.openxmlformats.org/officeDocument/2006/relationships/slide" Target="slides/slide30.xml"/><Relationship Id="rId70" Type="http://schemas.openxmlformats.org/officeDocument/2006/relationships/slide" Target="slides/slide31.xml"/><Relationship Id="rId71" Type="http://schemas.openxmlformats.org/officeDocument/2006/relationships/slide" Target="slides/slide32.xml"/><Relationship Id="rId72" Type="http://schemas.openxmlformats.org/officeDocument/2006/relationships/slide" Target="slides/slide33.xml"/><Relationship Id="rId73" Type="http://schemas.openxmlformats.org/officeDocument/2006/relationships/slide" Target="slides/slide34.xml"/><Relationship Id="rId74" Type="http://schemas.openxmlformats.org/officeDocument/2006/relationships/slide" Target="slides/slide35.xml"/><Relationship Id="rId75" Type="http://schemas.openxmlformats.org/officeDocument/2006/relationships/slide" Target="slides/slide36.xml"/><Relationship Id="rId76" Type="http://schemas.openxmlformats.org/officeDocument/2006/relationships/slide" Target="slides/slide37.xml"/><Relationship Id="rId77" Type="http://schemas.openxmlformats.org/officeDocument/2006/relationships/slide" Target="slides/slide38.xml"/><Relationship Id="rId78" Type="http://schemas.openxmlformats.org/officeDocument/2006/relationships/slide" Target="slides/slide39.xml"/><Relationship Id="rId79" Type="http://schemas.openxmlformats.org/officeDocument/2006/relationships/slide" Target="slides/slide40.xml"/><Relationship Id="rId80" Type="http://schemas.openxmlformats.org/officeDocument/2006/relationships/slide" Target="slides/slide41.xml"/><Relationship Id="rId81"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40 s · INTEGRA · Aula 2</a:t>
            </a:r>
          </a:p>
          <a:p/>
          <a:p>
            <a:r>
              <a:t>• Boas-vindas à Escola de Pais</a:t>
            </a:r>
          </a:p>
          <a:p>
            <a:r>
              <a:t>• Tema de hoje: educar com intenção</a:t>
            </a:r>
          </a:p>
          <a:p/>
          <a:p>
            <a:r>
              <a:t>Boa noite, sejam muito bem-vindos à nossa segunda aula da Escola de Pais INTEGRA. Que bom ter vocês aqui de novo. Hoje vamos conversar sobre uma palavra que vai aparecer muitas vezes: intencionalidade. Ou seja, educar sabendo para onde estamos levando nossos filhos, e não só reagindo ao que acontece no dia.</a:t>
            </a:r>
          </a:p>
          <a:p/>
          <a:p>
            <a:r>
              <a:t>→ E para começar, uma frase que talvez incomode um pouco.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30 s · Não podemos educar só com o coração</a:t>
            </a:r>
          </a:p>
          <a:p/>
          <a:p>
            <a:r>
              <a:t>• Amor é a base, mas não é método</a:t>
            </a:r>
          </a:p>
          <a:p>
            <a:r>
              <a:t>• Educar com intenção: saber o que quero ensinar</a:t>
            </a:r>
          </a:p>
          <a:p>
            <a:r>
              <a:t>• Pergunta à plateia: o que você quer que seu filho aprenda com você?</a:t>
            </a:r>
          </a:p>
          <a:p/>
          <a:p>
            <a:r>
              <a:t>Todos nós amamos nossos filhos. Ninguém aqui tem dúvida disso. Mas o amor sozinho, sem direção, às vezes vira só emoção do momento: cedo porque fiquei com pena, grito porque estou cansado. Educar de forma intencional é parar e perguntar: o que eu quero que meu filho aprenda com isso? Que tipo de adulto eu estou ajudando a formar? Pensem por um instante: se seu filho pudesse aprender uma única coisa com você, qual seria?</a:t>
            </a:r>
          </a:p>
          <a:p/>
          <a:p>
            <a:r>
              <a:t>→ E educar com intenção começa por uma atitude bem simples.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30 s · Não seja omisso</a:t>
            </a:r>
          </a:p>
          <a:p/>
          <a:p>
            <a:r>
              <a:t>• A gelatina: sem forma, cede a qualquer toque</a:t>
            </a:r>
          </a:p>
          <a:p>
            <a:r>
              <a:t>• Omissão também educa, só que para o lado errado</a:t>
            </a:r>
          </a:p>
          <a:p>
            <a:r>
              <a:t>• Seja presente, esteja atento</a:t>
            </a:r>
          </a:p>
          <a:p/>
          <a:p>
            <a:r>
              <a:t>Olhem essa gelatina. Basta encostar que ela se deforma. Muitas vezes nós somos assim com nossos filhos: não tomamos posição, deixamos para depois, deixamos a escola ou a internet decidirem. Só que a omissão também educa. Quando eu não digo nada, meu filho entende que aquilo está tudo bem. Por isso o convite é: seja presente, esteja atento ao que ele vê, fala e sente.</a:t>
            </a:r>
          </a:p>
          <a:p/>
          <a:p>
            <a:r>
              <a:t>→ Mas atenção: estar presente não é só estar no mesmo lugar.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30 s · Estar por perto não é estar presente</a:t>
            </a:r>
          </a:p>
          <a:p/>
          <a:p>
            <a:r>
              <a:t>• A cena: família na mesma cama, cada um no seu celular</a:t>
            </a:r>
          </a:p>
          <a:p>
            <a:r>
              <a:t>• Presença é atenção, olhar e conversa</a:t>
            </a:r>
          </a:p>
          <a:p>
            <a:r>
              <a:t>• Pergunta: quanto tempo do seu dia é presença de verdade?</a:t>
            </a:r>
          </a:p>
          <a:p/>
          <a:p>
            <a:r>
              <a:t>Essa imagem é familiar para muita gente. Todo mundo junto, na mesma cama, e ninguém de fato junto. A criança está ali do lado, mas o pai e a mãe estão na tela. Estar por perto não é o mesmo que estar presente. Presença é olhar no olho, perguntar como foi o dia e ouvir a resposta inteira. Vale a pena pensar: do tempo que passo com meu filho, quanto é presença de verdade?</a:t>
            </a:r>
          </a:p>
          <a:p/>
          <a:p>
            <a:r>
              <a:t>→ E isso importa, porque o jeito como estamos com eles deixa marca.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 A sua maneira de educar impacta</a:t>
            </a:r>
          </a:p>
          <a:p/>
          <a:p>
            <a:r>
              <a:t>• O jeito de educar molda a vida do filho</a:t>
            </a:r>
          </a:p>
          <a:p>
            <a:r>
              <a:t>• Filhos aprendem mais pelo exemplo que pelo discurso</a:t>
            </a:r>
          </a:p>
          <a:p/>
          <a:p>
            <a:r>
              <a:t>A sua maneira de educar impacta a vida do seu filho. Não só o que você fala, mas principalmente o que você faz. Se eu digo para ele largar o celular e eu não largo o meu, ele aprende o meu exemplo, não a minha frase. Cada atitude nossa é uma aula que eles assistem todos os dias.</a:t>
            </a:r>
          </a:p>
          <a:p/>
          <a:p>
            <a:r>
              <a:t>→ E aqui vale um alerta para não cairmos em extremos.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30 s · Nada é ruim, nada é bom totalmente</a:t>
            </a:r>
          </a:p>
          <a:p/>
          <a:p>
            <a:r>
              <a:t>• Tecnologia, brincadeira, liberdade: nada é só bom ou só ruim</a:t>
            </a:r>
          </a:p>
          <a:p>
            <a:r>
              <a:t>• O que define é a dose e o acompanhamento</a:t>
            </a:r>
          </a:p>
          <a:p>
            <a:r>
              <a:t>• Evitar culpa e evitar proibir tudo</a:t>
            </a:r>
          </a:p>
          <a:p/>
          <a:p>
            <a:r>
              <a:t>Não estou aqui para dizer que celular é o vilão ou que vocês estão fazendo tudo errado. Nada é ruim totalmente, e nada é bom totalmente. O celular pode ensinar e pode atrapalhar. A liberdade pode fortalecer e pode deixar a criança sozinha. O que faz a diferença é a dose e se existe um adulto acompanhando. Então, sem culpa e sem radicalismo: com equilíbrio.</a:t>
            </a:r>
          </a:p>
          <a:p/>
          <a:p>
            <a:r>
              <a:t>→ Afinal, todos nós queremos a mesma coisa para os nossos filhos.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 Um filho vencedor</a:t>
            </a:r>
          </a:p>
          <a:p/>
          <a:p>
            <a:r>
              <a:t>• O desejo comum: ver o filho bem daqui a alguns anos</a:t>
            </a:r>
          </a:p>
          <a:p>
            <a:r>
              <a:t>• Vencedor: feliz, íntegro, com bons valores</a:t>
            </a:r>
          </a:p>
          <a:p/>
          <a:p>
            <a:r>
              <a:t>Eu quero que daqui a alguns anos você tenha um filho vencedor. E quando digo vencedor, não falo só de dinheiro ou diploma. Falo de um adulto feliz, com bons valores, que sabe lidar com a vida e que vai querer estar perto de vocês, como nessa foto, rindo junto no sofá.</a:t>
            </a:r>
          </a:p>
          <a:p/>
          <a:p>
            <a:r>
              <a:t>→ Mas para que isso aconteça…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 s · Mas para que isso aconteça…</a:t>
            </a:r>
          </a:p>
          <a:p/>
          <a:p>
            <a:r>
              <a:t>• Os degraus: cada dia é um passo</a:t>
            </a:r>
          </a:p>
          <a:p>
            <a:r>
              <a:t>• Não acontece por acaso</a:t>
            </a:r>
          </a:p>
          <a:p/>
          <a:p>
            <a:r>
              <a:t>Mas para que isso aconteça, é preciso subir degrau por degrau. Não existe atalho. Um filho vencedor é construído hoje, nas pequenas escolhas do dia a dia.</a:t>
            </a:r>
          </a:p>
          <a:p/>
          <a:p>
            <a:r>
              <a:t>→ E para entender por que o dia a dia pesa tanto, olhem esta imagem.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 A criança é esponja</a:t>
            </a:r>
          </a:p>
          <a:p/>
          <a:p>
            <a:r>
              <a:t>• A esponja absorve tudo, o limpo e o sujo</a:t>
            </a:r>
          </a:p>
          <a:p>
            <a:r>
              <a:t>• A criança não escolhe o que absorve</a:t>
            </a:r>
          </a:p>
          <a:p/>
          <a:p>
            <a:r>
              <a:t>O que uma esponja faz? Ela absorve. Tudo. Se a água é limpa, absorve água limpa. Se é suja, absorve a sujeira. Ela não escolhe. A criança é assim: absorve o que vê em casa, o tom de voz, as palavras, as telas, o que ouve dos adultos. Ela ainda não tem filtro próprio.</a:t>
            </a:r>
          </a:p>
          <a:p/>
          <a:p>
            <a:r>
              <a:t>→ E tudo isso vai parar em um lugar.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 Tudo fica registrado</a:t>
            </a:r>
          </a:p>
          <a:p/>
          <a:p>
            <a:r>
              <a:t>• O cérebro da criança está em formação</a:t>
            </a:r>
          </a:p>
          <a:p>
            <a:r>
              <a:t>• O que ela vive vira referência para a vida</a:t>
            </a:r>
          </a:p>
          <a:p/>
          <a:p>
            <a:r>
              <a:t>No cérebro. O cérebro da criança está se formando, e cada experiência deixa um registro. O que ela vive em casa vira referência de como o mundo funciona: como se resolve um conflito, como se trata quem a gente ama, o que é certo e errado. Por isso o que entra importa tanto.</a:t>
            </a:r>
          </a:p>
          <a:p/>
          <a:p>
            <a:r>
              <a:t>→ E se a criança é esponja, alguém precisa cuidar do que chega até ela.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30 s · Os pais precisam ser filtros</a:t>
            </a:r>
          </a:p>
          <a:p/>
          <a:p>
            <a:r>
              <a:t>• Criança é esponja, só absorve</a:t>
            </a:r>
          </a:p>
          <a:p>
            <a:r>
              <a:t>• Pais filtram: escolhem, explicam, protegem</a:t>
            </a:r>
          </a:p>
          <a:p>
            <a:r>
              <a:t>• Filtrar não é esconder o mundo, é traduzir o mundo</a:t>
            </a:r>
          </a:p>
          <a:p/>
          <a:p>
            <a:r>
              <a:t>Os pais precisam ser filtros da realidade, porque a criança é esponja, e a esponja só absorve. Ser filtro não é colocar o filho numa bolha. É escolher o que ele está pronto para ver e, quando algo difícil chegar, estar ali para explicar, dar sentido, mostrar o que é certo. O filtro deixa passar o que nutre e segura o que faz mal.</a:t>
            </a:r>
          </a:p>
          <a:p/>
          <a:p>
            <a:r>
              <a:t>→ E hoje tem muita coisa tentando passar por esse filtro.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30 s · Valores que consomem</a:t>
            </a:r>
          </a:p>
          <a:p/>
          <a:p>
            <a:r>
              <a:t>• Youtubers, games, redes sociais, celular</a:t>
            </a:r>
          </a:p>
          <a:p>
            <a:r>
              <a:t>• Esses canais também ensinam valores</a:t>
            </a:r>
          </a:p>
          <a:p>
            <a:r>
              <a:t>• Pergunta: você sabe quem seu filho assiste?</a:t>
            </a:r>
          </a:p>
          <a:p/>
          <a:p>
            <a:r>
              <a:t>Nossos filhos estão sendo criados com os valores que consomem: youtubers, games, redes sociais, celular. Essas telas também educam. Elas ensinam o que é ser bonito, o que é ter sucesso, como se fala com os outros. Então eu pergunto: você sabe quem são os youtubers favoritos do seu filho? Já assistiu junto com ele?</a:t>
            </a:r>
          </a:p>
          <a:p/>
          <a:p>
            <a:r>
              <a:t>→ E muitas vezes isso acontece bem do nosso lado.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 Todos juntos, cada um na sua tela</a:t>
            </a:r>
          </a:p>
          <a:p/>
          <a:p>
            <a:r>
              <a:t>• A cena: pai no notebook, filha no celular, mãe no tablet</a:t>
            </a:r>
          </a:p>
          <a:p>
            <a:r>
              <a:t>• Ninguém está filtrando nada</a:t>
            </a:r>
          </a:p>
          <a:p/>
          <a:p>
            <a:r>
              <a:t>Olhem essa família. Estão todos no sofá, juntos. O pai no notebook, a filha no celular, a mãe no tablet. Ninguém está fazendo nada de errado, e ao mesmo tempo ninguém está filtrando nada. A filha está absorvendo o que aparece na tela dela, sozinha. Quantas vezes por semana a nossa sala fica assim?</a:t>
            </a:r>
          </a:p>
          <a:p/>
          <a:p>
            <a:r>
              <a:t>→ E isso leva a uma pergunta importante.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30 s · Qual é a sua lente?</a:t>
            </a:r>
          </a:p>
          <a:p/>
          <a:p>
            <a:r>
              <a:t>• A lente define o que enxergamos</a:t>
            </a:r>
          </a:p>
          <a:p>
            <a:r>
              <a:t>• Pergunta para a plateia responder em silêncio ou em voz alta</a:t>
            </a:r>
          </a:p>
          <a:p/>
          <a:p>
            <a:r>
              <a:t>Qual é a sua lente? Cada um de nós olha para a educação dos filhos por uma lente: a do cansaço, a da culpa, a do medo, a do jeito que fomos criados. Essa lente define o que a gente vê e o que deixa passar. Peço que vocês pensem por um momento, ou compartilhem se quiserem: com que lente você tem olhado para o seu filho?</a:t>
            </a:r>
          </a:p>
          <a:p/>
          <a:p>
            <a:r>
              <a:t>→ Porque, no fim das contas, a lente e o filtro são vocês.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 Você é o filtro!</a:t>
            </a:r>
          </a:p>
          <a:p/>
          <a:p>
            <a:r>
              <a:t>• Não é a escola nem o aplicativo</a:t>
            </a:r>
          </a:p>
          <a:p>
            <a:r>
              <a:t>• O filtro principal é o pai e a mãe</a:t>
            </a:r>
          </a:p>
          <a:p/>
          <a:p>
            <a:r>
              <a:t>Você é o filtro. Não é a escola, não é o controle parental do aplicativo, não é a avó. Todos eles ajudam, mas o filtro principal é quem está em casa, quem tem a autoridade e o vínculo. É você.</a:t>
            </a:r>
          </a:p>
          <a:p/>
          <a:p>
            <a:r>
              <a:t>→ Só que tem um ponto que pesa na rotina de quase todos nós.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30 s · Presente não substitui presença</a:t>
            </a:r>
          </a:p>
          <a:p/>
          <a:p>
            <a:r>
              <a:t>• Trabalhamos muito para dar o melhor, o sonho da Disney</a:t>
            </a:r>
          </a:p>
          <a:p>
            <a:r>
              <a:t>• Quem está em casa ensinando o que é certo e errado?</a:t>
            </a:r>
          </a:p>
          <a:p>
            <a:r>
              <a:t>• Presente não substitui presença</a:t>
            </a:r>
          </a:p>
          <a:p/>
          <a:p>
            <a:r>
              <a:t>Você trabalha, trabalha, trabalha. Quer dar o melhor, sonha em levar pra Disney. E isso é bonito, é cuidado. Mas, enquanto isso, quem está em casa ensinando o que é certo e o que é errado? O presente, aquilo que a gente compra, não substitui a presença. O brinquedo dura uma semana. A conversa de dez minutos no fim do dia fica para a vida.</a:t>
            </a:r>
          </a:p>
          <a:p/>
          <a:p>
            <a:r>
              <a:t>→ E muitas vezes, quando finalmente chegamos em casa, acontece isto.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30 s · O celular para ter paz</a:t>
            </a:r>
          </a:p>
          <a:p/>
          <a:p>
            <a:r>
              <a:t>• Chegamos cansados e damos o celular para ter paz</a:t>
            </a:r>
          </a:p>
          <a:p>
            <a:r>
              <a:t>• Perdemos a chance de ensinar valores</a:t>
            </a:r>
          </a:p>
          <a:p>
            <a:r>
              <a:t>• Sem culpa: trocar um momento por dia já muda</a:t>
            </a:r>
          </a:p>
          <a:p/>
          <a:p>
            <a:r>
              <a:t>Aí você chega em casa cansado e dá o celular para ter paz. Todo mundo já fez isso, eu também. E nessa você perde a oportunidade de ensinar valores, de se fazer presente. Não precisa ser perfeito. Comece trocando um momento por dia: o jantar sem tela, a conversa antes de dormir. Pequeno, mas intencional.</a:t>
            </a:r>
          </a:p>
          <a:p/>
          <a:p>
            <a:r>
              <a:t>→ Porque educar é isso: construir com intenção.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 Construa seu filho com intencionalidade</a:t>
            </a:r>
          </a:p>
          <a:p/>
          <a:p>
            <a:r>
              <a:t>• Educar é construir, peça por peça</a:t>
            </a:r>
          </a:p>
          <a:p>
            <a:r>
              <a:t>• Um jogo, uma conversa, um momento junto</a:t>
            </a:r>
          </a:p>
          <a:p/>
          <a:p>
            <a:r>
              <a:t>Construa seu filho com intencionalidade. Como nessa foto, pai e filho montando um jogo juntos, peça por peça. Cada momento assim é uma peça na construção de quem ele vai ser. Não é sobre ter muito tempo, é sobre usar o tempo que temos com intenção.</a:t>
            </a:r>
          </a:p>
          <a:p/>
          <a:p>
            <a:r>
              <a:t>→ E construir também exige uma ferramenta que muitos pais têm medo de usar.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30 s · Limites: afasta ou aproxima?</a:t>
            </a:r>
          </a:p>
          <a:p/>
          <a:p>
            <a:r>
              <a:t>• A cena do supermercado: a birra</a:t>
            </a:r>
          </a:p>
          <a:p>
            <a:r>
              <a:t>• Pergunta: o limite afasta ou aproxima?</a:t>
            </a:r>
          </a:p>
          <a:p>
            <a:r>
              <a:t>• Ouvir a plateia</a:t>
            </a:r>
          </a:p>
          <a:p/>
          <a:p>
            <a:r>
              <a:t>Limites. Quem nunca passou por essa cena do supermercado? A criança quer, a gente diz não, e vem a birra. Muitos pais têm medo de dizer não porque acham que o filho vai se afastar, vai ficar com raiva, vai gostar menos deles. Então eu pergunto para vocês: o limite afasta ou aproxima? Quero ouvir o que vocês pensam.</a:t>
            </a:r>
          </a:p>
          <a:p/>
          <a:p>
            <a:r>
              <a:t>→ E a resposta talvez surpreenda.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30 s · Limite é cuidado</a:t>
            </a:r>
          </a:p>
          <a:p/>
          <a:p>
            <a:r>
              <a:t>• Limite é cuidado, é segurança</a:t>
            </a:r>
          </a:p>
          <a:p>
            <a:r>
              <a:t>• É amor que ensina</a:t>
            </a:r>
          </a:p>
          <a:p>
            <a:r>
              <a:t>• Exemplo: escovar os dentes mesmo sem vontade</a:t>
            </a:r>
          </a:p>
          <a:p/>
          <a:p>
            <a:r>
              <a:t>Limite é cuidado, é segurança, é amor que ensina. Pensem na escova de dentes. Nenhuma criança acorda querendo escovar os dentes, e mesmo assim a gente insiste, porque sabe que é para o bem dela. Limite é isso. A criança que tem limites se sente segura, porque sabe que existe um adulto cuidando. O limite, dado com carinho, aproxima.</a:t>
            </a:r>
          </a:p>
          <a:p/>
          <a:p>
            <a:r>
              <a:t>→ Só que, para dar limite com calma e intenção, a gente precisa de tempo. E tempo anda em falta.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 Nosso dia a dia está acelerado</a:t>
            </a:r>
          </a:p>
          <a:p/>
          <a:p>
            <a:r>
              <a:t>• Trabalho, casa, filhos, tudo ao mesmo tempo</a:t>
            </a:r>
          </a:p>
          <a:p>
            <a:r>
              <a:t>• A pressa empurra a educação para o automático</a:t>
            </a:r>
          </a:p>
          <a:p/>
          <a:p>
            <a:r>
              <a:t>Nosso dia a dia está cada vez mais acelerado. A mãe que trabalha com o filho do lado, o pai que responde mensagem no jantar, todo mundo fazendo mil coisas ao mesmo tempo. Ninguém aqui está sendo julgado por isso. Mas a pressa tem um efeito: ela empurra a educação para o piloto automático.</a:t>
            </a:r>
          </a:p>
          <a:p/>
          <a:p>
            <a:r>
              <a:t>→ E no piloto automático a gente vira bombeiro.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30 s · Apagando incêndios</a:t>
            </a:r>
          </a:p>
          <a:p/>
          <a:p>
            <a:r>
              <a:t>• Reagir só quando o problema aparece</a:t>
            </a:r>
          </a:p>
          <a:p>
            <a:r>
              <a:t>• Apagar incêndio não é educar com intenção</a:t>
            </a:r>
          </a:p>
          <a:p>
            <a:r>
              <a:t>• Prevenir: conversar antes de o problema surgir</a:t>
            </a:r>
          </a:p>
          <a:p/>
          <a:p>
            <a:r>
              <a:t>Quando você está só apagando incêndios, não está educando com intencionalidade. É quando a gente só aparece na hora da briga, da nota baixa, da bronca da escola. Apagar incêndio é necessário, mas não é educar. Educar é conversar antes, combinar regras antes, estar presente antes de o fogo começar.</a:t>
            </a:r>
          </a:p>
          <a:p/>
          <a:p>
            <a:r>
              <a:t>→ E para fechar, quero deixar uma pergunta para vocês levarem para casa.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min · Proprietário ou Embaixador?</a:t>
            </a:r>
          </a:p>
          <a:p/>
          <a:p>
            <a:r>
              <a:t>• Proprietário: controla, prende, o filho é posse</a:t>
            </a:r>
          </a:p>
          <a:p>
            <a:r>
              <a:t>• Embaixador: representa valores, orienta, prepara para o mundo</a:t>
            </a:r>
          </a:p>
          <a:p>
            <a:r>
              <a:t>• Pergunta para levar para casa</a:t>
            </a:r>
          </a:p>
          <a:p/>
          <a:p>
            <a:r>
              <a:t>Proprietário ou embaixador? O proprietário trata o filho como posse: controla tudo, prende, como essas algemas. O embaixador representa algo maior. Ele vive e mostra os valores que quer passar, orienta e prepara o filho para ir para o mundo. Nossos filhos não são nossos para sempre, eles são nossos para preparar. Levem essa pergunta para casa: hoje, eu tenho sido proprietário ou embaixador do meu filho?</a:t>
            </a:r>
          </a:p>
          <a:p/>
          <a:p>
            <a:r>
              <a:t>→ E se queremos ser embaixadores, precisamos de um projeto. Vamos construir?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 A casa que você quer construir</a:t>
            </a:r>
          </a:p>
          <a:p/>
          <a:p>
            <a:r>
              <a:t>• Toda casa bonita começou com um projeto</a:t>
            </a:r>
          </a:p>
          <a:p>
            <a:r>
              <a:t>• Educar também é construir: precisa de plano</a:t>
            </a:r>
          </a:p>
          <a:p/>
          <a:p>
            <a:r>
              <a:t>Olhem essa casa. Ninguém constrói uma casa assim por acaso. Antes do primeiro tijolo existe um projeto, alguém que pensou onde fica cada parede. Com a família é igual. Chegamos à última parte do nosso encontro: o plano educativo. Vamos pensar juntos em como construir, de propósito, o lar que queremos.</a:t>
            </a:r>
          </a:p>
          <a:p/>
          <a:p>
            <a:r>
              <a:t>→ E toda construção começa por uma pergunta.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30 s · Quais tijolos são importantes?</a:t>
            </a:r>
          </a:p>
          <a:p/>
          <a:p>
            <a:r>
              <a:t>• Cada valor é um tijolo</a:t>
            </a:r>
          </a:p>
          <a:p>
            <a:r>
              <a:t>• Pergunta à plateia: quais tijolos você quer na vida do seu filho?</a:t>
            </a:r>
          </a:p>
          <a:p>
            <a:r>
              <a:t>• Ouvir duas ou três respostas</a:t>
            </a:r>
          </a:p>
          <a:p/>
          <a:p>
            <a:r>
              <a:t>Se a vida do seu filho fosse uma casa, quais tijolos não poderiam faltar? Respeito, honestidade, fé, responsabilidade, carinho? Eu queria ouvir vocês: qual é o tijolo mais importante para a sua família? Cada resposta aqui é um valor que a gente coloca, ou deixa de colocar, todos os dias.</a:t>
            </a:r>
          </a:p>
          <a:p/>
          <a:p>
            <a:r>
              <a:t>→ E para colocar esses tijolos no lugar certo, a gente precisa de um caminho.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 Uma rota, um plano educativo</a:t>
            </a:r>
          </a:p>
          <a:p/>
          <a:p>
            <a:r>
              <a:t>• Sem rota, a gente só reage</a:t>
            </a:r>
          </a:p>
          <a:p>
            <a:r>
              <a:t>• O plano dá direção para o dia a dia</a:t>
            </a:r>
          </a:p>
          <a:p/>
          <a:p>
            <a:r>
              <a:t>É preciso criar uma rota, um plano educativo. Quando a gente sai de casa sem saber para onde vai, qualquer caminho serve, e normalmente é o mais fácil. Com os filhos é assim: sem plano, educamos no improviso, apagando incêndios, como vimos há pouco. Vou mostrar agora doze passos para construir essa rota.</a:t>
            </a:r>
          </a:p>
          <a:p/>
          <a:p>
            <a:r>
              <a:t>→ E o primeiro passo não é sobre o seu filho. É sobre você.</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30 s · Passo 1: corrigir rotas começa em nós</a:t>
            </a:r>
          </a:p>
          <a:p/>
          <a:p>
            <a:r>
              <a:t>• Errar o caminho faz parte; corrigir também</a:t>
            </a:r>
          </a:p>
          <a:p>
            <a:r>
              <a:t>• A correção começa no adulto, não na criança</a:t>
            </a:r>
          </a:p>
          <a:p/>
          <a:p>
            <a:r>
              <a:t>Passo um: é preciso corrigir rotas, e essa correção de rotas começa em nós. É muito comum querer que o filho mude: que grite menos, que obedeça mais, que largue o celular. Mas a pergunta é: o que eu preciso mudar em mim primeiro? Corrigir rota não é sinal de fracasso, é sinal de quem está prestando atenção no caminho.</a:t>
            </a:r>
          </a:p>
          <a:p/>
          <a:p>
            <a:r>
              <a:t>→ E isso vale para a casa inteira.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 A mudança começa em você</a:t>
            </a:r>
          </a:p>
          <a:p/>
          <a:p>
            <a:r>
              <a:t>• A casa muda quando um adulto muda</a:t>
            </a:r>
          </a:p>
          <a:p>
            <a:r>
              <a:t>• Pequenas mudanças já mexem com toda a família</a:t>
            </a:r>
          </a:p>
          <a:p/>
          <a:p>
            <a:r>
              <a:t>A mudança que você deseja na sua casa, na sua família, no seu lar começa em você. Quando um adulto muda o tom de voz, a família inteira sente. Quando o pai ou a mãe chega mais presente, o clima da casa muda. Você não precisa esperar ninguém para começar.</a:t>
            </a:r>
          </a:p>
          <a:p/>
          <a:p>
            <a:r>
              <a:t>→ E quando os adultos mudam, a família inteira ganha.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30 s · Passo 2: uma família funcional</a:t>
            </a:r>
          </a:p>
          <a:p/>
          <a:p>
            <a:r>
              <a:t>• Família funcional é o maior presente</a:t>
            </a:r>
          </a:p>
          <a:p>
            <a:r>
              <a:t>• Lar estruturado traz segurança, inteligência emocional e confiança</a:t>
            </a:r>
          </a:p>
          <a:p>
            <a:r>
              <a:t>• Funcional não é perfeita</a:t>
            </a:r>
          </a:p>
          <a:p/>
          <a:p>
            <a:r>
              <a:t>Passo dois: uma família funcional é o maior presente que você pode dar aos seus filhos. A criança que cresce em um lar estruturado se sente segura, desenvolve inteligência emocional e aprende a enfrentar a vida com confiança. E atenção: funcional não é perfeita. É uma família que tem rotina, combinados, conversa e que sabe se reconciliar depois de um conflito.</a:t>
            </a:r>
          </a:p>
          <a:p/>
          <a:p>
            <a:r>
              <a:t>→ E a forma mais forte de estruturar a casa é a próxima.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 Passo 3: seja exemplo</a:t>
            </a:r>
          </a:p>
          <a:p/>
          <a:p>
            <a:r>
              <a:t>• Filhos copiam o que veem</a:t>
            </a:r>
          </a:p>
          <a:p>
            <a:r>
              <a:t>• Coerência entre o que falo e o que faço</a:t>
            </a:r>
          </a:p>
          <a:p/>
          <a:p>
            <a:r>
              <a:t>Passo três: seja exemplo. Já falamos disso hoje e vale repetir: nossos filhos aprendem muito mais com o que fazemos do que com o que dizemos. Se eu peço respeito, preciso tratar com respeito. Se peço que ele leia, ele precisa me ver lendo.</a:t>
            </a:r>
          </a:p>
          <a:p/>
          <a:p>
            <a:r>
              <a:t>→ E para ser exemplo, é preciso estar junto.</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 Passo 4: tempo de qualidade</a:t>
            </a:r>
          </a:p>
          <a:p/>
          <a:p>
            <a:r>
              <a:t>• Atenção total, sem tela</a:t>
            </a:r>
          </a:p>
          <a:p>
            <a:r>
              <a:t>• Pequenos rituais: jantar, conversa antes de dormir</a:t>
            </a:r>
          </a:p>
          <a:p/>
          <a:p>
            <a:r>
              <a:t>Passo quatro: invista em tempo de qualidade. Não precisa ser muito tempo. Precisa ser tempo inteiro: sem celular, olhando no olho. Um jantar conversando, um jogo de dez minutos, a historinha antes de dormir. São esses momentos que a criança vai guardar.</a:t>
            </a:r>
          </a:p>
          <a:p/>
          <a:p>
            <a:r>
              <a:t>→ E nesse tempo junto, o jeito de falar faz toda a diferença.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 Passo 5: comunicação com clareza e amor</a:t>
            </a:r>
          </a:p>
          <a:p/>
          <a:p>
            <a:r>
              <a:t>• Clareza: a criança precisa entender o que se espera dela</a:t>
            </a:r>
          </a:p>
          <a:p>
            <a:r>
              <a:t>• Amor: firmeza sem humilhação</a:t>
            </a:r>
          </a:p>
          <a:p/>
          <a:p>
            <a:r>
              <a:t>Passo cinco: comunique-se com clareza e amor. Clareza, porque a criança precisa entender exatamente o que esperamos dela. "Arruma o quarto" é vago; "guarda os brinquedos na caixa antes do jantar" é claro. E amor, porque dá para ser firme sem gritar e sem humilhar.</a:t>
            </a:r>
          </a:p>
          <a:p/>
          <a:p>
            <a:r>
              <a:t>→ E comunicar com clareza ajuda muito no próximo passo.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 Passo 6: regras e limites consistentes</a:t>
            </a:r>
          </a:p>
          <a:p/>
          <a:p>
            <a:r>
              <a:t>• Limite que muda todo dia não ensina</a:t>
            </a:r>
          </a:p>
          <a:p>
            <a:r>
              <a:t>• Pai e mãe falando a mesma língua</a:t>
            </a:r>
          </a:p>
          <a:p/>
          <a:p>
            <a:r>
              <a:t>Passo seis: defina regras e limites consistentes. Lembram que limite é cuidado? Ele só funciona se for consistente. Se hoje pode e amanhã não pode, a criança aprende a testar. E é muito importante que os adultos da casa combinem entre si e falem a mesma língua.</a:t>
            </a:r>
          </a:p>
          <a:p/>
          <a:p>
            <a:r>
              <a:t>→ Além dos limites, há valores que precisamos ensinar de propósito.</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 Passo 7: gratidão e autorresponsabilidade</a:t>
            </a:r>
          </a:p>
          <a:p/>
          <a:p>
            <a:r>
              <a:t>• Gratidão: valorizar o que se tem</a:t>
            </a:r>
          </a:p>
          <a:p>
            <a:r>
              <a:t>• Autorresponsabilidade: assumir as próprias escolhas</a:t>
            </a:r>
          </a:p>
          <a:p/>
          <a:p>
            <a:r>
              <a:t>Passo sete: ensine gratidão e autorresponsabilidade. Gratidão é aprender a valorizar o que tem e quem está por perto. Autorresponsabilidade é entender que as minhas escolhas têm consequências, sem culpar sempre o outro. Os dois se ensinam no dia a dia: agradecer à mesa, ajudar a resolver em vez de resolver por ele.</a:t>
            </a:r>
          </a:p>
          <a:p/>
          <a:p>
            <a:r>
              <a:t>→ E para assumir responsabilidades, a criança precisa acreditar em si.</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 Passo 8: autoestima e identidade</a:t>
            </a:r>
          </a:p>
          <a:p/>
          <a:p>
            <a:r>
              <a:t>• Elogiar o esforço, não só o resultado</a:t>
            </a:r>
          </a:p>
          <a:p>
            <a:r>
              <a:t>• Ajudar o filho a saber quem ele é</a:t>
            </a:r>
          </a:p>
          <a:p/>
          <a:p>
            <a:r>
              <a:t>Passo oito: reforce a autoestima e a identidade. A criança se enxerga, em grande parte, pelos olhos dos pais. Elogie o esforço, não só a nota. Mostre que ela é amada pelo que é, e não pelo que faz. Uma criança que sabe quem é fica menos vulnerável à opinião dos outros.</a:t>
            </a:r>
          </a:p>
          <a:p/>
          <a:p>
            <a:r>
              <a:t>→ E nada reforça mais a autoestima do que se sentir amado.</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 Passo 9: amor todos os dias</a:t>
            </a:r>
          </a:p>
          <a:p/>
          <a:p>
            <a:r>
              <a:t>• Amar e demonstrar são coisas diferentes</a:t>
            </a:r>
          </a:p>
          <a:p>
            <a:r>
              <a:t>• Gestos simples: abraço, bilhete, "eu te amo"</a:t>
            </a:r>
          </a:p>
          <a:p/>
          <a:p>
            <a:r>
              <a:t>Passo nove: demonstre amor diariamente. Todos aqui amam seus filhos, mas será que eles sentem isso todos os dias? Um abraço na saída, um bilhete na lancheira, um "eu tenho orgulho de você". Amor que não se demonstra a criança não enxerga.</a:t>
            </a:r>
          </a:p>
          <a:p/>
          <a:p>
            <a:r>
              <a:t>→ E com esse amor como base, ela consegue enfrentar as dificuldades.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 Passo 10: resiliência e mentalidade de crescimento</a:t>
            </a:r>
          </a:p>
          <a:p/>
          <a:p>
            <a:r>
              <a:t>• Errar faz parte de aprender</a:t>
            </a:r>
          </a:p>
          <a:p>
            <a:r>
              <a:t>• Não resolver tudo pela criança</a:t>
            </a:r>
          </a:p>
          <a:p/>
          <a:p>
            <a:r>
              <a:t>Passo dez: desenvolva resiliência e mentalidade de crescimento. Isso significa ensinar que errar faz parte, que dá para tentar de novo e melhorar. Quando a gente resolve tudo pelo filho, ele não aprende a lidar com a frustração. Troque "você não consegue" por "você ainda não consegue".</a:t>
            </a:r>
          </a:p>
          <a:p/>
          <a:p>
            <a:r>
              <a:t>→ E quem aprende a persistir pode sonhar mais alto.</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 Passo 11: sonhos e metas</a:t>
            </a:r>
          </a:p>
          <a:p/>
          <a:p>
            <a:r>
              <a:t>• Perguntar: qual é o seu sonho?</a:t>
            </a:r>
          </a:p>
          <a:p>
            <a:r>
              <a:t>• Transformar sonho em pequenas metas</a:t>
            </a:r>
          </a:p>
          <a:p/>
          <a:p>
            <a:r>
              <a:t>Passo onze: incentive sonhos e metas. Pergunte ao seu filho o que ele sonha. Leve a sério, mesmo que hoje pareça pequeno ou mude toda semana. E ajude a transformar o sonho em pequenas metas: o que dá para fazer esta semana para chegar mais perto?</a:t>
            </a:r>
          </a:p>
          <a:p/>
          <a:p>
            <a:r>
              <a:t>→ E, por fim, o passo que dá sentido a todos os outros.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30 s · Passo 12: propósito e espiritualidade</a:t>
            </a:r>
          </a:p>
          <a:p/>
          <a:p>
            <a:r>
              <a:t>• Liderar a família com propósito</a:t>
            </a:r>
          </a:p>
          <a:p>
            <a:r>
              <a:t>• Espiritualidade como base de valores e sentido</a:t>
            </a:r>
          </a:p>
          <a:p/>
          <a:p>
            <a:r>
              <a:t>Passo doze: lidere com propósito e espiritualidade. Liderar a família é saber para onde estamos indo e por quê. E a espiritualidade, do jeito que cada família vive, dá sentido aos valores, ensina esperança e ajuda a criança a entender que faz parte de algo maior. Esse é o alicerce de toda a casa que falamos lá no começo.</a:t>
            </a:r>
          </a:p>
          <a:p/>
          <a:p>
            <a:r>
              <a:t>→ E agora, uma imagem para encerrar.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30 s · A gaiola</a:t>
            </a:r>
          </a:p>
          <a:p/>
          <a:p>
            <a:r>
              <a:t>• A gaiola está vazia e aberta</a:t>
            </a:r>
          </a:p>
          <a:p>
            <a:r>
              <a:t>• Educar é preparar para voar, não prender</a:t>
            </a:r>
          </a:p>
          <a:p/>
          <a:p>
            <a:r>
              <a:t>Olhem essa gaiola. Ela está vazia. Lembram da pergunta "proprietário ou embaixador"? O proprietário quer prender. O embaixador prepara para o voo. Todos esses passos que vimos hoje servem para isso: um dia nossos filhos vão sair de casa, e o que vai com eles é o que construímos aqui, tijolo por tijolo.</a:t>
            </a:r>
          </a:p>
          <a:p/>
          <a:p>
            <a:r>
              <a:t>→ E para encerrar, uma frase para guardar.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 min · Educar com intenção</a:t>
            </a:r>
          </a:p>
          <a:p/>
          <a:p>
            <a:r>
              <a:t>• Retomar: presença, filtro, limite</a:t>
            </a:r>
          </a:p>
          <a:p>
            <a:r>
              <a:t>• Compromisso da semana: um momento intencional por dia</a:t>
            </a:r>
          </a:p>
          <a:p/>
          <a:p>
            <a:r>
              <a:t>Educar com intenção é escolher estar presente. Hoje falamos de presença de verdade, de ser o filtro do que chega até nossos filhos, do limite como amor e de um plano em doze passos para construir o nosso lar. O meu convite para esta semana é simples: escolha um momento por dia, sem tela, só seu e do seu filho. Pequeno, mas intencional. Muito obrigada pela presença de vocês.</a:t>
            </a:r>
          </a:p>
          <a:p/>
          <a:p>
            <a:r>
              <a:t>→ E continuem com a gente nas redes.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 s · Contato</a:t>
            </a:r>
          </a:p>
          <a:p/>
          <a:p>
            <a:r>
              <a:t>• Instagram @integra_escoladepais (QR code)</a:t>
            </a:r>
          </a:p>
          <a:p>
            <a:r>
              <a:t>• WhatsApp e e-mail</a:t>
            </a:r>
          </a:p>
          <a:p/>
          <a:p>
            <a:r>
              <a:t>Quem quiser continuar a conversa, nos siga no Instagram, @integra_escoladepais. É só apontar a câmera para o QR code. O WhatsApp e o e-mail estão aqui também. Até a próxima aula!</a:t>
            </a:r>
          </a:p>
          <a:p/>
          <a:p>
            <a:r>
              <a:t>→ Mensagem final: um momento intencional por dia, sem tela, só você e seu filho.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image" Target="../media/image68.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image" Target="../media/image66.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image" Target="../media/image68.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jpg"/><Relationship Id="rId3" Type="http://schemas.openxmlformats.org/officeDocument/2006/relationships/image" Target="../media/image68.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jpg"/><Relationship Id="rId3" Type="http://schemas.openxmlformats.org/officeDocument/2006/relationships/image" Target="../media/image6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 Id="rId3" Type="http://schemas.openxmlformats.org/officeDocument/2006/relationships/image" Target="../media/image68.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 Id="rId3" Type="http://schemas.openxmlformats.org/officeDocument/2006/relationships/image" Target="../media/image68.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 Id="rId3" Type="http://schemas.openxmlformats.org/officeDocument/2006/relationships/image" Target="../media/image68.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 Id="rId3" Type="http://schemas.openxmlformats.org/officeDocument/2006/relationships/image" Target="../media/image66.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 Id="rId3" Type="http://schemas.openxmlformats.org/officeDocument/2006/relationships/image" Target="../media/image88.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 Id="rId3" Type="http://schemas.openxmlformats.org/officeDocument/2006/relationships/image" Target="../media/image91.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png"/><Relationship Id="rId3" Type="http://schemas.openxmlformats.org/officeDocument/2006/relationships/image" Target="../media/image66.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jpg"/><Relationship Id="rId3" Type="http://schemas.openxmlformats.org/officeDocument/2006/relationships/image" Target="../media/image99.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image" Target="../media/image59.png"/><Relationship Id="rId4" Type="http://schemas.openxmlformats.org/officeDocument/2006/relationships/image" Target="../media/image61.png"/><Relationship Id="rId5" Type="http://schemas.openxmlformats.org/officeDocument/2006/relationships/image" Target="../media/image63.png"/><Relationship Id="rId6" Type="http://schemas.openxmlformats.org/officeDocument/2006/relationships/image" Target="../media/image101.png"/><Relationship Id="rId7"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gradFill rotWithShape="1">
            <a:gsLst>
              <a:gs pos="0">
                <a:srgbClr val="036554"/>
              </a:gs>
              <a:gs pos="100000">
                <a:srgbClr val="0263BA"/>
              </a:gs>
            </a:gsLst>
            <a:lin ang="21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058400" y="1207008"/>
            <a:ext cx="7863840" cy="7863840"/>
          </a:xfrm>
          <a:custGeom>
            <a:avLst/>
            <a:gdLst/>
            <a:ahLst/>
            <a:cxnLst/>
            <a:rect l="0" t="0" r="r" b="b"/>
            <a:pathLst>
              <a:path w="1000" h="1000">
                <a:moveTo>
                  <a:pt x="1000" y="500"/>
                </a:moveTo>
                <a:lnTo>
                  <a:pt x="1000" y="507"/>
                </a:lnTo>
                <a:lnTo>
                  <a:pt x="999" y="513"/>
                </a:lnTo>
                <a:lnTo>
                  <a:pt x="998" y="520"/>
                </a:lnTo>
                <a:lnTo>
                  <a:pt x="996" y="526"/>
                </a:lnTo>
                <a:lnTo>
                  <a:pt x="994" y="532"/>
                </a:lnTo>
                <a:lnTo>
                  <a:pt x="991" y="539"/>
                </a:lnTo>
                <a:lnTo>
                  <a:pt x="988" y="545"/>
                </a:lnTo>
                <a:lnTo>
                  <a:pt x="985" y="551"/>
                </a:lnTo>
                <a:lnTo>
                  <a:pt x="981" y="557"/>
                </a:lnTo>
                <a:lnTo>
                  <a:pt x="977" y="563"/>
                </a:lnTo>
                <a:lnTo>
                  <a:pt x="973" y="569"/>
                </a:lnTo>
                <a:lnTo>
                  <a:pt x="969" y="574"/>
                </a:lnTo>
                <a:lnTo>
                  <a:pt x="965" y="580"/>
                </a:lnTo>
                <a:lnTo>
                  <a:pt x="961" y="585"/>
                </a:lnTo>
                <a:lnTo>
                  <a:pt x="956" y="591"/>
                </a:lnTo>
                <a:lnTo>
                  <a:pt x="952" y="596"/>
                </a:lnTo>
                <a:lnTo>
                  <a:pt x="948" y="601"/>
                </a:lnTo>
                <a:lnTo>
                  <a:pt x="945" y="607"/>
                </a:lnTo>
                <a:lnTo>
                  <a:pt x="941" y="612"/>
                </a:lnTo>
                <a:lnTo>
                  <a:pt x="938" y="617"/>
                </a:lnTo>
                <a:lnTo>
                  <a:pt x="935" y="623"/>
                </a:lnTo>
                <a:lnTo>
                  <a:pt x="932" y="628"/>
                </a:lnTo>
                <a:lnTo>
                  <a:pt x="930" y="634"/>
                </a:lnTo>
                <a:lnTo>
                  <a:pt x="928" y="639"/>
                </a:lnTo>
                <a:lnTo>
                  <a:pt x="926" y="645"/>
                </a:lnTo>
                <a:lnTo>
                  <a:pt x="925" y="650"/>
                </a:lnTo>
                <a:lnTo>
                  <a:pt x="924" y="656"/>
                </a:lnTo>
                <a:lnTo>
                  <a:pt x="923" y="662"/>
                </a:lnTo>
                <a:lnTo>
                  <a:pt x="923" y="669"/>
                </a:lnTo>
                <a:lnTo>
                  <a:pt x="923" y="675"/>
                </a:lnTo>
                <a:lnTo>
                  <a:pt x="922" y="681"/>
                </a:lnTo>
                <a:lnTo>
                  <a:pt x="923" y="688"/>
                </a:lnTo>
                <a:lnTo>
                  <a:pt x="923" y="695"/>
                </a:lnTo>
                <a:lnTo>
                  <a:pt x="923" y="702"/>
                </a:lnTo>
                <a:lnTo>
                  <a:pt x="923" y="709"/>
                </a:lnTo>
                <a:lnTo>
                  <a:pt x="923" y="716"/>
                </a:lnTo>
                <a:lnTo>
                  <a:pt x="923" y="723"/>
                </a:lnTo>
                <a:lnTo>
                  <a:pt x="923" y="730"/>
                </a:lnTo>
                <a:lnTo>
                  <a:pt x="923" y="737"/>
                </a:lnTo>
                <a:lnTo>
                  <a:pt x="922" y="744"/>
                </a:lnTo>
                <a:lnTo>
                  <a:pt x="921" y="751"/>
                </a:lnTo>
                <a:lnTo>
                  <a:pt x="920" y="757"/>
                </a:lnTo>
                <a:lnTo>
                  <a:pt x="918" y="764"/>
                </a:lnTo>
                <a:lnTo>
                  <a:pt x="917" y="770"/>
                </a:lnTo>
                <a:lnTo>
                  <a:pt x="914" y="777"/>
                </a:lnTo>
                <a:lnTo>
                  <a:pt x="911" y="783"/>
                </a:lnTo>
                <a:lnTo>
                  <a:pt x="908" y="788"/>
                </a:lnTo>
                <a:lnTo>
                  <a:pt x="905" y="794"/>
                </a:lnTo>
                <a:lnTo>
                  <a:pt x="900" y="799"/>
                </a:lnTo>
                <a:lnTo>
                  <a:pt x="896" y="804"/>
                </a:lnTo>
                <a:lnTo>
                  <a:pt x="891" y="808"/>
                </a:lnTo>
                <a:lnTo>
                  <a:pt x="886" y="813"/>
                </a:lnTo>
                <a:lnTo>
                  <a:pt x="880" y="816"/>
                </a:lnTo>
                <a:lnTo>
                  <a:pt x="875" y="820"/>
                </a:lnTo>
                <a:lnTo>
                  <a:pt x="869" y="823"/>
                </a:lnTo>
                <a:lnTo>
                  <a:pt x="862" y="826"/>
                </a:lnTo>
                <a:lnTo>
                  <a:pt x="856" y="829"/>
                </a:lnTo>
                <a:lnTo>
                  <a:pt x="849" y="831"/>
                </a:lnTo>
                <a:lnTo>
                  <a:pt x="843" y="834"/>
                </a:lnTo>
                <a:lnTo>
                  <a:pt x="836" y="836"/>
                </a:lnTo>
                <a:lnTo>
                  <a:pt x="829" y="838"/>
                </a:lnTo>
                <a:lnTo>
                  <a:pt x="823" y="840"/>
                </a:lnTo>
                <a:lnTo>
                  <a:pt x="816" y="842"/>
                </a:lnTo>
                <a:lnTo>
                  <a:pt x="809" y="844"/>
                </a:lnTo>
                <a:lnTo>
                  <a:pt x="803" y="846"/>
                </a:lnTo>
                <a:lnTo>
                  <a:pt x="797" y="848"/>
                </a:lnTo>
                <a:lnTo>
                  <a:pt x="791" y="850"/>
                </a:lnTo>
                <a:lnTo>
                  <a:pt x="785" y="852"/>
                </a:lnTo>
                <a:lnTo>
                  <a:pt x="780" y="855"/>
                </a:lnTo>
                <a:lnTo>
                  <a:pt x="774" y="858"/>
                </a:lnTo>
                <a:lnTo>
                  <a:pt x="769" y="861"/>
                </a:lnTo>
                <a:lnTo>
                  <a:pt x="765" y="864"/>
                </a:lnTo>
                <a:lnTo>
                  <a:pt x="760" y="868"/>
                </a:lnTo>
                <a:lnTo>
                  <a:pt x="755" y="872"/>
                </a:lnTo>
                <a:lnTo>
                  <a:pt x="751" y="876"/>
                </a:lnTo>
                <a:lnTo>
                  <a:pt x="747" y="880"/>
                </a:lnTo>
                <a:lnTo>
                  <a:pt x="743" y="885"/>
                </a:lnTo>
                <a:lnTo>
                  <a:pt x="739" y="890"/>
                </a:lnTo>
                <a:lnTo>
                  <a:pt x="735" y="895"/>
                </a:lnTo>
                <a:lnTo>
                  <a:pt x="731" y="901"/>
                </a:lnTo>
                <a:lnTo>
                  <a:pt x="727" y="906"/>
                </a:lnTo>
                <a:lnTo>
                  <a:pt x="724" y="912"/>
                </a:lnTo>
                <a:lnTo>
                  <a:pt x="720" y="917"/>
                </a:lnTo>
                <a:lnTo>
                  <a:pt x="716" y="923"/>
                </a:lnTo>
                <a:lnTo>
                  <a:pt x="712" y="929"/>
                </a:lnTo>
                <a:lnTo>
                  <a:pt x="707" y="935"/>
                </a:lnTo>
                <a:lnTo>
                  <a:pt x="703" y="940"/>
                </a:lnTo>
                <a:lnTo>
                  <a:pt x="698" y="945"/>
                </a:lnTo>
                <a:lnTo>
                  <a:pt x="694" y="950"/>
                </a:lnTo>
                <a:lnTo>
                  <a:pt x="689" y="955"/>
                </a:lnTo>
                <a:lnTo>
                  <a:pt x="683" y="960"/>
                </a:lnTo>
                <a:lnTo>
                  <a:pt x="678" y="964"/>
                </a:lnTo>
                <a:lnTo>
                  <a:pt x="672" y="967"/>
                </a:lnTo>
                <a:lnTo>
                  <a:pt x="667" y="971"/>
                </a:lnTo>
                <a:lnTo>
                  <a:pt x="661" y="973"/>
                </a:lnTo>
                <a:lnTo>
                  <a:pt x="655" y="976"/>
                </a:lnTo>
                <a:lnTo>
                  <a:pt x="648" y="977"/>
                </a:lnTo>
                <a:lnTo>
                  <a:pt x="642" y="979"/>
                </a:lnTo>
                <a:lnTo>
                  <a:pt x="635" y="979"/>
                </a:lnTo>
                <a:lnTo>
                  <a:pt x="629" y="980"/>
                </a:lnTo>
                <a:lnTo>
                  <a:pt x="622" y="980"/>
                </a:lnTo>
                <a:lnTo>
                  <a:pt x="615" y="979"/>
                </a:lnTo>
                <a:lnTo>
                  <a:pt x="608" y="978"/>
                </a:lnTo>
                <a:lnTo>
                  <a:pt x="601" y="977"/>
                </a:lnTo>
                <a:lnTo>
                  <a:pt x="595" y="975"/>
                </a:lnTo>
                <a:lnTo>
                  <a:pt x="588" y="973"/>
                </a:lnTo>
                <a:lnTo>
                  <a:pt x="581" y="971"/>
                </a:lnTo>
                <a:lnTo>
                  <a:pt x="574" y="969"/>
                </a:lnTo>
                <a:lnTo>
                  <a:pt x="568" y="967"/>
                </a:lnTo>
                <a:lnTo>
                  <a:pt x="561" y="965"/>
                </a:lnTo>
                <a:lnTo>
                  <a:pt x="555" y="962"/>
                </a:lnTo>
                <a:lnTo>
                  <a:pt x="548" y="960"/>
                </a:lnTo>
                <a:lnTo>
                  <a:pt x="542" y="958"/>
                </a:lnTo>
                <a:lnTo>
                  <a:pt x="536" y="956"/>
                </a:lnTo>
                <a:lnTo>
                  <a:pt x="530" y="954"/>
                </a:lnTo>
                <a:lnTo>
                  <a:pt x="524" y="953"/>
                </a:lnTo>
                <a:lnTo>
                  <a:pt x="518" y="952"/>
                </a:lnTo>
                <a:lnTo>
                  <a:pt x="512" y="951"/>
                </a:lnTo>
                <a:lnTo>
                  <a:pt x="506" y="950"/>
                </a:lnTo>
                <a:lnTo>
                  <a:pt x="500" y="950"/>
                </a:lnTo>
                <a:lnTo>
                  <a:pt x="494" y="950"/>
                </a:lnTo>
                <a:lnTo>
                  <a:pt x="488" y="951"/>
                </a:lnTo>
                <a:lnTo>
                  <a:pt x="482" y="952"/>
                </a:lnTo>
                <a:lnTo>
                  <a:pt x="476" y="953"/>
                </a:lnTo>
                <a:lnTo>
                  <a:pt x="470" y="954"/>
                </a:lnTo>
                <a:lnTo>
                  <a:pt x="464" y="956"/>
                </a:lnTo>
                <a:lnTo>
                  <a:pt x="458" y="958"/>
                </a:lnTo>
                <a:lnTo>
                  <a:pt x="452" y="960"/>
                </a:lnTo>
                <a:lnTo>
                  <a:pt x="445" y="962"/>
                </a:lnTo>
                <a:lnTo>
                  <a:pt x="439" y="965"/>
                </a:lnTo>
                <a:lnTo>
                  <a:pt x="432" y="967"/>
                </a:lnTo>
                <a:lnTo>
                  <a:pt x="426" y="969"/>
                </a:lnTo>
                <a:lnTo>
                  <a:pt x="419" y="971"/>
                </a:lnTo>
                <a:lnTo>
                  <a:pt x="412" y="973"/>
                </a:lnTo>
                <a:lnTo>
                  <a:pt x="405" y="975"/>
                </a:lnTo>
                <a:lnTo>
                  <a:pt x="399" y="977"/>
                </a:lnTo>
                <a:lnTo>
                  <a:pt x="392" y="978"/>
                </a:lnTo>
                <a:lnTo>
                  <a:pt x="385" y="979"/>
                </a:lnTo>
                <a:lnTo>
                  <a:pt x="378" y="980"/>
                </a:lnTo>
                <a:lnTo>
                  <a:pt x="371" y="980"/>
                </a:lnTo>
                <a:lnTo>
                  <a:pt x="365" y="979"/>
                </a:lnTo>
                <a:lnTo>
                  <a:pt x="358" y="979"/>
                </a:lnTo>
                <a:lnTo>
                  <a:pt x="352" y="977"/>
                </a:lnTo>
                <a:lnTo>
                  <a:pt x="345" y="976"/>
                </a:lnTo>
                <a:lnTo>
                  <a:pt x="339" y="973"/>
                </a:lnTo>
                <a:lnTo>
                  <a:pt x="333" y="971"/>
                </a:lnTo>
                <a:lnTo>
                  <a:pt x="328" y="967"/>
                </a:lnTo>
                <a:lnTo>
                  <a:pt x="322" y="964"/>
                </a:lnTo>
                <a:lnTo>
                  <a:pt x="317" y="960"/>
                </a:lnTo>
                <a:lnTo>
                  <a:pt x="311" y="955"/>
                </a:lnTo>
                <a:lnTo>
                  <a:pt x="306" y="950"/>
                </a:lnTo>
                <a:lnTo>
                  <a:pt x="302" y="945"/>
                </a:lnTo>
                <a:lnTo>
                  <a:pt x="297" y="940"/>
                </a:lnTo>
                <a:lnTo>
                  <a:pt x="293" y="935"/>
                </a:lnTo>
                <a:lnTo>
                  <a:pt x="288" y="929"/>
                </a:lnTo>
                <a:lnTo>
                  <a:pt x="284" y="923"/>
                </a:lnTo>
                <a:lnTo>
                  <a:pt x="280" y="917"/>
                </a:lnTo>
                <a:lnTo>
                  <a:pt x="276" y="912"/>
                </a:lnTo>
                <a:lnTo>
                  <a:pt x="273" y="906"/>
                </a:lnTo>
                <a:lnTo>
                  <a:pt x="269" y="901"/>
                </a:lnTo>
                <a:lnTo>
                  <a:pt x="265" y="895"/>
                </a:lnTo>
                <a:lnTo>
                  <a:pt x="261" y="890"/>
                </a:lnTo>
                <a:lnTo>
                  <a:pt x="257" y="885"/>
                </a:lnTo>
                <a:lnTo>
                  <a:pt x="253" y="880"/>
                </a:lnTo>
                <a:lnTo>
                  <a:pt x="249" y="876"/>
                </a:lnTo>
                <a:lnTo>
                  <a:pt x="245" y="872"/>
                </a:lnTo>
                <a:lnTo>
                  <a:pt x="240" y="868"/>
                </a:lnTo>
                <a:lnTo>
                  <a:pt x="235" y="864"/>
                </a:lnTo>
                <a:lnTo>
                  <a:pt x="231" y="861"/>
                </a:lnTo>
                <a:lnTo>
                  <a:pt x="226" y="858"/>
                </a:lnTo>
                <a:lnTo>
                  <a:pt x="220" y="855"/>
                </a:lnTo>
                <a:lnTo>
                  <a:pt x="215" y="852"/>
                </a:lnTo>
                <a:lnTo>
                  <a:pt x="209" y="850"/>
                </a:lnTo>
                <a:lnTo>
                  <a:pt x="203" y="848"/>
                </a:lnTo>
                <a:lnTo>
                  <a:pt x="197" y="846"/>
                </a:lnTo>
                <a:lnTo>
                  <a:pt x="191" y="844"/>
                </a:lnTo>
                <a:lnTo>
                  <a:pt x="184" y="842"/>
                </a:lnTo>
                <a:lnTo>
                  <a:pt x="177" y="840"/>
                </a:lnTo>
                <a:lnTo>
                  <a:pt x="171" y="838"/>
                </a:lnTo>
                <a:lnTo>
                  <a:pt x="164" y="836"/>
                </a:lnTo>
                <a:lnTo>
                  <a:pt x="157" y="834"/>
                </a:lnTo>
                <a:lnTo>
                  <a:pt x="151" y="831"/>
                </a:lnTo>
                <a:lnTo>
                  <a:pt x="144" y="829"/>
                </a:lnTo>
                <a:lnTo>
                  <a:pt x="138" y="826"/>
                </a:lnTo>
                <a:lnTo>
                  <a:pt x="131" y="823"/>
                </a:lnTo>
                <a:lnTo>
                  <a:pt x="125" y="820"/>
                </a:lnTo>
                <a:lnTo>
                  <a:pt x="120" y="816"/>
                </a:lnTo>
                <a:lnTo>
                  <a:pt x="114" y="813"/>
                </a:lnTo>
                <a:lnTo>
                  <a:pt x="109" y="808"/>
                </a:lnTo>
                <a:lnTo>
                  <a:pt x="104" y="804"/>
                </a:lnTo>
                <a:lnTo>
                  <a:pt x="100" y="799"/>
                </a:lnTo>
                <a:lnTo>
                  <a:pt x="95" y="794"/>
                </a:lnTo>
                <a:lnTo>
                  <a:pt x="92" y="788"/>
                </a:lnTo>
                <a:lnTo>
                  <a:pt x="89" y="783"/>
                </a:lnTo>
                <a:lnTo>
                  <a:pt x="86" y="777"/>
                </a:lnTo>
                <a:lnTo>
                  <a:pt x="83" y="770"/>
                </a:lnTo>
                <a:lnTo>
                  <a:pt x="82" y="764"/>
                </a:lnTo>
                <a:lnTo>
                  <a:pt x="80" y="757"/>
                </a:lnTo>
                <a:lnTo>
                  <a:pt x="79" y="751"/>
                </a:lnTo>
                <a:lnTo>
                  <a:pt x="78" y="744"/>
                </a:lnTo>
                <a:lnTo>
                  <a:pt x="77" y="737"/>
                </a:lnTo>
                <a:lnTo>
                  <a:pt x="77" y="730"/>
                </a:lnTo>
                <a:lnTo>
                  <a:pt x="77" y="723"/>
                </a:lnTo>
                <a:lnTo>
                  <a:pt x="77" y="716"/>
                </a:lnTo>
                <a:lnTo>
                  <a:pt x="77" y="709"/>
                </a:lnTo>
                <a:lnTo>
                  <a:pt x="77" y="702"/>
                </a:lnTo>
                <a:lnTo>
                  <a:pt x="77" y="695"/>
                </a:lnTo>
                <a:lnTo>
                  <a:pt x="77" y="688"/>
                </a:lnTo>
                <a:lnTo>
                  <a:pt x="78" y="681"/>
                </a:lnTo>
                <a:lnTo>
                  <a:pt x="77" y="675"/>
                </a:lnTo>
                <a:lnTo>
                  <a:pt x="77" y="669"/>
                </a:lnTo>
                <a:lnTo>
                  <a:pt x="77" y="662"/>
                </a:lnTo>
                <a:lnTo>
                  <a:pt x="76" y="656"/>
                </a:lnTo>
                <a:lnTo>
                  <a:pt x="75" y="650"/>
                </a:lnTo>
                <a:lnTo>
                  <a:pt x="74" y="645"/>
                </a:lnTo>
                <a:lnTo>
                  <a:pt x="72" y="639"/>
                </a:lnTo>
                <a:lnTo>
                  <a:pt x="70" y="634"/>
                </a:lnTo>
                <a:lnTo>
                  <a:pt x="68" y="628"/>
                </a:lnTo>
                <a:lnTo>
                  <a:pt x="65" y="623"/>
                </a:lnTo>
                <a:lnTo>
                  <a:pt x="62" y="617"/>
                </a:lnTo>
                <a:lnTo>
                  <a:pt x="59" y="612"/>
                </a:lnTo>
                <a:lnTo>
                  <a:pt x="55" y="607"/>
                </a:lnTo>
                <a:lnTo>
                  <a:pt x="52" y="601"/>
                </a:lnTo>
                <a:lnTo>
                  <a:pt x="48" y="596"/>
                </a:lnTo>
                <a:lnTo>
                  <a:pt x="44" y="591"/>
                </a:lnTo>
                <a:lnTo>
                  <a:pt x="39" y="585"/>
                </a:lnTo>
                <a:lnTo>
                  <a:pt x="35" y="580"/>
                </a:lnTo>
                <a:lnTo>
                  <a:pt x="31" y="574"/>
                </a:lnTo>
                <a:lnTo>
                  <a:pt x="27" y="569"/>
                </a:lnTo>
                <a:lnTo>
                  <a:pt x="23" y="563"/>
                </a:lnTo>
                <a:lnTo>
                  <a:pt x="19" y="557"/>
                </a:lnTo>
                <a:lnTo>
                  <a:pt x="15" y="551"/>
                </a:lnTo>
                <a:lnTo>
                  <a:pt x="12" y="545"/>
                </a:lnTo>
                <a:lnTo>
                  <a:pt x="9" y="539"/>
                </a:lnTo>
                <a:lnTo>
                  <a:pt x="6" y="532"/>
                </a:lnTo>
                <a:lnTo>
                  <a:pt x="4" y="526"/>
                </a:lnTo>
                <a:lnTo>
                  <a:pt x="2" y="520"/>
                </a:lnTo>
                <a:lnTo>
                  <a:pt x="1" y="513"/>
                </a:lnTo>
                <a:lnTo>
                  <a:pt x="0" y="507"/>
                </a:lnTo>
                <a:lnTo>
                  <a:pt x="0" y="500"/>
                </a:lnTo>
                <a:lnTo>
                  <a:pt x="0" y="493"/>
                </a:lnTo>
                <a:lnTo>
                  <a:pt x="1" y="487"/>
                </a:lnTo>
                <a:lnTo>
                  <a:pt x="2" y="480"/>
                </a:lnTo>
                <a:lnTo>
                  <a:pt x="4" y="474"/>
                </a:lnTo>
                <a:lnTo>
                  <a:pt x="6" y="468"/>
                </a:lnTo>
                <a:lnTo>
                  <a:pt x="9" y="461"/>
                </a:lnTo>
                <a:lnTo>
                  <a:pt x="12" y="455"/>
                </a:lnTo>
                <a:lnTo>
                  <a:pt x="15" y="449"/>
                </a:lnTo>
                <a:lnTo>
                  <a:pt x="19" y="443"/>
                </a:lnTo>
                <a:lnTo>
                  <a:pt x="23" y="437"/>
                </a:lnTo>
                <a:lnTo>
                  <a:pt x="27" y="431"/>
                </a:lnTo>
                <a:lnTo>
                  <a:pt x="31" y="426"/>
                </a:lnTo>
                <a:lnTo>
                  <a:pt x="35" y="420"/>
                </a:lnTo>
                <a:lnTo>
                  <a:pt x="39" y="415"/>
                </a:lnTo>
                <a:lnTo>
                  <a:pt x="44" y="409"/>
                </a:lnTo>
                <a:lnTo>
                  <a:pt x="48" y="404"/>
                </a:lnTo>
                <a:lnTo>
                  <a:pt x="52" y="399"/>
                </a:lnTo>
                <a:lnTo>
                  <a:pt x="55" y="393"/>
                </a:lnTo>
                <a:lnTo>
                  <a:pt x="59" y="388"/>
                </a:lnTo>
                <a:lnTo>
                  <a:pt x="62" y="383"/>
                </a:lnTo>
                <a:lnTo>
                  <a:pt x="65" y="377"/>
                </a:lnTo>
                <a:lnTo>
                  <a:pt x="68" y="372"/>
                </a:lnTo>
                <a:lnTo>
                  <a:pt x="70" y="366"/>
                </a:lnTo>
                <a:lnTo>
                  <a:pt x="72" y="361"/>
                </a:lnTo>
                <a:lnTo>
                  <a:pt x="74" y="355"/>
                </a:lnTo>
                <a:lnTo>
                  <a:pt x="75" y="350"/>
                </a:lnTo>
                <a:lnTo>
                  <a:pt x="76" y="344"/>
                </a:lnTo>
                <a:lnTo>
                  <a:pt x="77" y="338"/>
                </a:lnTo>
                <a:lnTo>
                  <a:pt x="77" y="331"/>
                </a:lnTo>
                <a:lnTo>
                  <a:pt x="77" y="325"/>
                </a:lnTo>
                <a:lnTo>
                  <a:pt x="78" y="319"/>
                </a:lnTo>
                <a:lnTo>
                  <a:pt x="77" y="312"/>
                </a:lnTo>
                <a:lnTo>
                  <a:pt x="77" y="305"/>
                </a:lnTo>
                <a:lnTo>
                  <a:pt x="77" y="298"/>
                </a:lnTo>
                <a:lnTo>
                  <a:pt x="77" y="291"/>
                </a:lnTo>
                <a:lnTo>
                  <a:pt x="77" y="284"/>
                </a:lnTo>
                <a:lnTo>
                  <a:pt x="77" y="277"/>
                </a:lnTo>
                <a:lnTo>
                  <a:pt x="77" y="270"/>
                </a:lnTo>
                <a:lnTo>
                  <a:pt x="77" y="263"/>
                </a:lnTo>
                <a:lnTo>
                  <a:pt x="78" y="256"/>
                </a:lnTo>
                <a:lnTo>
                  <a:pt x="79" y="249"/>
                </a:lnTo>
                <a:lnTo>
                  <a:pt x="80" y="243"/>
                </a:lnTo>
                <a:lnTo>
                  <a:pt x="82" y="236"/>
                </a:lnTo>
                <a:lnTo>
                  <a:pt x="83" y="230"/>
                </a:lnTo>
                <a:lnTo>
                  <a:pt x="86" y="223"/>
                </a:lnTo>
                <a:lnTo>
                  <a:pt x="89" y="217"/>
                </a:lnTo>
                <a:lnTo>
                  <a:pt x="92" y="212"/>
                </a:lnTo>
                <a:lnTo>
                  <a:pt x="95" y="206"/>
                </a:lnTo>
                <a:lnTo>
                  <a:pt x="100" y="201"/>
                </a:lnTo>
                <a:lnTo>
                  <a:pt x="104" y="196"/>
                </a:lnTo>
                <a:lnTo>
                  <a:pt x="109" y="192"/>
                </a:lnTo>
                <a:lnTo>
                  <a:pt x="114" y="187"/>
                </a:lnTo>
                <a:lnTo>
                  <a:pt x="120" y="184"/>
                </a:lnTo>
                <a:lnTo>
                  <a:pt x="125" y="180"/>
                </a:lnTo>
                <a:lnTo>
                  <a:pt x="131" y="177"/>
                </a:lnTo>
                <a:lnTo>
                  <a:pt x="138" y="174"/>
                </a:lnTo>
                <a:lnTo>
                  <a:pt x="144" y="171"/>
                </a:lnTo>
                <a:lnTo>
                  <a:pt x="151" y="169"/>
                </a:lnTo>
                <a:lnTo>
                  <a:pt x="157" y="166"/>
                </a:lnTo>
                <a:lnTo>
                  <a:pt x="164" y="164"/>
                </a:lnTo>
                <a:lnTo>
                  <a:pt x="171" y="162"/>
                </a:lnTo>
                <a:lnTo>
                  <a:pt x="177" y="160"/>
                </a:lnTo>
                <a:lnTo>
                  <a:pt x="184" y="158"/>
                </a:lnTo>
                <a:lnTo>
                  <a:pt x="191" y="156"/>
                </a:lnTo>
                <a:lnTo>
                  <a:pt x="197" y="154"/>
                </a:lnTo>
                <a:lnTo>
                  <a:pt x="203" y="152"/>
                </a:lnTo>
                <a:lnTo>
                  <a:pt x="209" y="150"/>
                </a:lnTo>
                <a:lnTo>
                  <a:pt x="215" y="148"/>
                </a:lnTo>
                <a:lnTo>
                  <a:pt x="220" y="145"/>
                </a:lnTo>
                <a:lnTo>
                  <a:pt x="226" y="142"/>
                </a:lnTo>
                <a:lnTo>
                  <a:pt x="231" y="139"/>
                </a:lnTo>
                <a:lnTo>
                  <a:pt x="235" y="136"/>
                </a:lnTo>
                <a:lnTo>
                  <a:pt x="240" y="132"/>
                </a:lnTo>
                <a:lnTo>
                  <a:pt x="245" y="128"/>
                </a:lnTo>
                <a:lnTo>
                  <a:pt x="249" y="124"/>
                </a:lnTo>
                <a:lnTo>
                  <a:pt x="253" y="120"/>
                </a:lnTo>
                <a:lnTo>
                  <a:pt x="257" y="115"/>
                </a:lnTo>
                <a:lnTo>
                  <a:pt x="261" y="110"/>
                </a:lnTo>
                <a:lnTo>
                  <a:pt x="265" y="105"/>
                </a:lnTo>
                <a:lnTo>
                  <a:pt x="269" y="99"/>
                </a:lnTo>
                <a:lnTo>
                  <a:pt x="273" y="94"/>
                </a:lnTo>
                <a:lnTo>
                  <a:pt x="276" y="88"/>
                </a:lnTo>
                <a:lnTo>
                  <a:pt x="280" y="83"/>
                </a:lnTo>
                <a:lnTo>
                  <a:pt x="284" y="77"/>
                </a:lnTo>
                <a:lnTo>
                  <a:pt x="288" y="71"/>
                </a:lnTo>
                <a:lnTo>
                  <a:pt x="293" y="65"/>
                </a:lnTo>
                <a:lnTo>
                  <a:pt x="297" y="60"/>
                </a:lnTo>
                <a:lnTo>
                  <a:pt x="302" y="55"/>
                </a:lnTo>
                <a:lnTo>
                  <a:pt x="306" y="50"/>
                </a:lnTo>
                <a:lnTo>
                  <a:pt x="311" y="45"/>
                </a:lnTo>
                <a:lnTo>
                  <a:pt x="317" y="40"/>
                </a:lnTo>
                <a:lnTo>
                  <a:pt x="322" y="36"/>
                </a:lnTo>
                <a:lnTo>
                  <a:pt x="328" y="33"/>
                </a:lnTo>
                <a:lnTo>
                  <a:pt x="333" y="29"/>
                </a:lnTo>
                <a:lnTo>
                  <a:pt x="339" y="27"/>
                </a:lnTo>
                <a:lnTo>
                  <a:pt x="345" y="24"/>
                </a:lnTo>
                <a:lnTo>
                  <a:pt x="352" y="23"/>
                </a:lnTo>
                <a:lnTo>
                  <a:pt x="358" y="21"/>
                </a:lnTo>
                <a:lnTo>
                  <a:pt x="365" y="21"/>
                </a:lnTo>
                <a:lnTo>
                  <a:pt x="371" y="20"/>
                </a:lnTo>
                <a:lnTo>
                  <a:pt x="378" y="20"/>
                </a:lnTo>
                <a:lnTo>
                  <a:pt x="385" y="21"/>
                </a:lnTo>
                <a:lnTo>
                  <a:pt x="392" y="22"/>
                </a:lnTo>
                <a:lnTo>
                  <a:pt x="399" y="23"/>
                </a:lnTo>
                <a:lnTo>
                  <a:pt x="405" y="25"/>
                </a:lnTo>
                <a:lnTo>
                  <a:pt x="412" y="27"/>
                </a:lnTo>
                <a:lnTo>
                  <a:pt x="419" y="29"/>
                </a:lnTo>
                <a:lnTo>
                  <a:pt x="426" y="31"/>
                </a:lnTo>
                <a:lnTo>
                  <a:pt x="432" y="33"/>
                </a:lnTo>
                <a:lnTo>
                  <a:pt x="439" y="35"/>
                </a:lnTo>
                <a:lnTo>
                  <a:pt x="445" y="38"/>
                </a:lnTo>
                <a:lnTo>
                  <a:pt x="452" y="40"/>
                </a:lnTo>
                <a:lnTo>
                  <a:pt x="458" y="42"/>
                </a:lnTo>
                <a:lnTo>
                  <a:pt x="464" y="44"/>
                </a:lnTo>
                <a:lnTo>
                  <a:pt x="470" y="46"/>
                </a:lnTo>
                <a:lnTo>
                  <a:pt x="476" y="47"/>
                </a:lnTo>
                <a:lnTo>
                  <a:pt x="482" y="48"/>
                </a:lnTo>
                <a:lnTo>
                  <a:pt x="488" y="49"/>
                </a:lnTo>
                <a:lnTo>
                  <a:pt x="494" y="50"/>
                </a:lnTo>
                <a:lnTo>
                  <a:pt x="500" y="50"/>
                </a:lnTo>
                <a:lnTo>
                  <a:pt x="506" y="50"/>
                </a:lnTo>
                <a:lnTo>
                  <a:pt x="512" y="49"/>
                </a:lnTo>
                <a:lnTo>
                  <a:pt x="518" y="48"/>
                </a:lnTo>
                <a:lnTo>
                  <a:pt x="524" y="47"/>
                </a:lnTo>
                <a:lnTo>
                  <a:pt x="530" y="46"/>
                </a:lnTo>
                <a:lnTo>
                  <a:pt x="536" y="44"/>
                </a:lnTo>
                <a:lnTo>
                  <a:pt x="542" y="42"/>
                </a:lnTo>
                <a:lnTo>
                  <a:pt x="548" y="40"/>
                </a:lnTo>
                <a:lnTo>
                  <a:pt x="555" y="38"/>
                </a:lnTo>
                <a:lnTo>
                  <a:pt x="561" y="35"/>
                </a:lnTo>
                <a:lnTo>
                  <a:pt x="568" y="33"/>
                </a:lnTo>
                <a:lnTo>
                  <a:pt x="574" y="31"/>
                </a:lnTo>
                <a:lnTo>
                  <a:pt x="581" y="29"/>
                </a:lnTo>
                <a:lnTo>
                  <a:pt x="588" y="27"/>
                </a:lnTo>
                <a:lnTo>
                  <a:pt x="595" y="25"/>
                </a:lnTo>
                <a:lnTo>
                  <a:pt x="601" y="23"/>
                </a:lnTo>
                <a:lnTo>
                  <a:pt x="608" y="22"/>
                </a:lnTo>
                <a:lnTo>
                  <a:pt x="615" y="21"/>
                </a:lnTo>
                <a:lnTo>
                  <a:pt x="622" y="20"/>
                </a:lnTo>
                <a:lnTo>
                  <a:pt x="629" y="20"/>
                </a:lnTo>
                <a:lnTo>
                  <a:pt x="635" y="21"/>
                </a:lnTo>
                <a:lnTo>
                  <a:pt x="642" y="21"/>
                </a:lnTo>
                <a:lnTo>
                  <a:pt x="648" y="23"/>
                </a:lnTo>
                <a:lnTo>
                  <a:pt x="655" y="24"/>
                </a:lnTo>
                <a:lnTo>
                  <a:pt x="661" y="27"/>
                </a:lnTo>
                <a:lnTo>
                  <a:pt x="667" y="29"/>
                </a:lnTo>
                <a:lnTo>
                  <a:pt x="672" y="33"/>
                </a:lnTo>
                <a:lnTo>
                  <a:pt x="678" y="36"/>
                </a:lnTo>
                <a:lnTo>
                  <a:pt x="683" y="40"/>
                </a:lnTo>
                <a:lnTo>
                  <a:pt x="689" y="45"/>
                </a:lnTo>
                <a:lnTo>
                  <a:pt x="694" y="50"/>
                </a:lnTo>
                <a:lnTo>
                  <a:pt x="698" y="55"/>
                </a:lnTo>
                <a:lnTo>
                  <a:pt x="703" y="60"/>
                </a:lnTo>
                <a:lnTo>
                  <a:pt x="707" y="65"/>
                </a:lnTo>
                <a:lnTo>
                  <a:pt x="712" y="71"/>
                </a:lnTo>
                <a:lnTo>
                  <a:pt x="716" y="77"/>
                </a:lnTo>
                <a:lnTo>
                  <a:pt x="720" y="83"/>
                </a:lnTo>
                <a:lnTo>
                  <a:pt x="724" y="88"/>
                </a:lnTo>
                <a:lnTo>
                  <a:pt x="727" y="94"/>
                </a:lnTo>
                <a:lnTo>
                  <a:pt x="731" y="99"/>
                </a:lnTo>
                <a:lnTo>
                  <a:pt x="735" y="105"/>
                </a:lnTo>
                <a:lnTo>
                  <a:pt x="739" y="110"/>
                </a:lnTo>
                <a:lnTo>
                  <a:pt x="743" y="115"/>
                </a:lnTo>
                <a:lnTo>
                  <a:pt x="747" y="120"/>
                </a:lnTo>
                <a:lnTo>
                  <a:pt x="751" y="124"/>
                </a:lnTo>
                <a:lnTo>
                  <a:pt x="755" y="128"/>
                </a:lnTo>
                <a:lnTo>
                  <a:pt x="760" y="132"/>
                </a:lnTo>
                <a:lnTo>
                  <a:pt x="765" y="136"/>
                </a:lnTo>
                <a:lnTo>
                  <a:pt x="769" y="139"/>
                </a:lnTo>
                <a:lnTo>
                  <a:pt x="774" y="142"/>
                </a:lnTo>
                <a:lnTo>
                  <a:pt x="780" y="145"/>
                </a:lnTo>
                <a:lnTo>
                  <a:pt x="785" y="148"/>
                </a:lnTo>
                <a:lnTo>
                  <a:pt x="791" y="150"/>
                </a:lnTo>
                <a:lnTo>
                  <a:pt x="797" y="152"/>
                </a:lnTo>
                <a:lnTo>
                  <a:pt x="803" y="154"/>
                </a:lnTo>
                <a:lnTo>
                  <a:pt x="809" y="156"/>
                </a:lnTo>
                <a:lnTo>
                  <a:pt x="816" y="158"/>
                </a:lnTo>
                <a:lnTo>
                  <a:pt x="823" y="160"/>
                </a:lnTo>
                <a:lnTo>
                  <a:pt x="829" y="162"/>
                </a:lnTo>
                <a:lnTo>
                  <a:pt x="836" y="164"/>
                </a:lnTo>
                <a:lnTo>
                  <a:pt x="843" y="166"/>
                </a:lnTo>
                <a:lnTo>
                  <a:pt x="849" y="169"/>
                </a:lnTo>
                <a:lnTo>
                  <a:pt x="856" y="171"/>
                </a:lnTo>
                <a:lnTo>
                  <a:pt x="862" y="174"/>
                </a:lnTo>
                <a:lnTo>
                  <a:pt x="869" y="177"/>
                </a:lnTo>
                <a:lnTo>
                  <a:pt x="875" y="180"/>
                </a:lnTo>
                <a:lnTo>
                  <a:pt x="880" y="184"/>
                </a:lnTo>
                <a:lnTo>
                  <a:pt x="886" y="187"/>
                </a:lnTo>
                <a:lnTo>
                  <a:pt x="891" y="192"/>
                </a:lnTo>
                <a:lnTo>
                  <a:pt x="896" y="196"/>
                </a:lnTo>
                <a:lnTo>
                  <a:pt x="900" y="201"/>
                </a:lnTo>
                <a:lnTo>
                  <a:pt x="905" y="206"/>
                </a:lnTo>
                <a:lnTo>
                  <a:pt x="908" y="212"/>
                </a:lnTo>
                <a:lnTo>
                  <a:pt x="911" y="217"/>
                </a:lnTo>
                <a:lnTo>
                  <a:pt x="914" y="223"/>
                </a:lnTo>
                <a:lnTo>
                  <a:pt x="917" y="230"/>
                </a:lnTo>
                <a:lnTo>
                  <a:pt x="918" y="236"/>
                </a:lnTo>
                <a:lnTo>
                  <a:pt x="920" y="243"/>
                </a:lnTo>
                <a:lnTo>
                  <a:pt x="921" y="249"/>
                </a:lnTo>
                <a:lnTo>
                  <a:pt x="922" y="256"/>
                </a:lnTo>
                <a:lnTo>
                  <a:pt x="923" y="263"/>
                </a:lnTo>
                <a:lnTo>
                  <a:pt x="923" y="270"/>
                </a:lnTo>
                <a:lnTo>
                  <a:pt x="923" y="277"/>
                </a:lnTo>
                <a:lnTo>
                  <a:pt x="923" y="284"/>
                </a:lnTo>
                <a:lnTo>
                  <a:pt x="923" y="291"/>
                </a:lnTo>
                <a:lnTo>
                  <a:pt x="923" y="298"/>
                </a:lnTo>
                <a:lnTo>
                  <a:pt x="923" y="305"/>
                </a:lnTo>
                <a:lnTo>
                  <a:pt x="923" y="312"/>
                </a:lnTo>
                <a:lnTo>
                  <a:pt x="922" y="319"/>
                </a:lnTo>
                <a:lnTo>
                  <a:pt x="923" y="325"/>
                </a:lnTo>
                <a:lnTo>
                  <a:pt x="923" y="331"/>
                </a:lnTo>
                <a:lnTo>
                  <a:pt x="923" y="338"/>
                </a:lnTo>
                <a:lnTo>
                  <a:pt x="924" y="344"/>
                </a:lnTo>
                <a:lnTo>
                  <a:pt x="925" y="350"/>
                </a:lnTo>
                <a:lnTo>
                  <a:pt x="926" y="355"/>
                </a:lnTo>
                <a:lnTo>
                  <a:pt x="928" y="361"/>
                </a:lnTo>
                <a:lnTo>
                  <a:pt x="930" y="366"/>
                </a:lnTo>
                <a:lnTo>
                  <a:pt x="932" y="372"/>
                </a:lnTo>
                <a:lnTo>
                  <a:pt x="935" y="377"/>
                </a:lnTo>
                <a:lnTo>
                  <a:pt x="938" y="383"/>
                </a:lnTo>
                <a:lnTo>
                  <a:pt x="941" y="388"/>
                </a:lnTo>
                <a:lnTo>
                  <a:pt x="945" y="393"/>
                </a:lnTo>
                <a:lnTo>
                  <a:pt x="948" y="399"/>
                </a:lnTo>
                <a:lnTo>
                  <a:pt x="952" y="404"/>
                </a:lnTo>
                <a:lnTo>
                  <a:pt x="956" y="409"/>
                </a:lnTo>
                <a:lnTo>
                  <a:pt x="961" y="415"/>
                </a:lnTo>
                <a:lnTo>
                  <a:pt x="965" y="420"/>
                </a:lnTo>
                <a:lnTo>
                  <a:pt x="969" y="426"/>
                </a:lnTo>
                <a:lnTo>
                  <a:pt x="973" y="431"/>
                </a:lnTo>
                <a:lnTo>
                  <a:pt x="977" y="437"/>
                </a:lnTo>
                <a:lnTo>
                  <a:pt x="981" y="443"/>
                </a:lnTo>
                <a:lnTo>
                  <a:pt x="985" y="449"/>
                </a:lnTo>
                <a:lnTo>
                  <a:pt x="988" y="455"/>
                </a:lnTo>
                <a:lnTo>
                  <a:pt x="991" y="461"/>
                </a:lnTo>
                <a:lnTo>
                  <a:pt x="994" y="468"/>
                </a:lnTo>
                <a:lnTo>
                  <a:pt x="996" y="474"/>
                </a:lnTo>
                <a:lnTo>
                  <a:pt x="998" y="480"/>
                </a:lnTo>
                <a:lnTo>
                  <a:pt x="999" y="487"/>
                </a:lnTo>
                <a:lnTo>
                  <a:pt x="1000" y="493"/>
                </a:lnTo>
                <a:close/>
              </a:path>
            </a:pathLst>
          </a:custGeom>
          <a:solidFill>
            <a:srgbClr val="036554"/>
          </a:solidFill>
          <a:ln w="762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80699" y="2229307"/>
            <a:ext cx="5819241" cy="5819241"/>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6c1434396631.png"/>
          <p:cNvPicPr>
            <a:picLocks noChangeAspect="1"/>
          </p:cNvPicPr>
          <p:nvPr/>
        </p:nvPicPr>
        <p:blipFill>
          <a:blip r:embed="rId2"/>
          <a:stretch>
            <a:fillRect/>
          </a:stretch>
        </p:blipFill>
        <p:spPr>
          <a:xfrm>
            <a:off x="11277295" y="2425903"/>
            <a:ext cx="5426049" cy="5426049"/>
          </a:xfrm>
          <a:prstGeom prst="rect">
            <a:avLst/>
          </a:prstGeom>
        </p:spPr>
      </p:pic>
      <p:sp>
        <p:nvSpPr>
          <p:cNvPr id="6" name="Rectangle 5"/>
          <p:cNvSpPr/>
          <p:nvPr/>
        </p:nvSpPr>
        <p:spPr>
          <a:xfrm>
            <a:off x="9829800" y="7635240"/>
            <a:ext cx="1371600" cy="1371600"/>
          </a:xfrm>
          <a:custGeom>
            <a:avLst/>
            <a:gdLst/>
            <a:ahLst/>
            <a:cxnLst/>
            <a:rect l="0" t="0" r="r" b="b"/>
            <a:pathLst>
              <a:path w="1000" h="1000">
                <a:moveTo>
                  <a:pt x="1000" y="500"/>
                </a:moveTo>
                <a:lnTo>
                  <a:pt x="1000" y="507"/>
                </a:lnTo>
                <a:lnTo>
                  <a:pt x="999" y="513"/>
                </a:lnTo>
                <a:lnTo>
                  <a:pt x="998" y="520"/>
                </a:lnTo>
                <a:lnTo>
                  <a:pt x="996" y="526"/>
                </a:lnTo>
                <a:lnTo>
                  <a:pt x="994" y="532"/>
                </a:lnTo>
                <a:lnTo>
                  <a:pt x="991" y="539"/>
                </a:lnTo>
                <a:lnTo>
                  <a:pt x="988" y="545"/>
                </a:lnTo>
                <a:lnTo>
                  <a:pt x="985" y="551"/>
                </a:lnTo>
                <a:lnTo>
                  <a:pt x="981" y="557"/>
                </a:lnTo>
                <a:lnTo>
                  <a:pt x="977" y="563"/>
                </a:lnTo>
                <a:lnTo>
                  <a:pt x="973" y="569"/>
                </a:lnTo>
                <a:lnTo>
                  <a:pt x="969" y="574"/>
                </a:lnTo>
                <a:lnTo>
                  <a:pt x="965" y="580"/>
                </a:lnTo>
                <a:lnTo>
                  <a:pt x="961" y="585"/>
                </a:lnTo>
                <a:lnTo>
                  <a:pt x="956" y="591"/>
                </a:lnTo>
                <a:lnTo>
                  <a:pt x="952" y="596"/>
                </a:lnTo>
                <a:lnTo>
                  <a:pt x="948" y="601"/>
                </a:lnTo>
                <a:lnTo>
                  <a:pt x="945" y="607"/>
                </a:lnTo>
                <a:lnTo>
                  <a:pt x="941" y="612"/>
                </a:lnTo>
                <a:lnTo>
                  <a:pt x="938" y="617"/>
                </a:lnTo>
                <a:lnTo>
                  <a:pt x="935" y="623"/>
                </a:lnTo>
                <a:lnTo>
                  <a:pt x="932" y="628"/>
                </a:lnTo>
                <a:lnTo>
                  <a:pt x="930" y="634"/>
                </a:lnTo>
                <a:lnTo>
                  <a:pt x="928" y="639"/>
                </a:lnTo>
                <a:lnTo>
                  <a:pt x="926" y="645"/>
                </a:lnTo>
                <a:lnTo>
                  <a:pt x="925" y="650"/>
                </a:lnTo>
                <a:lnTo>
                  <a:pt x="924" y="656"/>
                </a:lnTo>
                <a:lnTo>
                  <a:pt x="923" y="662"/>
                </a:lnTo>
                <a:lnTo>
                  <a:pt x="923" y="669"/>
                </a:lnTo>
                <a:lnTo>
                  <a:pt x="923" y="675"/>
                </a:lnTo>
                <a:lnTo>
                  <a:pt x="922" y="681"/>
                </a:lnTo>
                <a:lnTo>
                  <a:pt x="923" y="688"/>
                </a:lnTo>
                <a:lnTo>
                  <a:pt x="923" y="695"/>
                </a:lnTo>
                <a:lnTo>
                  <a:pt x="923" y="702"/>
                </a:lnTo>
                <a:lnTo>
                  <a:pt x="923" y="709"/>
                </a:lnTo>
                <a:lnTo>
                  <a:pt x="923" y="716"/>
                </a:lnTo>
                <a:lnTo>
                  <a:pt x="923" y="723"/>
                </a:lnTo>
                <a:lnTo>
                  <a:pt x="923" y="730"/>
                </a:lnTo>
                <a:lnTo>
                  <a:pt x="923" y="737"/>
                </a:lnTo>
                <a:lnTo>
                  <a:pt x="922" y="744"/>
                </a:lnTo>
                <a:lnTo>
                  <a:pt x="921" y="751"/>
                </a:lnTo>
                <a:lnTo>
                  <a:pt x="920" y="757"/>
                </a:lnTo>
                <a:lnTo>
                  <a:pt x="918" y="764"/>
                </a:lnTo>
                <a:lnTo>
                  <a:pt x="917" y="770"/>
                </a:lnTo>
                <a:lnTo>
                  <a:pt x="914" y="777"/>
                </a:lnTo>
                <a:lnTo>
                  <a:pt x="911" y="783"/>
                </a:lnTo>
                <a:lnTo>
                  <a:pt x="908" y="788"/>
                </a:lnTo>
                <a:lnTo>
                  <a:pt x="905" y="794"/>
                </a:lnTo>
                <a:lnTo>
                  <a:pt x="900" y="799"/>
                </a:lnTo>
                <a:lnTo>
                  <a:pt x="896" y="804"/>
                </a:lnTo>
                <a:lnTo>
                  <a:pt x="891" y="808"/>
                </a:lnTo>
                <a:lnTo>
                  <a:pt x="886" y="813"/>
                </a:lnTo>
                <a:lnTo>
                  <a:pt x="880" y="816"/>
                </a:lnTo>
                <a:lnTo>
                  <a:pt x="875" y="820"/>
                </a:lnTo>
                <a:lnTo>
                  <a:pt x="869" y="823"/>
                </a:lnTo>
                <a:lnTo>
                  <a:pt x="862" y="826"/>
                </a:lnTo>
                <a:lnTo>
                  <a:pt x="856" y="829"/>
                </a:lnTo>
                <a:lnTo>
                  <a:pt x="849" y="831"/>
                </a:lnTo>
                <a:lnTo>
                  <a:pt x="843" y="834"/>
                </a:lnTo>
                <a:lnTo>
                  <a:pt x="836" y="836"/>
                </a:lnTo>
                <a:lnTo>
                  <a:pt x="829" y="838"/>
                </a:lnTo>
                <a:lnTo>
                  <a:pt x="823" y="840"/>
                </a:lnTo>
                <a:lnTo>
                  <a:pt x="816" y="842"/>
                </a:lnTo>
                <a:lnTo>
                  <a:pt x="809" y="844"/>
                </a:lnTo>
                <a:lnTo>
                  <a:pt x="803" y="846"/>
                </a:lnTo>
                <a:lnTo>
                  <a:pt x="797" y="848"/>
                </a:lnTo>
                <a:lnTo>
                  <a:pt x="791" y="850"/>
                </a:lnTo>
                <a:lnTo>
                  <a:pt x="785" y="852"/>
                </a:lnTo>
                <a:lnTo>
                  <a:pt x="780" y="855"/>
                </a:lnTo>
                <a:lnTo>
                  <a:pt x="774" y="858"/>
                </a:lnTo>
                <a:lnTo>
                  <a:pt x="769" y="861"/>
                </a:lnTo>
                <a:lnTo>
                  <a:pt x="765" y="864"/>
                </a:lnTo>
                <a:lnTo>
                  <a:pt x="760" y="868"/>
                </a:lnTo>
                <a:lnTo>
                  <a:pt x="755" y="872"/>
                </a:lnTo>
                <a:lnTo>
                  <a:pt x="751" y="876"/>
                </a:lnTo>
                <a:lnTo>
                  <a:pt x="747" y="880"/>
                </a:lnTo>
                <a:lnTo>
                  <a:pt x="743" y="885"/>
                </a:lnTo>
                <a:lnTo>
                  <a:pt x="739" y="890"/>
                </a:lnTo>
                <a:lnTo>
                  <a:pt x="735" y="895"/>
                </a:lnTo>
                <a:lnTo>
                  <a:pt x="731" y="901"/>
                </a:lnTo>
                <a:lnTo>
                  <a:pt x="727" y="906"/>
                </a:lnTo>
                <a:lnTo>
                  <a:pt x="724" y="912"/>
                </a:lnTo>
                <a:lnTo>
                  <a:pt x="720" y="917"/>
                </a:lnTo>
                <a:lnTo>
                  <a:pt x="716" y="923"/>
                </a:lnTo>
                <a:lnTo>
                  <a:pt x="712" y="929"/>
                </a:lnTo>
                <a:lnTo>
                  <a:pt x="707" y="935"/>
                </a:lnTo>
                <a:lnTo>
                  <a:pt x="703" y="940"/>
                </a:lnTo>
                <a:lnTo>
                  <a:pt x="698" y="945"/>
                </a:lnTo>
                <a:lnTo>
                  <a:pt x="694" y="950"/>
                </a:lnTo>
                <a:lnTo>
                  <a:pt x="689" y="955"/>
                </a:lnTo>
                <a:lnTo>
                  <a:pt x="683" y="960"/>
                </a:lnTo>
                <a:lnTo>
                  <a:pt x="678" y="964"/>
                </a:lnTo>
                <a:lnTo>
                  <a:pt x="672" y="967"/>
                </a:lnTo>
                <a:lnTo>
                  <a:pt x="667" y="971"/>
                </a:lnTo>
                <a:lnTo>
                  <a:pt x="661" y="973"/>
                </a:lnTo>
                <a:lnTo>
                  <a:pt x="655" y="976"/>
                </a:lnTo>
                <a:lnTo>
                  <a:pt x="648" y="977"/>
                </a:lnTo>
                <a:lnTo>
                  <a:pt x="642" y="979"/>
                </a:lnTo>
                <a:lnTo>
                  <a:pt x="635" y="979"/>
                </a:lnTo>
                <a:lnTo>
                  <a:pt x="629" y="980"/>
                </a:lnTo>
                <a:lnTo>
                  <a:pt x="622" y="980"/>
                </a:lnTo>
                <a:lnTo>
                  <a:pt x="615" y="979"/>
                </a:lnTo>
                <a:lnTo>
                  <a:pt x="608" y="978"/>
                </a:lnTo>
                <a:lnTo>
                  <a:pt x="601" y="977"/>
                </a:lnTo>
                <a:lnTo>
                  <a:pt x="595" y="975"/>
                </a:lnTo>
                <a:lnTo>
                  <a:pt x="588" y="973"/>
                </a:lnTo>
                <a:lnTo>
                  <a:pt x="581" y="971"/>
                </a:lnTo>
                <a:lnTo>
                  <a:pt x="574" y="969"/>
                </a:lnTo>
                <a:lnTo>
                  <a:pt x="568" y="967"/>
                </a:lnTo>
                <a:lnTo>
                  <a:pt x="561" y="965"/>
                </a:lnTo>
                <a:lnTo>
                  <a:pt x="555" y="962"/>
                </a:lnTo>
                <a:lnTo>
                  <a:pt x="548" y="960"/>
                </a:lnTo>
                <a:lnTo>
                  <a:pt x="542" y="958"/>
                </a:lnTo>
                <a:lnTo>
                  <a:pt x="536" y="956"/>
                </a:lnTo>
                <a:lnTo>
                  <a:pt x="530" y="954"/>
                </a:lnTo>
                <a:lnTo>
                  <a:pt x="524" y="953"/>
                </a:lnTo>
                <a:lnTo>
                  <a:pt x="518" y="952"/>
                </a:lnTo>
                <a:lnTo>
                  <a:pt x="512" y="951"/>
                </a:lnTo>
                <a:lnTo>
                  <a:pt x="506" y="950"/>
                </a:lnTo>
                <a:lnTo>
                  <a:pt x="500" y="950"/>
                </a:lnTo>
                <a:lnTo>
                  <a:pt x="494" y="950"/>
                </a:lnTo>
                <a:lnTo>
                  <a:pt x="488" y="951"/>
                </a:lnTo>
                <a:lnTo>
                  <a:pt x="482" y="952"/>
                </a:lnTo>
                <a:lnTo>
                  <a:pt x="476" y="953"/>
                </a:lnTo>
                <a:lnTo>
                  <a:pt x="470" y="954"/>
                </a:lnTo>
                <a:lnTo>
                  <a:pt x="464" y="956"/>
                </a:lnTo>
                <a:lnTo>
                  <a:pt x="458" y="958"/>
                </a:lnTo>
                <a:lnTo>
                  <a:pt x="452" y="960"/>
                </a:lnTo>
                <a:lnTo>
                  <a:pt x="445" y="962"/>
                </a:lnTo>
                <a:lnTo>
                  <a:pt x="439" y="965"/>
                </a:lnTo>
                <a:lnTo>
                  <a:pt x="432" y="967"/>
                </a:lnTo>
                <a:lnTo>
                  <a:pt x="426" y="969"/>
                </a:lnTo>
                <a:lnTo>
                  <a:pt x="419" y="971"/>
                </a:lnTo>
                <a:lnTo>
                  <a:pt x="412" y="973"/>
                </a:lnTo>
                <a:lnTo>
                  <a:pt x="405" y="975"/>
                </a:lnTo>
                <a:lnTo>
                  <a:pt x="399" y="977"/>
                </a:lnTo>
                <a:lnTo>
                  <a:pt x="392" y="978"/>
                </a:lnTo>
                <a:lnTo>
                  <a:pt x="385" y="979"/>
                </a:lnTo>
                <a:lnTo>
                  <a:pt x="378" y="980"/>
                </a:lnTo>
                <a:lnTo>
                  <a:pt x="371" y="980"/>
                </a:lnTo>
                <a:lnTo>
                  <a:pt x="365" y="979"/>
                </a:lnTo>
                <a:lnTo>
                  <a:pt x="358" y="979"/>
                </a:lnTo>
                <a:lnTo>
                  <a:pt x="352" y="977"/>
                </a:lnTo>
                <a:lnTo>
                  <a:pt x="345" y="976"/>
                </a:lnTo>
                <a:lnTo>
                  <a:pt x="339" y="973"/>
                </a:lnTo>
                <a:lnTo>
                  <a:pt x="333" y="971"/>
                </a:lnTo>
                <a:lnTo>
                  <a:pt x="328" y="967"/>
                </a:lnTo>
                <a:lnTo>
                  <a:pt x="322" y="964"/>
                </a:lnTo>
                <a:lnTo>
                  <a:pt x="317" y="960"/>
                </a:lnTo>
                <a:lnTo>
                  <a:pt x="311" y="955"/>
                </a:lnTo>
                <a:lnTo>
                  <a:pt x="306" y="950"/>
                </a:lnTo>
                <a:lnTo>
                  <a:pt x="302" y="945"/>
                </a:lnTo>
                <a:lnTo>
                  <a:pt x="297" y="940"/>
                </a:lnTo>
                <a:lnTo>
                  <a:pt x="293" y="935"/>
                </a:lnTo>
                <a:lnTo>
                  <a:pt x="288" y="929"/>
                </a:lnTo>
                <a:lnTo>
                  <a:pt x="284" y="923"/>
                </a:lnTo>
                <a:lnTo>
                  <a:pt x="280" y="917"/>
                </a:lnTo>
                <a:lnTo>
                  <a:pt x="276" y="912"/>
                </a:lnTo>
                <a:lnTo>
                  <a:pt x="273" y="906"/>
                </a:lnTo>
                <a:lnTo>
                  <a:pt x="269" y="901"/>
                </a:lnTo>
                <a:lnTo>
                  <a:pt x="265" y="895"/>
                </a:lnTo>
                <a:lnTo>
                  <a:pt x="261" y="890"/>
                </a:lnTo>
                <a:lnTo>
                  <a:pt x="257" y="885"/>
                </a:lnTo>
                <a:lnTo>
                  <a:pt x="253" y="880"/>
                </a:lnTo>
                <a:lnTo>
                  <a:pt x="249" y="876"/>
                </a:lnTo>
                <a:lnTo>
                  <a:pt x="245" y="872"/>
                </a:lnTo>
                <a:lnTo>
                  <a:pt x="240" y="868"/>
                </a:lnTo>
                <a:lnTo>
                  <a:pt x="235" y="864"/>
                </a:lnTo>
                <a:lnTo>
                  <a:pt x="231" y="861"/>
                </a:lnTo>
                <a:lnTo>
                  <a:pt x="226" y="858"/>
                </a:lnTo>
                <a:lnTo>
                  <a:pt x="220" y="855"/>
                </a:lnTo>
                <a:lnTo>
                  <a:pt x="215" y="852"/>
                </a:lnTo>
                <a:lnTo>
                  <a:pt x="209" y="850"/>
                </a:lnTo>
                <a:lnTo>
                  <a:pt x="203" y="848"/>
                </a:lnTo>
                <a:lnTo>
                  <a:pt x="197" y="846"/>
                </a:lnTo>
                <a:lnTo>
                  <a:pt x="191" y="844"/>
                </a:lnTo>
                <a:lnTo>
                  <a:pt x="184" y="842"/>
                </a:lnTo>
                <a:lnTo>
                  <a:pt x="177" y="840"/>
                </a:lnTo>
                <a:lnTo>
                  <a:pt x="171" y="838"/>
                </a:lnTo>
                <a:lnTo>
                  <a:pt x="164" y="836"/>
                </a:lnTo>
                <a:lnTo>
                  <a:pt x="157" y="834"/>
                </a:lnTo>
                <a:lnTo>
                  <a:pt x="151" y="831"/>
                </a:lnTo>
                <a:lnTo>
                  <a:pt x="144" y="829"/>
                </a:lnTo>
                <a:lnTo>
                  <a:pt x="138" y="826"/>
                </a:lnTo>
                <a:lnTo>
                  <a:pt x="131" y="823"/>
                </a:lnTo>
                <a:lnTo>
                  <a:pt x="125" y="820"/>
                </a:lnTo>
                <a:lnTo>
                  <a:pt x="120" y="816"/>
                </a:lnTo>
                <a:lnTo>
                  <a:pt x="114" y="813"/>
                </a:lnTo>
                <a:lnTo>
                  <a:pt x="109" y="808"/>
                </a:lnTo>
                <a:lnTo>
                  <a:pt x="104" y="804"/>
                </a:lnTo>
                <a:lnTo>
                  <a:pt x="100" y="799"/>
                </a:lnTo>
                <a:lnTo>
                  <a:pt x="95" y="794"/>
                </a:lnTo>
                <a:lnTo>
                  <a:pt x="92" y="788"/>
                </a:lnTo>
                <a:lnTo>
                  <a:pt x="89" y="783"/>
                </a:lnTo>
                <a:lnTo>
                  <a:pt x="86" y="777"/>
                </a:lnTo>
                <a:lnTo>
                  <a:pt x="83" y="770"/>
                </a:lnTo>
                <a:lnTo>
                  <a:pt x="82" y="764"/>
                </a:lnTo>
                <a:lnTo>
                  <a:pt x="80" y="757"/>
                </a:lnTo>
                <a:lnTo>
                  <a:pt x="79" y="751"/>
                </a:lnTo>
                <a:lnTo>
                  <a:pt x="78" y="744"/>
                </a:lnTo>
                <a:lnTo>
                  <a:pt x="77" y="737"/>
                </a:lnTo>
                <a:lnTo>
                  <a:pt x="77" y="730"/>
                </a:lnTo>
                <a:lnTo>
                  <a:pt x="77" y="723"/>
                </a:lnTo>
                <a:lnTo>
                  <a:pt x="77" y="716"/>
                </a:lnTo>
                <a:lnTo>
                  <a:pt x="77" y="709"/>
                </a:lnTo>
                <a:lnTo>
                  <a:pt x="77" y="702"/>
                </a:lnTo>
                <a:lnTo>
                  <a:pt x="77" y="695"/>
                </a:lnTo>
                <a:lnTo>
                  <a:pt x="77" y="688"/>
                </a:lnTo>
                <a:lnTo>
                  <a:pt x="78" y="681"/>
                </a:lnTo>
                <a:lnTo>
                  <a:pt x="77" y="675"/>
                </a:lnTo>
                <a:lnTo>
                  <a:pt x="77" y="669"/>
                </a:lnTo>
                <a:lnTo>
                  <a:pt x="77" y="662"/>
                </a:lnTo>
                <a:lnTo>
                  <a:pt x="76" y="656"/>
                </a:lnTo>
                <a:lnTo>
                  <a:pt x="75" y="650"/>
                </a:lnTo>
                <a:lnTo>
                  <a:pt x="74" y="645"/>
                </a:lnTo>
                <a:lnTo>
                  <a:pt x="72" y="639"/>
                </a:lnTo>
                <a:lnTo>
                  <a:pt x="70" y="634"/>
                </a:lnTo>
                <a:lnTo>
                  <a:pt x="68" y="628"/>
                </a:lnTo>
                <a:lnTo>
                  <a:pt x="65" y="623"/>
                </a:lnTo>
                <a:lnTo>
                  <a:pt x="62" y="617"/>
                </a:lnTo>
                <a:lnTo>
                  <a:pt x="59" y="612"/>
                </a:lnTo>
                <a:lnTo>
                  <a:pt x="55" y="607"/>
                </a:lnTo>
                <a:lnTo>
                  <a:pt x="52" y="601"/>
                </a:lnTo>
                <a:lnTo>
                  <a:pt x="48" y="596"/>
                </a:lnTo>
                <a:lnTo>
                  <a:pt x="44" y="591"/>
                </a:lnTo>
                <a:lnTo>
                  <a:pt x="39" y="585"/>
                </a:lnTo>
                <a:lnTo>
                  <a:pt x="35" y="580"/>
                </a:lnTo>
                <a:lnTo>
                  <a:pt x="31" y="574"/>
                </a:lnTo>
                <a:lnTo>
                  <a:pt x="27" y="569"/>
                </a:lnTo>
                <a:lnTo>
                  <a:pt x="23" y="563"/>
                </a:lnTo>
                <a:lnTo>
                  <a:pt x="19" y="557"/>
                </a:lnTo>
                <a:lnTo>
                  <a:pt x="15" y="551"/>
                </a:lnTo>
                <a:lnTo>
                  <a:pt x="12" y="545"/>
                </a:lnTo>
                <a:lnTo>
                  <a:pt x="9" y="539"/>
                </a:lnTo>
                <a:lnTo>
                  <a:pt x="6" y="532"/>
                </a:lnTo>
                <a:lnTo>
                  <a:pt x="4" y="526"/>
                </a:lnTo>
                <a:lnTo>
                  <a:pt x="2" y="520"/>
                </a:lnTo>
                <a:lnTo>
                  <a:pt x="1" y="513"/>
                </a:lnTo>
                <a:lnTo>
                  <a:pt x="0" y="507"/>
                </a:lnTo>
                <a:lnTo>
                  <a:pt x="0" y="500"/>
                </a:lnTo>
                <a:lnTo>
                  <a:pt x="0" y="493"/>
                </a:lnTo>
                <a:lnTo>
                  <a:pt x="1" y="487"/>
                </a:lnTo>
                <a:lnTo>
                  <a:pt x="2" y="480"/>
                </a:lnTo>
                <a:lnTo>
                  <a:pt x="4" y="474"/>
                </a:lnTo>
                <a:lnTo>
                  <a:pt x="6" y="468"/>
                </a:lnTo>
                <a:lnTo>
                  <a:pt x="9" y="461"/>
                </a:lnTo>
                <a:lnTo>
                  <a:pt x="12" y="455"/>
                </a:lnTo>
                <a:lnTo>
                  <a:pt x="15" y="449"/>
                </a:lnTo>
                <a:lnTo>
                  <a:pt x="19" y="443"/>
                </a:lnTo>
                <a:lnTo>
                  <a:pt x="23" y="437"/>
                </a:lnTo>
                <a:lnTo>
                  <a:pt x="27" y="431"/>
                </a:lnTo>
                <a:lnTo>
                  <a:pt x="31" y="426"/>
                </a:lnTo>
                <a:lnTo>
                  <a:pt x="35" y="420"/>
                </a:lnTo>
                <a:lnTo>
                  <a:pt x="39" y="415"/>
                </a:lnTo>
                <a:lnTo>
                  <a:pt x="44" y="409"/>
                </a:lnTo>
                <a:lnTo>
                  <a:pt x="48" y="404"/>
                </a:lnTo>
                <a:lnTo>
                  <a:pt x="52" y="399"/>
                </a:lnTo>
                <a:lnTo>
                  <a:pt x="55" y="393"/>
                </a:lnTo>
                <a:lnTo>
                  <a:pt x="59" y="388"/>
                </a:lnTo>
                <a:lnTo>
                  <a:pt x="62" y="383"/>
                </a:lnTo>
                <a:lnTo>
                  <a:pt x="65" y="377"/>
                </a:lnTo>
                <a:lnTo>
                  <a:pt x="68" y="372"/>
                </a:lnTo>
                <a:lnTo>
                  <a:pt x="70" y="366"/>
                </a:lnTo>
                <a:lnTo>
                  <a:pt x="72" y="361"/>
                </a:lnTo>
                <a:lnTo>
                  <a:pt x="74" y="355"/>
                </a:lnTo>
                <a:lnTo>
                  <a:pt x="75" y="350"/>
                </a:lnTo>
                <a:lnTo>
                  <a:pt x="76" y="344"/>
                </a:lnTo>
                <a:lnTo>
                  <a:pt x="77" y="338"/>
                </a:lnTo>
                <a:lnTo>
                  <a:pt x="77" y="331"/>
                </a:lnTo>
                <a:lnTo>
                  <a:pt x="77" y="325"/>
                </a:lnTo>
                <a:lnTo>
                  <a:pt x="78" y="319"/>
                </a:lnTo>
                <a:lnTo>
                  <a:pt x="77" y="312"/>
                </a:lnTo>
                <a:lnTo>
                  <a:pt x="77" y="305"/>
                </a:lnTo>
                <a:lnTo>
                  <a:pt x="77" y="298"/>
                </a:lnTo>
                <a:lnTo>
                  <a:pt x="77" y="291"/>
                </a:lnTo>
                <a:lnTo>
                  <a:pt x="77" y="284"/>
                </a:lnTo>
                <a:lnTo>
                  <a:pt x="77" y="277"/>
                </a:lnTo>
                <a:lnTo>
                  <a:pt x="77" y="270"/>
                </a:lnTo>
                <a:lnTo>
                  <a:pt x="77" y="263"/>
                </a:lnTo>
                <a:lnTo>
                  <a:pt x="78" y="256"/>
                </a:lnTo>
                <a:lnTo>
                  <a:pt x="79" y="249"/>
                </a:lnTo>
                <a:lnTo>
                  <a:pt x="80" y="243"/>
                </a:lnTo>
                <a:lnTo>
                  <a:pt x="82" y="236"/>
                </a:lnTo>
                <a:lnTo>
                  <a:pt x="83" y="230"/>
                </a:lnTo>
                <a:lnTo>
                  <a:pt x="86" y="223"/>
                </a:lnTo>
                <a:lnTo>
                  <a:pt x="89" y="217"/>
                </a:lnTo>
                <a:lnTo>
                  <a:pt x="92" y="212"/>
                </a:lnTo>
                <a:lnTo>
                  <a:pt x="95" y="206"/>
                </a:lnTo>
                <a:lnTo>
                  <a:pt x="100" y="201"/>
                </a:lnTo>
                <a:lnTo>
                  <a:pt x="104" y="196"/>
                </a:lnTo>
                <a:lnTo>
                  <a:pt x="109" y="192"/>
                </a:lnTo>
                <a:lnTo>
                  <a:pt x="114" y="187"/>
                </a:lnTo>
                <a:lnTo>
                  <a:pt x="120" y="184"/>
                </a:lnTo>
                <a:lnTo>
                  <a:pt x="125" y="180"/>
                </a:lnTo>
                <a:lnTo>
                  <a:pt x="131" y="177"/>
                </a:lnTo>
                <a:lnTo>
                  <a:pt x="138" y="174"/>
                </a:lnTo>
                <a:lnTo>
                  <a:pt x="144" y="171"/>
                </a:lnTo>
                <a:lnTo>
                  <a:pt x="151" y="169"/>
                </a:lnTo>
                <a:lnTo>
                  <a:pt x="157" y="166"/>
                </a:lnTo>
                <a:lnTo>
                  <a:pt x="164" y="164"/>
                </a:lnTo>
                <a:lnTo>
                  <a:pt x="171" y="162"/>
                </a:lnTo>
                <a:lnTo>
                  <a:pt x="177" y="160"/>
                </a:lnTo>
                <a:lnTo>
                  <a:pt x="184" y="158"/>
                </a:lnTo>
                <a:lnTo>
                  <a:pt x="191" y="156"/>
                </a:lnTo>
                <a:lnTo>
                  <a:pt x="197" y="154"/>
                </a:lnTo>
                <a:lnTo>
                  <a:pt x="203" y="152"/>
                </a:lnTo>
                <a:lnTo>
                  <a:pt x="209" y="150"/>
                </a:lnTo>
                <a:lnTo>
                  <a:pt x="215" y="148"/>
                </a:lnTo>
                <a:lnTo>
                  <a:pt x="220" y="145"/>
                </a:lnTo>
                <a:lnTo>
                  <a:pt x="226" y="142"/>
                </a:lnTo>
                <a:lnTo>
                  <a:pt x="231" y="139"/>
                </a:lnTo>
                <a:lnTo>
                  <a:pt x="235" y="136"/>
                </a:lnTo>
                <a:lnTo>
                  <a:pt x="240" y="132"/>
                </a:lnTo>
                <a:lnTo>
                  <a:pt x="245" y="128"/>
                </a:lnTo>
                <a:lnTo>
                  <a:pt x="249" y="124"/>
                </a:lnTo>
                <a:lnTo>
                  <a:pt x="253" y="120"/>
                </a:lnTo>
                <a:lnTo>
                  <a:pt x="257" y="115"/>
                </a:lnTo>
                <a:lnTo>
                  <a:pt x="261" y="110"/>
                </a:lnTo>
                <a:lnTo>
                  <a:pt x="265" y="105"/>
                </a:lnTo>
                <a:lnTo>
                  <a:pt x="269" y="99"/>
                </a:lnTo>
                <a:lnTo>
                  <a:pt x="273" y="94"/>
                </a:lnTo>
                <a:lnTo>
                  <a:pt x="276" y="88"/>
                </a:lnTo>
                <a:lnTo>
                  <a:pt x="280" y="83"/>
                </a:lnTo>
                <a:lnTo>
                  <a:pt x="284" y="77"/>
                </a:lnTo>
                <a:lnTo>
                  <a:pt x="288" y="71"/>
                </a:lnTo>
                <a:lnTo>
                  <a:pt x="293" y="65"/>
                </a:lnTo>
                <a:lnTo>
                  <a:pt x="297" y="60"/>
                </a:lnTo>
                <a:lnTo>
                  <a:pt x="302" y="55"/>
                </a:lnTo>
                <a:lnTo>
                  <a:pt x="306" y="50"/>
                </a:lnTo>
                <a:lnTo>
                  <a:pt x="311" y="45"/>
                </a:lnTo>
                <a:lnTo>
                  <a:pt x="317" y="40"/>
                </a:lnTo>
                <a:lnTo>
                  <a:pt x="322" y="36"/>
                </a:lnTo>
                <a:lnTo>
                  <a:pt x="328" y="33"/>
                </a:lnTo>
                <a:lnTo>
                  <a:pt x="333" y="29"/>
                </a:lnTo>
                <a:lnTo>
                  <a:pt x="339" y="27"/>
                </a:lnTo>
                <a:lnTo>
                  <a:pt x="345" y="24"/>
                </a:lnTo>
                <a:lnTo>
                  <a:pt x="352" y="23"/>
                </a:lnTo>
                <a:lnTo>
                  <a:pt x="358" y="21"/>
                </a:lnTo>
                <a:lnTo>
                  <a:pt x="365" y="21"/>
                </a:lnTo>
                <a:lnTo>
                  <a:pt x="371" y="20"/>
                </a:lnTo>
                <a:lnTo>
                  <a:pt x="378" y="20"/>
                </a:lnTo>
                <a:lnTo>
                  <a:pt x="385" y="21"/>
                </a:lnTo>
                <a:lnTo>
                  <a:pt x="392" y="22"/>
                </a:lnTo>
                <a:lnTo>
                  <a:pt x="399" y="23"/>
                </a:lnTo>
                <a:lnTo>
                  <a:pt x="405" y="25"/>
                </a:lnTo>
                <a:lnTo>
                  <a:pt x="412" y="27"/>
                </a:lnTo>
                <a:lnTo>
                  <a:pt x="419" y="29"/>
                </a:lnTo>
                <a:lnTo>
                  <a:pt x="426" y="31"/>
                </a:lnTo>
                <a:lnTo>
                  <a:pt x="432" y="33"/>
                </a:lnTo>
                <a:lnTo>
                  <a:pt x="439" y="35"/>
                </a:lnTo>
                <a:lnTo>
                  <a:pt x="445" y="38"/>
                </a:lnTo>
                <a:lnTo>
                  <a:pt x="452" y="40"/>
                </a:lnTo>
                <a:lnTo>
                  <a:pt x="458" y="42"/>
                </a:lnTo>
                <a:lnTo>
                  <a:pt x="464" y="44"/>
                </a:lnTo>
                <a:lnTo>
                  <a:pt x="470" y="46"/>
                </a:lnTo>
                <a:lnTo>
                  <a:pt x="476" y="47"/>
                </a:lnTo>
                <a:lnTo>
                  <a:pt x="482" y="48"/>
                </a:lnTo>
                <a:lnTo>
                  <a:pt x="488" y="49"/>
                </a:lnTo>
                <a:lnTo>
                  <a:pt x="494" y="50"/>
                </a:lnTo>
                <a:lnTo>
                  <a:pt x="500" y="50"/>
                </a:lnTo>
                <a:lnTo>
                  <a:pt x="506" y="50"/>
                </a:lnTo>
                <a:lnTo>
                  <a:pt x="512" y="49"/>
                </a:lnTo>
                <a:lnTo>
                  <a:pt x="518" y="48"/>
                </a:lnTo>
                <a:lnTo>
                  <a:pt x="524" y="47"/>
                </a:lnTo>
                <a:lnTo>
                  <a:pt x="530" y="46"/>
                </a:lnTo>
                <a:lnTo>
                  <a:pt x="536" y="44"/>
                </a:lnTo>
                <a:lnTo>
                  <a:pt x="542" y="42"/>
                </a:lnTo>
                <a:lnTo>
                  <a:pt x="548" y="40"/>
                </a:lnTo>
                <a:lnTo>
                  <a:pt x="555" y="38"/>
                </a:lnTo>
                <a:lnTo>
                  <a:pt x="561" y="35"/>
                </a:lnTo>
                <a:lnTo>
                  <a:pt x="568" y="33"/>
                </a:lnTo>
                <a:lnTo>
                  <a:pt x="574" y="31"/>
                </a:lnTo>
                <a:lnTo>
                  <a:pt x="581" y="29"/>
                </a:lnTo>
                <a:lnTo>
                  <a:pt x="588" y="27"/>
                </a:lnTo>
                <a:lnTo>
                  <a:pt x="595" y="25"/>
                </a:lnTo>
                <a:lnTo>
                  <a:pt x="601" y="23"/>
                </a:lnTo>
                <a:lnTo>
                  <a:pt x="608" y="22"/>
                </a:lnTo>
                <a:lnTo>
                  <a:pt x="615" y="21"/>
                </a:lnTo>
                <a:lnTo>
                  <a:pt x="622" y="20"/>
                </a:lnTo>
                <a:lnTo>
                  <a:pt x="629" y="20"/>
                </a:lnTo>
                <a:lnTo>
                  <a:pt x="635" y="21"/>
                </a:lnTo>
                <a:lnTo>
                  <a:pt x="642" y="21"/>
                </a:lnTo>
                <a:lnTo>
                  <a:pt x="648" y="23"/>
                </a:lnTo>
                <a:lnTo>
                  <a:pt x="655" y="24"/>
                </a:lnTo>
                <a:lnTo>
                  <a:pt x="661" y="27"/>
                </a:lnTo>
                <a:lnTo>
                  <a:pt x="667" y="29"/>
                </a:lnTo>
                <a:lnTo>
                  <a:pt x="672" y="33"/>
                </a:lnTo>
                <a:lnTo>
                  <a:pt x="678" y="36"/>
                </a:lnTo>
                <a:lnTo>
                  <a:pt x="683" y="40"/>
                </a:lnTo>
                <a:lnTo>
                  <a:pt x="689" y="45"/>
                </a:lnTo>
                <a:lnTo>
                  <a:pt x="694" y="50"/>
                </a:lnTo>
                <a:lnTo>
                  <a:pt x="698" y="55"/>
                </a:lnTo>
                <a:lnTo>
                  <a:pt x="703" y="60"/>
                </a:lnTo>
                <a:lnTo>
                  <a:pt x="707" y="65"/>
                </a:lnTo>
                <a:lnTo>
                  <a:pt x="712" y="71"/>
                </a:lnTo>
                <a:lnTo>
                  <a:pt x="716" y="77"/>
                </a:lnTo>
                <a:lnTo>
                  <a:pt x="720" y="83"/>
                </a:lnTo>
                <a:lnTo>
                  <a:pt x="724" y="88"/>
                </a:lnTo>
                <a:lnTo>
                  <a:pt x="727" y="94"/>
                </a:lnTo>
                <a:lnTo>
                  <a:pt x="731" y="99"/>
                </a:lnTo>
                <a:lnTo>
                  <a:pt x="735" y="105"/>
                </a:lnTo>
                <a:lnTo>
                  <a:pt x="739" y="110"/>
                </a:lnTo>
                <a:lnTo>
                  <a:pt x="743" y="115"/>
                </a:lnTo>
                <a:lnTo>
                  <a:pt x="747" y="120"/>
                </a:lnTo>
                <a:lnTo>
                  <a:pt x="751" y="124"/>
                </a:lnTo>
                <a:lnTo>
                  <a:pt x="755" y="128"/>
                </a:lnTo>
                <a:lnTo>
                  <a:pt x="760" y="132"/>
                </a:lnTo>
                <a:lnTo>
                  <a:pt x="765" y="136"/>
                </a:lnTo>
                <a:lnTo>
                  <a:pt x="769" y="139"/>
                </a:lnTo>
                <a:lnTo>
                  <a:pt x="774" y="142"/>
                </a:lnTo>
                <a:lnTo>
                  <a:pt x="780" y="145"/>
                </a:lnTo>
                <a:lnTo>
                  <a:pt x="785" y="148"/>
                </a:lnTo>
                <a:lnTo>
                  <a:pt x="791" y="150"/>
                </a:lnTo>
                <a:lnTo>
                  <a:pt x="797" y="152"/>
                </a:lnTo>
                <a:lnTo>
                  <a:pt x="803" y="154"/>
                </a:lnTo>
                <a:lnTo>
                  <a:pt x="809" y="156"/>
                </a:lnTo>
                <a:lnTo>
                  <a:pt x="816" y="158"/>
                </a:lnTo>
                <a:lnTo>
                  <a:pt x="823" y="160"/>
                </a:lnTo>
                <a:lnTo>
                  <a:pt x="829" y="162"/>
                </a:lnTo>
                <a:lnTo>
                  <a:pt x="836" y="164"/>
                </a:lnTo>
                <a:lnTo>
                  <a:pt x="843" y="166"/>
                </a:lnTo>
                <a:lnTo>
                  <a:pt x="849" y="169"/>
                </a:lnTo>
                <a:lnTo>
                  <a:pt x="856" y="171"/>
                </a:lnTo>
                <a:lnTo>
                  <a:pt x="862" y="174"/>
                </a:lnTo>
                <a:lnTo>
                  <a:pt x="869" y="177"/>
                </a:lnTo>
                <a:lnTo>
                  <a:pt x="875" y="180"/>
                </a:lnTo>
                <a:lnTo>
                  <a:pt x="880" y="184"/>
                </a:lnTo>
                <a:lnTo>
                  <a:pt x="886" y="187"/>
                </a:lnTo>
                <a:lnTo>
                  <a:pt x="891" y="192"/>
                </a:lnTo>
                <a:lnTo>
                  <a:pt x="896" y="196"/>
                </a:lnTo>
                <a:lnTo>
                  <a:pt x="900" y="201"/>
                </a:lnTo>
                <a:lnTo>
                  <a:pt x="905" y="206"/>
                </a:lnTo>
                <a:lnTo>
                  <a:pt x="908" y="212"/>
                </a:lnTo>
                <a:lnTo>
                  <a:pt x="911" y="217"/>
                </a:lnTo>
                <a:lnTo>
                  <a:pt x="914" y="223"/>
                </a:lnTo>
                <a:lnTo>
                  <a:pt x="917" y="230"/>
                </a:lnTo>
                <a:lnTo>
                  <a:pt x="918" y="236"/>
                </a:lnTo>
                <a:lnTo>
                  <a:pt x="920" y="243"/>
                </a:lnTo>
                <a:lnTo>
                  <a:pt x="921" y="249"/>
                </a:lnTo>
                <a:lnTo>
                  <a:pt x="922" y="256"/>
                </a:lnTo>
                <a:lnTo>
                  <a:pt x="923" y="263"/>
                </a:lnTo>
                <a:lnTo>
                  <a:pt x="923" y="270"/>
                </a:lnTo>
                <a:lnTo>
                  <a:pt x="923" y="277"/>
                </a:lnTo>
                <a:lnTo>
                  <a:pt x="923" y="284"/>
                </a:lnTo>
                <a:lnTo>
                  <a:pt x="923" y="291"/>
                </a:lnTo>
                <a:lnTo>
                  <a:pt x="923" y="298"/>
                </a:lnTo>
                <a:lnTo>
                  <a:pt x="923" y="305"/>
                </a:lnTo>
                <a:lnTo>
                  <a:pt x="923" y="312"/>
                </a:lnTo>
                <a:lnTo>
                  <a:pt x="922" y="319"/>
                </a:lnTo>
                <a:lnTo>
                  <a:pt x="923" y="325"/>
                </a:lnTo>
                <a:lnTo>
                  <a:pt x="923" y="331"/>
                </a:lnTo>
                <a:lnTo>
                  <a:pt x="923" y="338"/>
                </a:lnTo>
                <a:lnTo>
                  <a:pt x="924" y="344"/>
                </a:lnTo>
                <a:lnTo>
                  <a:pt x="925" y="350"/>
                </a:lnTo>
                <a:lnTo>
                  <a:pt x="926" y="355"/>
                </a:lnTo>
                <a:lnTo>
                  <a:pt x="928" y="361"/>
                </a:lnTo>
                <a:lnTo>
                  <a:pt x="930" y="366"/>
                </a:lnTo>
                <a:lnTo>
                  <a:pt x="932" y="372"/>
                </a:lnTo>
                <a:lnTo>
                  <a:pt x="935" y="377"/>
                </a:lnTo>
                <a:lnTo>
                  <a:pt x="938" y="383"/>
                </a:lnTo>
                <a:lnTo>
                  <a:pt x="941" y="388"/>
                </a:lnTo>
                <a:lnTo>
                  <a:pt x="945" y="393"/>
                </a:lnTo>
                <a:lnTo>
                  <a:pt x="948" y="399"/>
                </a:lnTo>
                <a:lnTo>
                  <a:pt x="952" y="404"/>
                </a:lnTo>
                <a:lnTo>
                  <a:pt x="956" y="409"/>
                </a:lnTo>
                <a:lnTo>
                  <a:pt x="961" y="415"/>
                </a:lnTo>
                <a:lnTo>
                  <a:pt x="965" y="420"/>
                </a:lnTo>
                <a:lnTo>
                  <a:pt x="969" y="426"/>
                </a:lnTo>
                <a:lnTo>
                  <a:pt x="973" y="431"/>
                </a:lnTo>
                <a:lnTo>
                  <a:pt x="977" y="437"/>
                </a:lnTo>
                <a:lnTo>
                  <a:pt x="981" y="443"/>
                </a:lnTo>
                <a:lnTo>
                  <a:pt x="985" y="449"/>
                </a:lnTo>
                <a:lnTo>
                  <a:pt x="988" y="455"/>
                </a:lnTo>
                <a:lnTo>
                  <a:pt x="991" y="461"/>
                </a:lnTo>
                <a:lnTo>
                  <a:pt x="994" y="468"/>
                </a:lnTo>
                <a:lnTo>
                  <a:pt x="996" y="474"/>
                </a:lnTo>
                <a:lnTo>
                  <a:pt x="998" y="480"/>
                </a:lnTo>
                <a:lnTo>
                  <a:pt x="999" y="487"/>
                </a:lnTo>
                <a:lnTo>
                  <a:pt x="1000" y="493"/>
                </a:lnTo>
                <a:close/>
              </a:path>
            </a:pathLst>
          </a:custGeom>
          <a:solidFill>
            <a:srgbClr val="85C227"/>
          </a:solidFill>
          <a:ln w="508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ogo_h_white.png"/>
          <p:cNvPicPr>
            <a:picLocks noChangeAspect="1"/>
          </p:cNvPicPr>
          <p:nvPr/>
        </p:nvPicPr>
        <p:blipFill>
          <a:blip r:embed="rId3"/>
          <a:stretch>
            <a:fillRect/>
          </a:stretch>
        </p:blipFill>
        <p:spPr>
          <a:xfrm>
            <a:off x="1097280" y="822960"/>
            <a:ext cx="2173494" cy="822960"/>
          </a:xfrm>
          <a:prstGeom prst="rect">
            <a:avLst/>
          </a:prstGeom>
        </p:spPr>
      </p:pic>
      <p:sp>
        <p:nvSpPr>
          <p:cNvPr id="8" name="Rectangle 7"/>
          <p:cNvSpPr/>
          <p:nvPr/>
        </p:nvSpPr>
        <p:spPr>
          <a:xfrm>
            <a:off x="1097280" y="303580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65960" y="2880360"/>
            <a:ext cx="9144000" cy="457200"/>
          </a:xfrm>
          <a:prstGeom prst="rect">
            <a:avLst/>
          </a:prstGeom>
          <a:noFill/>
        </p:spPr>
        <p:txBody>
          <a:bodyPr wrap="square" anchor="t" lIns="0" rIns="0" tIns="0" bIns="0">
            <a:spAutoFit/>
          </a:bodyPr>
          <a:lstStyle/>
          <a:p>
            <a:pPr algn="l">
              <a:lnSpc>
                <a:spcPct val="100000"/>
              </a:lnSpc>
            </a:pPr>
            <a:r>
              <a:rPr sz="2000" b="1" spc="300">
                <a:solidFill>
                  <a:srgbClr val="85C227"/>
                </a:solidFill>
                <a:latin typeface="Montserrat"/>
              </a:rPr>
              <a:t>ESCOLA DE PAIS · ENCONTRO 2</a:t>
            </a:r>
          </a:p>
        </p:txBody>
      </p:sp>
      <p:sp>
        <p:nvSpPr>
          <p:cNvPr id="10" name="TextBox 9"/>
          <p:cNvSpPr txBox="1"/>
          <p:nvPr/>
        </p:nvSpPr>
        <p:spPr>
          <a:xfrm>
            <a:off x="1097280" y="3154680"/>
            <a:ext cx="9144000" cy="2377440"/>
          </a:xfrm>
          <a:prstGeom prst="rect">
            <a:avLst/>
          </a:prstGeom>
          <a:noFill/>
        </p:spPr>
        <p:txBody>
          <a:bodyPr wrap="square" anchor="t" lIns="0" rIns="0" tIns="0" bIns="0">
            <a:spAutoFit/>
          </a:bodyPr>
          <a:lstStyle/>
          <a:p>
            <a:pPr algn="l">
              <a:lnSpc>
                <a:spcPct val="90000"/>
              </a:lnSpc>
            </a:pPr>
            <a:r>
              <a:rPr sz="20200" b="1" spc="-300">
                <a:solidFill>
                  <a:srgbClr val="FFFFFF"/>
                </a:solidFill>
                <a:latin typeface="Montserrat"/>
              </a:rPr>
              <a:t>Aula 2</a:t>
            </a:r>
          </a:p>
        </p:txBody>
      </p:sp>
      <p:sp>
        <p:nvSpPr>
          <p:cNvPr id="11" name="TextBox 10"/>
          <p:cNvSpPr txBox="1"/>
          <p:nvPr/>
        </p:nvSpPr>
        <p:spPr>
          <a:xfrm>
            <a:off x="1097280" y="5897880"/>
            <a:ext cx="9144000" cy="914400"/>
          </a:xfrm>
          <a:prstGeom prst="rect">
            <a:avLst/>
          </a:prstGeom>
          <a:noFill/>
        </p:spPr>
        <p:txBody>
          <a:bodyPr wrap="square" anchor="t" lIns="0" rIns="0" tIns="0" bIns="0">
            <a:spAutoFit/>
          </a:bodyPr>
          <a:lstStyle/>
          <a:p>
            <a:pPr algn="l">
              <a:lnSpc>
                <a:spcPct val="95000"/>
              </a:lnSpc>
            </a:pPr>
            <a:r>
              <a:rPr sz="6200" b="0">
                <a:solidFill>
                  <a:srgbClr val="FFFFFF"/>
                </a:solidFill>
                <a:latin typeface="Montserrat"/>
              </a:rPr>
              <a:t>Educar com</a:t>
            </a:r>
          </a:p>
        </p:txBody>
      </p:sp>
      <p:sp>
        <p:nvSpPr>
          <p:cNvPr id="12" name="TextBox 11"/>
          <p:cNvSpPr txBox="1"/>
          <p:nvPr/>
        </p:nvSpPr>
        <p:spPr>
          <a:xfrm>
            <a:off x="1097280" y="6720840"/>
            <a:ext cx="10058400" cy="1097280"/>
          </a:xfrm>
          <a:prstGeom prst="rect">
            <a:avLst/>
          </a:prstGeom>
          <a:noFill/>
        </p:spPr>
        <p:txBody>
          <a:bodyPr wrap="square" anchor="t" lIns="0" rIns="0" tIns="0" bIns="0">
            <a:spAutoFit/>
          </a:bodyPr>
          <a:lstStyle/>
          <a:p>
            <a:pPr algn="l">
              <a:lnSpc>
                <a:spcPct val="100000"/>
              </a:lnSpc>
            </a:pPr>
            <a:r>
              <a:rPr sz="6800" b="1" spc="-100">
                <a:solidFill>
                  <a:srgbClr val="85C227"/>
                </a:solidFill>
                <a:latin typeface="Montserrat"/>
              </a:rPr>
              <a:t>intencionalidade</a:t>
            </a:r>
          </a:p>
        </p:txBody>
      </p:sp>
      <p:sp>
        <p:nvSpPr>
          <p:cNvPr id="13" name="Rounded Rectangle 12"/>
          <p:cNvSpPr/>
          <p:nvPr/>
        </p:nvSpPr>
        <p:spPr>
          <a:xfrm>
            <a:off x="1097280" y="8229600"/>
            <a:ext cx="3840480" cy="7315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8229600"/>
            <a:ext cx="3840480" cy="731520"/>
          </a:xfrm>
          <a:prstGeom prst="rect">
            <a:avLst/>
          </a:prstGeom>
          <a:noFill/>
        </p:spPr>
        <p:txBody>
          <a:bodyPr wrap="square" anchor="ctr" lIns="0" rIns="0" tIns="0" bIns="0">
            <a:spAutoFit/>
          </a:bodyPr>
          <a:lstStyle/>
          <a:p>
            <a:pPr algn="ctr">
              <a:lnSpc>
                <a:spcPct val="100000"/>
              </a:lnSpc>
            </a:pPr>
            <a:r>
              <a:rPr sz="2000" b="1" spc="200">
                <a:solidFill>
                  <a:srgbClr val="036554"/>
                </a:solidFill>
                <a:latin typeface="Montserrat"/>
              </a:rPr>
              <a:t>ALINE RICHETTO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070080" y="502920"/>
            <a:ext cx="5760720" cy="5760720"/>
          </a:xfrm>
          <a:prstGeom prst="ellipse">
            <a:avLst/>
          </a:prstGeom>
          <a:solidFill>
            <a:srgbClr val="24A2F7">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52322bb7ec6.png"/>
          <p:cNvPicPr>
            <a:picLocks noChangeAspect="1"/>
          </p:cNvPicPr>
          <p:nvPr/>
        </p:nvPicPr>
        <p:blipFill>
          <a:blip r:embed="rId2"/>
          <a:stretch>
            <a:fillRect/>
          </a:stretch>
        </p:blipFill>
        <p:spPr>
          <a:xfrm>
            <a:off x="10515600" y="1143000"/>
            <a:ext cx="6400800" cy="8183879"/>
          </a:xfrm>
          <a:prstGeom prst="rect">
            <a:avLst/>
          </a:prstGeom>
        </p:spPr>
      </p:pic>
      <p:sp>
        <p:nvSpPr>
          <p:cNvPr id="5" name="Rectangle 4"/>
          <p:cNvSpPr/>
          <p:nvPr/>
        </p:nvSpPr>
        <p:spPr>
          <a:xfrm>
            <a:off x="9646920" y="7086600"/>
            <a:ext cx="1737360" cy="1737360"/>
          </a:xfrm>
          <a:custGeom>
            <a:avLst/>
            <a:gdLst/>
            <a:ahLst/>
            <a:cxnLst/>
            <a:rect l="0" t="0" r="r" b="b"/>
            <a:pathLst>
              <a:path w="1000" h="1000">
                <a:moveTo>
                  <a:pt x="960" y="510"/>
                </a:moveTo>
                <a:cubicBezTo>
                  <a:pt x="956" y="625"/>
                  <a:pt x="829" y="764"/>
                  <a:pt x="730" y="839"/>
                </a:cubicBezTo>
                <a:cubicBezTo>
                  <a:pt x="632" y="914"/>
                  <a:pt x="482" y="980"/>
                  <a:pt x="367" y="960"/>
                </a:cubicBezTo>
                <a:cubicBezTo>
                  <a:pt x="252" y="940"/>
                  <a:pt x="85" y="823"/>
                  <a:pt x="40" y="718"/>
                </a:cubicBezTo>
                <a:cubicBezTo>
                  <a:pt x="0" y="613"/>
                  <a:pt x="44" y="444"/>
                  <a:pt x="98" y="331"/>
                </a:cubicBezTo>
                <a:cubicBezTo>
                  <a:pt x="152" y="218"/>
                  <a:pt x="254" y="69"/>
                  <a:pt x="363" y="40"/>
                </a:cubicBezTo>
                <a:cubicBezTo>
                  <a:pt x="472" y="11"/>
                  <a:pt x="653" y="75"/>
                  <a:pt x="753" y="154"/>
                </a:cubicBezTo>
                <a:cubicBezTo>
                  <a:pt x="852" y="232"/>
                  <a:pt x="964" y="396"/>
                  <a:pt x="960" y="510"/>
                </a:cubicBezTo>
                <a:close/>
              </a:path>
            </a:pathLst>
          </a:custGeom>
          <a:solidFill>
            <a:srgbClr val="24A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7280" y="12984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65960" y="1143000"/>
            <a:ext cx="9144000" cy="457200"/>
          </a:xfrm>
          <a:prstGeom prst="rect">
            <a:avLst/>
          </a:prstGeom>
          <a:noFill/>
        </p:spPr>
        <p:txBody>
          <a:bodyPr wrap="square" anchor="t" lIns="0" rIns="0" tIns="0" bIns="0">
            <a:spAutoFit/>
          </a:bodyPr>
          <a:lstStyle/>
          <a:p>
            <a:pPr algn="l">
              <a:lnSpc>
                <a:spcPct val="100000"/>
              </a:lnSpc>
            </a:pPr>
            <a:r>
              <a:rPr sz="2000" b="1" spc="300">
                <a:solidFill>
                  <a:srgbClr val="5E9E17"/>
                </a:solidFill>
                <a:latin typeface="Montserrat"/>
              </a:rPr>
              <a:t>PARTE 1 · PRESENÇA</a:t>
            </a:r>
          </a:p>
        </p:txBody>
      </p:sp>
      <p:sp>
        <p:nvSpPr>
          <p:cNvPr id="8" name="TextBox 7"/>
          <p:cNvSpPr txBox="1"/>
          <p:nvPr/>
        </p:nvSpPr>
        <p:spPr>
          <a:xfrm>
            <a:off x="1097280" y="1828800"/>
            <a:ext cx="9144000" cy="4206240"/>
          </a:xfrm>
          <a:prstGeom prst="rect">
            <a:avLst/>
          </a:prstGeom>
          <a:noFill/>
        </p:spPr>
        <p:txBody>
          <a:bodyPr wrap="square" anchor="t" lIns="0" rIns="0" tIns="0" bIns="0">
            <a:spAutoFit/>
          </a:bodyPr>
          <a:lstStyle/>
          <a:p>
            <a:pPr algn="l">
              <a:lnSpc>
                <a:spcPct val="92000"/>
              </a:lnSpc>
            </a:pPr>
            <a:r>
              <a:rPr sz="8400" b="1" spc="-150">
                <a:solidFill>
                  <a:srgbClr val="004380"/>
                </a:solidFill>
                <a:latin typeface="Montserrat"/>
              </a:rPr>
              <a:t>Não podemos</a:t>
            </a:r>
          </a:p>
          <a:p>
            <a:pPr algn="l">
              <a:lnSpc>
                <a:spcPct val="92000"/>
              </a:lnSpc>
            </a:pPr>
            <a:r>
              <a:rPr sz="8400" b="1" spc="-150">
                <a:solidFill>
                  <a:srgbClr val="004380"/>
                </a:solidFill>
                <a:latin typeface="Montserrat"/>
              </a:rPr>
              <a:t>educar só com</a:t>
            </a:r>
          </a:p>
          <a:p>
            <a:pPr algn="l">
              <a:lnSpc>
                <a:spcPct val="92000"/>
              </a:lnSpc>
            </a:pPr>
            <a:r>
              <a:rPr sz="8400" b="1" spc="-150">
                <a:solidFill>
                  <a:srgbClr val="004380"/>
                </a:solidFill>
                <a:latin typeface="Montserrat"/>
              </a:rPr>
              <a:t>o </a:t>
            </a:r>
            <a:r>
              <a:rPr sz="8400" b="1" spc="-150">
                <a:solidFill>
                  <a:srgbClr val="0263BA"/>
                </a:solidFill>
                <a:latin typeface="Montserrat"/>
              </a:rPr>
              <a:t>coração.</a:t>
            </a:r>
          </a:p>
        </p:txBody>
      </p:sp>
      <p:sp>
        <p:nvSpPr>
          <p:cNvPr id="9" name="Rounded Rectangle 8"/>
          <p:cNvSpPr/>
          <p:nvPr/>
        </p:nvSpPr>
        <p:spPr>
          <a:xfrm>
            <a:off x="1097280" y="6309360"/>
            <a:ext cx="8595360" cy="1188720"/>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6309360"/>
            <a:ext cx="8595360" cy="1188720"/>
          </a:xfrm>
          <a:prstGeom prst="rect">
            <a:avLst/>
          </a:prstGeom>
          <a:noFill/>
        </p:spPr>
        <p:txBody>
          <a:bodyPr wrap="square" anchor="ctr" lIns="0" rIns="0" tIns="0" bIns="0">
            <a:spAutoFit/>
          </a:bodyPr>
          <a:lstStyle/>
          <a:p>
            <a:pPr algn="ctr">
              <a:lnSpc>
                <a:spcPct val="100000"/>
              </a:lnSpc>
            </a:pPr>
            <a:r>
              <a:rPr sz="3600" b="1" spc="-50">
                <a:solidFill>
                  <a:srgbClr val="004380"/>
                </a:solidFill>
                <a:latin typeface="Montserrat"/>
              </a:rPr>
              <a:t>Eduque de forma intencional!</a:t>
            </a:r>
          </a:p>
        </p:txBody>
      </p:sp>
      <p:pic>
        <p:nvPicPr>
          <p:cNvPr id="11" name="Picture 10" descr="logo_h.png"/>
          <p:cNvPicPr>
            <a:picLocks noChangeAspect="1"/>
          </p:cNvPicPr>
          <p:nvPr/>
        </p:nvPicPr>
        <p:blipFill>
          <a:blip r:embed="rId3"/>
          <a:stretch>
            <a:fillRect/>
          </a:stretch>
        </p:blipFill>
        <p:spPr>
          <a:xfrm>
            <a:off x="1097280" y="9235440"/>
            <a:ext cx="1569746" cy="5943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gradFill rotWithShape="1">
            <a:gsLst>
              <a:gs pos="0">
                <a:srgbClr val="036554"/>
              </a:gs>
              <a:gs pos="100000">
                <a:srgbClr val="024F62"/>
              </a:gs>
            </a:gsLst>
            <a:lin ang="54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601200" y="1207008"/>
            <a:ext cx="7863840" cy="7863840"/>
          </a:xfrm>
          <a:custGeom>
            <a:avLst/>
            <a:gdLst/>
            <a:ahLst/>
            <a:cxnLst/>
            <a:rect l="0" t="0" r="r" b="b"/>
            <a:pathLst>
              <a:path w="1000" h="1000">
                <a:moveTo>
                  <a:pt x="1000" y="500"/>
                </a:moveTo>
                <a:lnTo>
                  <a:pt x="1000" y="507"/>
                </a:lnTo>
                <a:lnTo>
                  <a:pt x="999" y="513"/>
                </a:lnTo>
                <a:lnTo>
                  <a:pt x="998" y="520"/>
                </a:lnTo>
                <a:lnTo>
                  <a:pt x="996" y="526"/>
                </a:lnTo>
                <a:lnTo>
                  <a:pt x="994" y="532"/>
                </a:lnTo>
                <a:lnTo>
                  <a:pt x="991" y="539"/>
                </a:lnTo>
                <a:lnTo>
                  <a:pt x="988" y="545"/>
                </a:lnTo>
                <a:lnTo>
                  <a:pt x="985" y="551"/>
                </a:lnTo>
                <a:lnTo>
                  <a:pt x="981" y="557"/>
                </a:lnTo>
                <a:lnTo>
                  <a:pt x="977" y="563"/>
                </a:lnTo>
                <a:lnTo>
                  <a:pt x="973" y="569"/>
                </a:lnTo>
                <a:lnTo>
                  <a:pt x="969" y="574"/>
                </a:lnTo>
                <a:lnTo>
                  <a:pt x="965" y="580"/>
                </a:lnTo>
                <a:lnTo>
                  <a:pt x="961" y="585"/>
                </a:lnTo>
                <a:lnTo>
                  <a:pt x="956" y="591"/>
                </a:lnTo>
                <a:lnTo>
                  <a:pt x="952" y="596"/>
                </a:lnTo>
                <a:lnTo>
                  <a:pt x="948" y="601"/>
                </a:lnTo>
                <a:lnTo>
                  <a:pt x="945" y="607"/>
                </a:lnTo>
                <a:lnTo>
                  <a:pt x="941" y="612"/>
                </a:lnTo>
                <a:lnTo>
                  <a:pt x="938" y="617"/>
                </a:lnTo>
                <a:lnTo>
                  <a:pt x="935" y="623"/>
                </a:lnTo>
                <a:lnTo>
                  <a:pt x="932" y="628"/>
                </a:lnTo>
                <a:lnTo>
                  <a:pt x="930" y="634"/>
                </a:lnTo>
                <a:lnTo>
                  <a:pt x="928" y="639"/>
                </a:lnTo>
                <a:lnTo>
                  <a:pt x="926" y="645"/>
                </a:lnTo>
                <a:lnTo>
                  <a:pt x="925" y="650"/>
                </a:lnTo>
                <a:lnTo>
                  <a:pt x="924" y="656"/>
                </a:lnTo>
                <a:lnTo>
                  <a:pt x="923" y="662"/>
                </a:lnTo>
                <a:lnTo>
                  <a:pt x="923" y="669"/>
                </a:lnTo>
                <a:lnTo>
                  <a:pt x="923" y="675"/>
                </a:lnTo>
                <a:lnTo>
                  <a:pt x="922" y="681"/>
                </a:lnTo>
                <a:lnTo>
                  <a:pt x="923" y="688"/>
                </a:lnTo>
                <a:lnTo>
                  <a:pt x="923" y="695"/>
                </a:lnTo>
                <a:lnTo>
                  <a:pt x="923" y="702"/>
                </a:lnTo>
                <a:lnTo>
                  <a:pt x="923" y="709"/>
                </a:lnTo>
                <a:lnTo>
                  <a:pt x="923" y="716"/>
                </a:lnTo>
                <a:lnTo>
                  <a:pt x="923" y="723"/>
                </a:lnTo>
                <a:lnTo>
                  <a:pt x="923" y="730"/>
                </a:lnTo>
                <a:lnTo>
                  <a:pt x="923" y="737"/>
                </a:lnTo>
                <a:lnTo>
                  <a:pt x="922" y="744"/>
                </a:lnTo>
                <a:lnTo>
                  <a:pt x="921" y="751"/>
                </a:lnTo>
                <a:lnTo>
                  <a:pt x="920" y="757"/>
                </a:lnTo>
                <a:lnTo>
                  <a:pt x="918" y="764"/>
                </a:lnTo>
                <a:lnTo>
                  <a:pt x="917" y="770"/>
                </a:lnTo>
                <a:lnTo>
                  <a:pt x="914" y="777"/>
                </a:lnTo>
                <a:lnTo>
                  <a:pt x="911" y="783"/>
                </a:lnTo>
                <a:lnTo>
                  <a:pt x="908" y="788"/>
                </a:lnTo>
                <a:lnTo>
                  <a:pt x="905" y="794"/>
                </a:lnTo>
                <a:lnTo>
                  <a:pt x="900" y="799"/>
                </a:lnTo>
                <a:lnTo>
                  <a:pt x="896" y="804"/>
                </a:lnTo>
                <a:lnTo>
                  <a:pt x="891" y="808"/>
                </a:lnTo>
                <a:lnTo>
                  <a:pt x="886" y="813"/>
                </a:lnTo>
                <a:lnTo>
                  <a:pt x="880" y="816"/>
                </a:lnTo>
                <a:lnTo>
                  <a:pt x="875" y="820"/>
                </a:lnTo>
                <a:lnTo>
                  <a:pt x="869" y="823"/>
                </a:lnTo>
                <a:lnTo>
                  <a:pt x="862" y="826"/>
                </a:lnTo>
                <a:lnTo>
                  <a:pt x="856" y="829"/>
                </a:lnTo>
                <a:lnTo>
                  <a:pt x="849" y="831"/>
                </a:lnTo>
                <a:lnTo>
                  <a:pt x="843" y="834"/>
                </a:lnTo>
                <a:lnTo>
                  <a:pt x="836" y="836"/>
                </a:lnTo>
                <a:lnTo>
                  <a:pt x="829" y="838"/>
                </a:lnTo>
                <a:lnTo>
                  <a:pt x="823" y="840"/>
                </a:lnTo>
                <a:lnTo>
                  <a:pt x="816" y="842"/>
                </a:lnTo>
                <a:lnTo>
                  <a:pt x="809" y="844"/>
                </a:lnTo>
                <a:lnTo>
                  <a:pt x="803" y="846"/>
                </a:lnTo>
                <a:lnTo>
                  <a:pt x="797" y="848"/>
                </a:lnTo>
                <a:lnTo>
                  <a:pt x="791" y="850"/>
                </a:lnTo>
                <a:lnTo>
                  <a:pt x="785" y="852"/>
                </a:lnTo>
                <a:lnTo>
                  <a:pt x="780" y="855"/>
                </a:lnTo>
                <a:lnTo>
                  <a:pt x="774" y="858"/>
                </a:lnTo>
                <a:lnTo>
                  <a:pt x="769" y="861"/>
                </a:lnTo>
                <a:lnTo>
                  <a:pt x="765" y="864"/>
                </a:lnTo>
                <a:lnTo>
                  <a:pt x="760" y="868"/>
                </a:lnTo>
                <a:lnTo>
                  <a:pt x="755" y="872"/>
                </a:lnTo>
                <a:lnTo>
                  <a:pt x="751" y="876"/>
                </a:lnTo>
                <a:lnTo>
                  <a:pt x="747" y="880"/>
                </a:lnTo>
                <a:lnTo>
                  <a:pt x="743" y="885"/>
                </a:lnTo>
                <a:lnTo>
                  <a:pt x="739" y="890"/>
                </a:lnTo>
                <a:lnTo>
                  <a:pt x="735" y="895"/>
                </a:lnTo>
                <a:lnTo>
                  <a:pt x="731" y="901"/>
                </a:lnTo>
                <a:lnTo>
                  <a:pt x="727" y="906"/>
                </a:lnTo>
                <a:lnTo>
                  <a:pt x="724" y="912"/>
                </a:lnTo>
                <a:lnTo>
                  <a:pt x="720" y="917"/>
                </a:lnTo>
                <a:lnTo>
                  <a:pt x="716" y="923"/>
                </a:lnTo>
                <a:lnTo>
                  <a:pt x="712" y="929"/>
                </a:lnTo>
                <a:lnTo>
                  <a:pt x="707" y="935"/>
                </a:lnTo>
                <a:lnTo>
                  <a:pt x="703" y="940"/>
                </a:lnTo>
                <a:lnTo>
                  <a:pt x="698" y="945"/>
                </a:lnTo>
                <a:lnTo>
                  <a:pt x="694" y="950"/>
                </a:lnTo>
                <a:lnTo>
                  <a:pt x="689" y="955"/>
                </a:lnTo>
                <a:lnTo>
                  <a:pt x="683" y="960"/>
                </a:lnTo>
                <a:lnTo>
                  <a:pt x="678" y="964"/>
                </a:lnTo>
                <a:lnTo>
                  <a:pt x="672" y="967"/>
                </a:lnTo>
                <a:lnTo>
                  <a:pt x="667" y="971"/>
                </a:lnTo>
                <a:lnTo>
                  <a:pt x="661" y="973"/>
                </a:lnTo>
                <a:lnTo>
                  <a:pt x="655" y="976"/>
                </a:lnTo>
                <a:lnTo>
                  <a:pt x="648" y="977"/>
                </a:lnTo>
                <a:lnTo>
                  <a:pt x="642" y="979"/>
                </a:lnTo>
                <a:lnTo>
                  <a:pt x="635" y="979"/>
                </a:lnTo>
                <a:lnTo>
                  <a:pt x="629" y="980"/>
                </a:lnTo>
                <a:lnTo>
                  <a:pt x="622" y="980"/>
                </a:lnTo>
                <a:lnTo>
                  <a:pt x="615" y="979"/>
                </a:lnTo>
                <a:lnTo>
                  <a:pt x="608" y="978"/>
                </a:lnTo>
                <a:lnTo>
                  <a:pt x="601" y="977"/>
                </a:lnTo>
                <a:lnTo>
                  <a:pt x="595" y="975"/>
                </a:lnTo>
                <a:lnTo>
                  <a:pt x="588" y="973"/>
                </a:lnTo>
                <a:lnTo>
                  <a:pt x="581" y="971"/>
                </a:lnTo>
                <a:lnTo>
                  <a:pt x="574" y="969"/>
                </a:lnTo>
                <a:lnTo>
                  <a:pt x="568" y="967"/>
                </a:lnTo>
                <a:lnTo>
                  <a:pt x="561" y="965"/>
                </a:lnTo>
                <a:lnTo>
                  <a:pt x="555" y="962"/>
                </a:lnTo>
                <a:lnTo>
                  <a:pt x="548" y="960"/>
                </a:lnTo>
                <a:lnTo>
                  <a:pt x="542" y="958"/>
                </a:lnTo>
                <a:lnTo>
                  <a:pt x="536" y="956"/>
                </a:lnTo>
                <a:lnTo>
                  <a:pt x="530" y="954"/>
                </a:lnTo>
                <a:lnTo>
                  <a:pt x="524" y="953"/>
                </a:lnTo>
                <a:lnTo>
                  <a:pt x="518" y="952"/>
                </a:lnTo>
                <a:lnTo>
                  <a:pt x="512" y="951"/>
                </a:lnTo>
                <a:lnTo>
                  <a:pt x="506" y="950"/>
                </a:lnTo>
                <a:lnTo>
                  <a:pt x="500" y="950"/>
                </a:lnTo>
                <a:lnTo>
                  <a:pt x="494" y="950"/>
                </a:lnTo>
                <a:lnTo>
                  <a:pt x="488" y="951"/>
                </a:lnTo>
                <a:lnTo>
                  <a:pt x="482" y="952"/>
                </a:lnTo>
                <a:lnTo>
                  <a:pt x="476" y="953"/>
                </a:lnTo>
                <a:lnTo>
                  <a:pt x="470" y="954"/>
                </a:lnTo>
                <a:lnTo>
                  <a:pt x="464" y="956"/>
                </a:lnTo>
                <a:lnTo>
                  <a:pt x="458" y="958"/>
                </a:lnTo>
                <a:lnTo>
                  <a:pt x="452" y="960"/>
                </a:lnTo>
                <a:lnTo>
                  <a:pt x="445" y="962"/>
                </a:lnTo>
                <a:lnTo>
                  <a:pt x="439" y="965"/>
                </a:lnTo>
                <a:lnTo>
                  <a:pt x="432" y="967"/>
                </a:lnTo>
                <a:lnTo>
                  <a:pt x="426" y="969"/>
                </a:lnTo>
                <a:lnTo>
                  <a:pt x="419" y="971"/>
                </a:lnTo>
                <a:lnTo>
                  <a:pt x="412" y="973"/>
                </a:lnTo>
                <a:lnTo>
                  <a:pt x="405" y="975"/>
                </a:lnTo>
                <a:lnTo>
                  <a:pt x="399" y="977"/>
                </a:lnTo>
                <a:lnTo>
                  <a:pt x="392" y="978"/>
                </a:lnTo>
                <a:lnTo>
                  <a:pt x="385" y="979"/>
                </a:lnTo>
                <a:lnTo>
                  <a:pt x="378" y="980"/>
                </a:lnTo>
                <a:lnTo>
                  <a:pt x="371" y="980"/>
                </a:lnTo>
                <a:lnTo>
                  <a:pt x="365" y="979"/>
                </a:lnTo>
                <a:lnTo>
                  <a:pt x="358" y="979"/>
                </a:lnTo>
                <a:lnTo>
                  <a:pt x="352" y="977"/>
                </a:lnTo>
                <a:lnTo>
                  <a:pt x="345" y="976"/>
                </a:lnTo>
                <a:lnTo>
                  <a:pt x="339" y="973"/>
                </a:lnTo>
                <a:lnTo>
                  <a:pt x="333" y="971"/>
                </a:lnTo>
                <a:lnTo>
                  <a:pt x="328" y="967"/>
                </a:lnTo>
                <a:lnTo>
                  <a:pt x="322" y="964"/>
                </a:lnTo>
                <a:lnTo>
                  <a:pt x="317" y="960"/>
                </a:lnTo>
                <a:lnTo>
                  <a:pt x="311" y="955"/>
                </a:lnTo>
                <a:lnTo>
                  <a:pt x="306" y="950"/>
                </a:lnTo>
                <a:lnTo>
                  <a:pt x="302" y="945"/>
                </a:lnTo>
                <a:lnTo>
                  <a:pt x="297" y="940"/>
                </a:lnTo>
                <a:lnTo>
                  <a:pt x="293" y="935"/>
                </a:lnTo>
                <a:lnTo>
                  <a:pt x="288" y="929"/>
                </a:lnTo>
                <a:lnTo>
                  <a:pt x="284" y="923"/>
                </a:lnTo>
                <a:lnTo>
                  <a:pt x="280" y="917"/>
                </a:lnTo>
                <a:lnTo>
                  <a:pt x="276" y="912"/>
                </a:lnTo>
                <a:lnTo>
                  <a:pt x="273" y="906"/>
                </a:lnTo>
                <a:lnTo>
                  <a:pt x="269" y="901"/>
                </a:lnTo>
                <a:lnTo>
                  <a:pt x="265" y="895"/>
                </a:lnTo>
                <a:lnTo>
                  <a:pt x="261" y="890"/>
                </a:lnTo>
                <a:lnTo>
                  <a:pt x="257" y="885"/>
                </a:lnTo>
                <a:lnTo>
                  <a:pt x="253" y="880"/>
                </a:lnTo>
                <a:lnTo>
                  <a:pt x="249" y="876"/>
                </a:lnTo>
                <a:lnTo>
                  <a:pt x="245" y="872"/>
                </a:lnTo>
                <a:lnTo>
                  <a:pt x="240" y="868"/>
                </a:lnTo>
                <a:lnTo>
                  <a:pt x="235" y="864"/>
                </a:lnTo>
                <a:lnTo>
                  <a:pt x="231" y="861"/>
                </a:lnTo>
                <a:lnTo>
                  <a:pt x="226" y="858"/>
                </a:lnTo>
                <a:lnTo>
                  <a:pt x="220" y="855"/>
                </a:lnTo>
                <a:lnTo>
                  <a:pt x="215" y="852"/>
                </a:lnTo>
                <a:lnTo>
                  <a:pt x="209" y="850"/>
                </a:lnTo>
                <a:lnTo>
                  <a:pt x="203" y="848"/>
                </a:lnTo>
                <a:lnTo>
                  <a:pt x="197" y="846"/>
                </a:lnTo>
                <a:lnTo>
                  <a:pt x="191" y="844"/>
                </a:lnTo>
                <a:lnTo>
                  <a:pt x="184" y="842"/>
                </a:lnTo>
                <a:lnTo>
                  <a:pt x="177" y="840"/>
                </a:lnTo>
                <a:lnTo>
                  <a:pt x="171" y="838"/>
                </a:lnTo>
                <a:lnTo>
                  <a:pt x="164" y="836"/>
                </a:lnTo>
                <a:lnTo>
                  <a:pt x="157" y="834"/>
                </a:lnTo>
                <a:lnTo>
                  <a:pt x="151" y="831"/>
                </a:lnTo>
                <a:lnTo>
                  <a:pt x="144" y="829"/>
                </a:lnTo>
                <a:lnTo>
                  <a:pt x="138" y="826"/>
                </a:lnTo>
                <a:lnTo>
                  <a:pt x="131" y="823"/>
                </a:lnTo>
                <a:lnTo>
                  <a:pt x="125" y="820"/>
                </a:lnTo>
                <a:lnTo>
                  <a:pt x="120" y="816"/>
                </a:lnTo>
                <a:lnTo>
                  <a:pt x="114" y="813"/>
                </a:lnTo>
                <a:lnTo>
                  <a:pt x="109" y="808"/>
                </a:lnTo>
                <a:lnTo>
                  <a:pt x="104" y="804"/>
                </a:lnTo>
                <a:lnTo>
                  <a:pt x="100" y="799"/>
                </a:lnTo>
                <a:lnTo>
                  <a:pt x="95" y="794"/>
                </a:lnTo>
                <a:lnTo>
                  <a:pt x="92" y="788"/>
                </a:lnTo>
                <a:lnTo>
                  <a:pt x="89" y="783"/>
                </a:lnTo>
                <a:lnTo>
                  <a:pt x="86" y="777"/>
                </a:lnTo>
                <a:lnTo>
                  <a:pt x="83" y="770"/>
                </a:lnTo>
                <a:lnTo>
                  <a:pt x="82" y="764"/>
                </a:lnTo>
                <a:lnTo>
                  <a:pt x="80" y="757"/>
                </a:lnTo>
                <a:lnTo>
                  <a:pt x="79" y="751"/>
                </a:lnTo>
                <a:lnTo>
                  <a:pt x="78" y="744"/>
                </a:lnTo>
                <a:lnTo>
                  <a:pt x="77" y="737"/>
                </a:lnTo>
                <a:lnTo>
                  <a:pt x="77" y="730"/>
                </a:lnTo>
                <a:lnTo>
                  <a:pt x="77" y="723"/>
                </a:lnTo>
                <a:lnTo>
                  <a:pt x="77" y="716"/>
                </a:lnTo>
                <a:lnTo>
                  <a:pt x="77" y="709"/>
                </a:lnTo>
                <a:lnTo>
                  <a:pt x="77" y="702"/>
                </a:lnTo>
                <a:lnTo>
                  <a:pt x="77" y="695"/>
                </a:lnTo>
                <a:lnTo>
                  <a:pt x="77" y="688"/>
                </a:lnTo>
                <a:lnTo>
                  <a:pt x="78" y="681"/>
                </a:lnTo>
                <a:lnTo>
                  <a:pt x="77" y="675"/>
                </a:lnTo>
                <a:lnTo>
                  <a:pt x="77" y="669"/>
                </a:lnTo>
                <a:lnTo>
                  <a:pt x="77" y="662"/>
                </a:lnTo>
                <a:lnTo>
                  <a:pt x="76" y="656"/>
                </a:lnTo>
                <a:lnTo>
                  <a:pt x="75" y="650"/>
                </a:lnTo>
                <a:lnTo>
                  <a:pt x="74" y="645"/>
                </a:lnTo>
                <a:lnTo>
                  <a:pt x="72" y="639"/>
                </a:lnTo>
                <a:lnTo>
                  <a:pt x="70" y="634"/>
                </a:lnTo>
                <a:lnTo>
                  <a:pt x="68" y="628"/>
                </a:lnTo>
                <a:lnTo>
                  <a:pt x="65" y="623"/>
                </a:lnTo>
                <a:lnTo>
                  <a:pt x="62" y="617"/>
                </a:lnTo>
                <a:lnTo>
                  <a:pt x="59" y="612"/>
                </a:lnTo>
                <a:lnTo>
                  <a:pt x="55" y="607"/>
                </a:lnTo>
                <a:lnTo>
                  <a:pt x="52" y="601"/>
                </a:lnTo>
                <a:lnTo>
                  <a:pt x="48" y="596"/>
                </a:lnTo>
                <a:lnTo>
                  <a:pt x="44" y="591"/>
                </a:lnTo>
                <a:lnTo>
                  <a:pt x="39" y="585"/>
                </a:lnTo>
                <a:lnTo>
                  <a:pt x="35" y="580"/>
                </a:lnTo>
                <a:lnTo>
                  <a:pt x="31" y="574"/>
                </a:lnTo>
                <a:lnTo>
                  <a:pt x="27" y="569"/>
                </a:lnTo>
                <a:lnTo>
                  <a:pt x="23" y="563"/>
                </a:lnTo>
                <a:lnTo>
                  <a:pt x="19" y="557"/>
                </a:lnTo>
                <a:lnTo>
                  <a:pt x="15" y="551"/>
                </a:lnTo>
                <a:lnTo>
                  <a:pt x="12" y="545"/>
                </a:lnTo>
                <a:lnTo>
                  <a:pt x="9" y="539"/>
                </a:lnTo>
                <a:lnTo>
                  <a:pt x="6" y="532"/>
                </a:lnTo>
                <a:lnTo>
                  <a:pt x="4" y="526"/>
                </a:lnTo>
                <a:lnTo>
                  <a:pt x="2" y="520"/>
                </a:lnTo>
                <a:lnTo>
                  <a:pt x="1" y="513"/>
                </a:lnTo>
                <a:lnTo>
                  <a:pt x="0" y="507"/>
                </a:lnTo>
                <a:lnTo>
                  <a:pt x="0" y="500"/>
                </a:lnTo>
                <a:lnTo>
                  <a:pt x="0" y="493"/>
                </a:lnTo>
                <a:lnTo>
                  <a:pt x="1" y="487"/>
                </a:lnTo>
                <a:lnTo>
                  <a:pt x="2" y="480"/>
                </a:lnTo>
                <a:lnTo>
                  <a:pt x="4" y="474"/>
                </a:lnTo>
                <a:lnTo>
                  <a:pt x="6" y="468"/>
                </a:lnTo>
                <a:lnTo>
                  <a:pt x="9" y="461"/>
                </a:lnTo>
                <a:lnTo>
                  <a:pt x="12" y="455"/>
                </a:lnTo>
                <a:lnTo>
                  <a:pt x="15" y="449"/>
                </a:lnTo>
                <a:lnTo>
                  <a:pt x="19" y="443"/>
                </a:lnTo>
                <a:lnTo>
                  <a:pt x="23" y="437"/>
                </a:lnTo>
                <a:lnTo>
                  <a:pt x="27" y="431"/>
                </a:lnTo>
                <a:lnTo>
                  <a:pt x="31" y="426"/>
                </a:lnTo>
                <a:lnTo>
                  <a:pt x="35" y="420"/>
                </a:lnTo>
                <a:lnTo>
                  <a:pt x="39" y="415"/>
                </a:lnTo>
                <a:lnTo>
                  <a:pt x="44" y="409"/>
                </a:lnTo>
                <a:lnTo>
                  <a:pt x="48" y="404"/>
                </a:lnTo>
                <a:lnTo>
                  <a:pt x="52" y="399"/>
                </a:lnTo>
                <a:lnTo>
                  <a:pt x="55" y="393"/>
                </a:lnTo>
                <a:lnTo>
                  <a:pt x="59" y="388"/>
                </a:lnTo>
                <a:lnTo>
                  <a:pt x="62" y="383"/>
                </a:lnTo>
                <a:lnTo>
                  <a:pt x="65" y="377"/>
                </a:lnTo>
                <a:lnTo>
                  <a:pt x="68" y="372"/>
                </a:lnTo>
                <a:lnTo>
                  <a:pt x="70" y="366"/>
                </a:lnTo>
                <a:lnTo>
                  <a:pt x="72" y="361"/>
                </a:lnTo>
                <a:lnTo>
                  <a:pt x="74" y="355"/>
                </a:lnTo>
                <a:lnTo>
                  <a:pt x="75" y="350"/>
                </a:lnTo>
                <a:lnTo>
                  <a:pt x="76" y="344"/>
                </a:lnTo>
                <a:lnTo>
                  <a:pt x="77" y="338"/>
                </a:lnTo>
                <a:lnTo>
                  <a:pt x="77" y="331"/>
                </a:lnTo>
                <a:lnTo>
                  <a:pt x="77" y="325"/>
                </a:lnTo>
                <a:lnTo>
                  <a:pt x="78" y="319"/>
                </a:lnTo>
                <a:lnTo>
                  <a:pt x="77" y="312"/>
                </a:lnTo>
                <a:lnTo>
                  <a:pt x="77" y="305"/>
                </a:lnTo>
                <a:lnTo>
                  <a:pt x="77" y="298"/>
                </a:lnTo>
                <a:lnTo>
                  <a:pt x="77" y="291"/>
                </a:lnTo>
                <a:lnTo>
                  <a:pt x="77" y="284"/>
                </a:lnTo>
                <a:lnTo>
                  <a:pt x="77" y="277"/>
                </a:lnTo>
                <a:lnTo>
                  <a:pt x="77" y="270"/>
                </a:lnTo>
                <a:lnTo>
                  <a:pt x="77" y="263"/>
                </a:lnTo>
                <a:lnTo>
                  <a:pt x="78" y="256"/>
                </a:lnTo>
                <a:lnTo>
                  <a:pt x="79" y="249"/>
                </a:lnTo>
                <a:lnTo>
                  <a:pt x="80" y="243"/>
                </a:lnTo>
                <a:lnTo>
                  <a:pt x="82" y="236"/>
                </a:lnTo>
                <a:lnTo>
                  <a:pt x="83" y="230"/>
                </a:lnTo>
                <a:lnTo>
                  <a:pt x="86" y="223"/>
                </a:lnTo>
                <a:lnTo>
                  <a:pt x="89" y="217"/>
                </a:lnTo>
                <a:lnTo>
                  <a:pt x="92" y="212"/>
                </a:lnTo>
                <a:lnTo>
                  <a:pt x="95" y="206"/>
                </a:lnTo>
                <a:lnTo>
                  <a:pt x="100" y="201"/>
                </a:lnTo>
                <a:lnTo>
                  <a:pt x="104" y="196"/>
                </a:lnTo>
                <a:lnTo>
                  <a:pt x="109" y="192"/>
                </a:lnTo>
                <a:lnTo>
                  <a:pt x="114" y="187"/>
                </a:lnTo>
                <a:lnTo>
                  <a:pt x="120" y="184"/>
                </a:lnTo>
                <a:lnTo>
                  <a:pt x="125" y="180"/>
                </a:lnTo>
                <a:lnTo>
                  <a:pt x="131" y="177"/>
                </a:lnTo>
                <a:lnTo>
                  <a:pt x="138" y="174"/>
                </a:lnTo>
                <a:lnTo>
                  <a:pt x="144" y="171"/>
                </a:lnTo>
                <a:lnTo>
                  <a:pt x="151" y="169"/>
                </a:lnTo>
                <a:lnTo>
                  <a:pt x="157" y="166"/>
                </a:lnTo>
                <a:lnTo>
                  <a:pt x="164" y="164"/>
                </a:lnTo>
                <a:lnTo>
                  <a:pt x="171" y="162"/>
                </a:lnTo>
                <a:lnTo>
                  <a:pt x="177" y="160"/>
                </a:lnTo>
                <a:lnTo>
                  <a:pt x="184" y="158"/>
                </a:lnTo>
                <a:lnTo>
                  <a:pt x="191" y="156"/>
                </a:lnTo>
                <a:lnTo>
                  <a:pt x="197" y="154"/>
                </a:lnTo>
                <a:lnTo>
                  <a:pt x="203" y="152"/>
                </a:lnTo>
                <a:lnTo>
                  <a:pt x="209" y="150"/>
                </a:lnTo>
                <a:lnTo>
                  <a:pt x="215" y="148"/>
                </a:lnTo>
                <a:lnTo>
                  <a:pt x="220" y="145"/>
                </a:lnTo>
                <a:lnTo>
                  <a:pt x="226" y="142"/>
                </a:lnTo>
                <a:lnTo>
                  <a:pt x="231" y="139"/>
                </a:lnTo>
                <a:lnTo>
                  <a:pt x="235" y="136"/>
                </a:lnTo>
                <a:lnTo>
                  <a:pt x="240" y="132"/>
                </a:lnTo>
                <a:lnTo>
                  <a:pt x="245" y="128"/>
                </a:lnTo>
                <a:lnTo>
                  <a:pt x="249" y="124"/>
                </a:lnTo>
                <a:lnTo>
                  <a:pt x="253" y="120"/>
                </a:lnTo>
                <a:lnTo>
                  <a:pt x="257" y="115"/>
                </a:lnTo>
                <a:lnTo>
                  <a:pt x="261" y="110"/>
                </a:lnTo>
                <a:lnTo>
                  <a:pt x="265" y="105"/>
                </a:lnTo>
                <a:lnTo>
                  <a:pt x="269" y="99"/>
                </a:lnTo>
                <a:lnTo>
                  <a:pt x="273" y="94"/>
                </a:lnTo>
                <a:lnTo>
                  <a:pt x="276" y="88"/>
                </a:lnTo>
                <a:lnTo>
                  <a:pt x="280" y="83"/>
                </a:lnTo>
                <a:lnTo>
                  <a:pt x="284" y="77"/>
                </a:lnTo>
                <a:lnTo>
                  <a:pt x="288" y="71"/>
                </a:lnTo>
                <a:lnTo>
                  <a:pt x="293" y="65"/>
                </a:lnTo>
                <a:lnTo>
                  <a:pt x="297" y="60"/>
                </a:lnTo>
                <a:lnTo>
                  <a:pt x="302" y="55"/>
                </a:lnTo>
                <a:lnTo>
                  <a:pt x="306" y="50"/>
                </a:lnTo>
                <a:lnTo>
                  <a:pt x="311" y="45"/>
                </a:lnTo>
                <a:lnTo>
                  <a:pt x="317" y="40"/>
                </a:lnTo>
                <a:lnTo>
                  <a:pt x="322" y="36"/>
                </a:lnTo>
                <a:lnTo>
                  <a:pt x="328" y="33"/>
                </a:lnTo>
                <a:lnTo>
                  <a:pt x="333" y="29"/>
                </a:lnTo>
                <a:lnTo>
                  <a:pt x="339" y="27"/>
                </a:lnTo>
                <a:lnTo>
                  <a:pt x="345" y="24"/>
                </a:lnTo>
                <a:lnTo>
                  <a:pt x="352" y="23"/>
                </a:lnTo>
                <a:lnTo>
                  <a:pt x="358" y="21"/>
                </a:lnTo>
                <a:lnTo>
                  <a:pt x="365" y="21"/>
                </a:lnTo>
                <a:lnTo>
                  <a:pt x="371" y="20"/>
                </a:lnTo>
                <a:lnTo>
                  <a:pt x="378" y="20"/>
                </a:lnTo>
                <a:lnTo>
                  <a:pt x="385" y="21"/>
                </a:lnTo>
                <a:lnTo>
                  <a:pt x="392" y="22"/>
                </a:lnTo>
                <a:lnTo>
                  <a:pt x="399" y="23"/>
                </a:lnTo>
                <a:lnTo>
                  <a:pt x="405" y="25"/>
                </a:lnTo>
                <a:lnTo>
                  <a:pt x="412" y="27"/>
                </a:lnTo>
                <a:lnTo>
                  <a:pt x="419" y="29"/>
                </a:lnTo>
                <a:lnTo>
                  <a:pt x="426" y="31"/>
                </a:lnTo>
                <a:lnTo>
                  <a:pt x="432" y="33"/>
                </a:lnTo>
                <a:lnTo>
                  <a:pt x="439" y="35"/>
                </a:lnTo>
                <a:lnTo>
                  <a:pt x="445" y="38"/>
                </a:lnTo>
                <a:lnTo>
                  <a:pt x="452" y="40"/>
                </a:lnTo>
                <a:lnTo>
                  <a:pt x="458" y="42"/>
                </a:lnTo>
                <a:lnTo>
                  <a:pt x="464" y="44"/>
                </a:lnTo>
                <a:lnTo>
                  <a:pt x="470" y="46"/>
                </a:lnTo>
                <a:lnTo>
                  <a:pt x="476" y="47"/>
                </a:lnTo>
                <a:lnTo>
                  <a:pt x="482" y="48"/>
                </a:lnTo>
                <a:lnTo>
                  <a:pt x="488" y="49"/>
                </a:lnTo>
                <a:lnTo>
                  <a:pt x="494" y="50"/>
                </a:lnTo>
                <a:lnTo>
                  <a:pt x="500" y="50"/>
                </a:lnTo>
                <a:lnTo>
                  <a:pt x="506" y="50"/>
                </a:lnTo>
                <a:lnTo>
                  <a:pt x="512" y="49"/>
                </a:lnTo>
                <a:lnTo>
                  <a:pt x="518" y="48"/>
                </a:lnTo>
                <a:lnTo>
                  <a:pt x="524" y="47"/>
                </a:lnTo>
                <a:lnTo>
                  <a:pt x="530" y="46"/>
                </a:lnTo>
                <a:lnTo>
                  <a:pt x="536" y="44"/>
                </a:lnTo>
                <a:lnTo>
                  <a:pt x="542" y="42"/>
                </a:lnTo>
                <a:lnTo>
                  <a:pt x="548" y="40"/>
                </a:lnTo>
                <a:lnTo>
                  <a:pt x="555" y="38"/>
                </a:lnTo>
                <a:lnTo>
                  <a:pt x="561" y="35"/>
                </a:lnTo>
                <a:lnTo>
                  <a:pt x="568" y="33"/>
                </a:lnTo>
                <a:lnTo>
                  <a:pt x="574" y="31"/>
                </a:lnTo>
                <a:lnTo>
                  <a:pt x="581" y="29"/>
                </a:lnTo>
                <a:lnTo>
                  <a:pt x="588" y="27"/>
                </a:lnTo>
                <a:lnTo>
                  <a:pt x="595" y="25"/>
                </a:lnTo>
                <a:lnTo>
                  <a:pt x="601" y="23"/>
                </a:lnTo>
                <a:lnTo>
                  <a:pt x="608" y="22"/>
                </a:lnTo>
                <a:lnTo>
                  <a:pt x="615" y="21"/>
                </a:lnTo>
                <a:lnTo>
                  <a:pt x="622" y="20"/>
                </a:lnTo>
                <a:lnTo>
                  <a:pt x="629" y="20"/>
                </a:lnTo>
                <a:lnTo>
                  <a:pt x="635" y="21"/>
                </a:lnTo>
                <a:lnTo>
                  <a:pt x="642" y="21"/>
                </a:lnTo>
                <a:lnTo>
                  <a:pt x="648" y="23"/>
                </a:lnTo>
                <a:lnTo>
                  <a:pt x="655" y="24"/>
                </a:lnTo>
                <a:lnTo>
                  <a:pt x="661" y="27"/>
                </a:lnTo>
                <a:lnTo>
                  <a:pt x="667" y="29"/>
                </a:lnTo>
                <a:lnTo>
                  <a:pt x="672" y="33"/>
                </a:lnTo>
                <a:lnTo>
                  <a:pt x="678" y="36"/>
                </a:lnTo>
                <a:lnTo>
                  <a:pt x="683" y="40"/>
                </a:lnTo>
                <a:lnTo>
                  <a:pt x="689" y="45"/>
                </a:lnTo>
                <a:lnTo>
                  <a:pt x="694" y="50"/>
                </a:lnTo>
                <a:lnTo>
                  <a:pt x="698" y="55"/>
                </a:lnTo>
                <a:lnTo>
                  <a:pt x="703" y="60"/>
                </a:lnTo>
                <a:lnTo>
                  <a:pt x="707" y="65"/>
                </a:lnTo>
                <a:lnTo>
                  <a:pt x="712" y="71"/>
                </a:lnTo>
                <a:lnTo>
                  <a:pt x="716" y="77"/>
                </a:lnTo>
                <a:lnTo>
                  <a:pt x="720" y="83"/>
                </a:lnTo>
                <a:lnTo>
                  <a:pt x="724" y="88"/>
                </a:lnTo>
                <a:lnTo>
                  <a:pt x="727" y="94"/>
                </a:lnTo>
                <a:lnTo>
                  <a:pt x="731" y="99"/>
                </a:lnTo>
                <a:lnTo>
                  <a:pt x="735" y="105"/>
                </a:lnTo>
                <a:lnTo>
                  <a:pt x="739" y="110"/>
                </a:lnTo>
                <a:lnTo>
                  <a:pt x="743" y="115"/>
                </a:lnTo>
                <a:lnTo>
                  <a:pt x="747" y="120"/>
                </a:lnTo>
                <a:lnTo>
                  <a:pt x="751" y="124"/>
                </a:lnTo>
                <a:lnTo>
                  <a:pt x="755" y="128"/>
                </a:lnTo>
                <a:lnTo>
                  <a:pt x="760" y="132"/>
                </a:lnTo>
                <a:lnTo>
                  <a:pt x="765" y="136"/>
                </a:lnTo>
                <a:lnTo>
                  <a:pt x="769" y="139"/>
                </a:lnTo>
                <a:lnTo>
                  <a:pt x="774" y="142"/>
                </a:lnTo>
                <a:lnTo>
                  <a:pt x="780" y="145"/>
                </a:lnTo>
                <a:lnTo>
                  <a:pt x="785" y="148"/>
                </a:lnTo>
                <a:lnTo>
                  <a:pt x="791" y="150"/>
                </a:lnTo>
                <a:lnTo>
                  <a:pt x="797" y="152"/>
                </a:lnTo>
                <a:lnTo>
                  <a:pt x="803" y="154"/>
                </a:lnTo>
                <a:lnTo>
                  <a:pt x="809" y="156"/>
                </a:lnTo>
                <a:lnTo>
                  <a:pt x="816" y="158"/>
                </a:lnTo>
                <a:lnTo>
                  <a:pt x="823" y="160"/>
                </a:lnTo>
                <a:lnTo>
                  <a:pt x="829" y="162"/>
                </a:lnTo>
                <a:lnTo>
                  <a:pt x="836" y="164"/>
                </a:lnTo>
                <a:lnTo>
                  <a:pt x="843" y="166"/>
                </a:lnTo>
                <a:lnTo>
                  <a:pt x="849" y="169"/>
                </a:lnTo>
                <a:lnTo>
                  <a:pt x="856" y="171"/>
                </a:lnTo>
                <a:lnTo>
                  <a:pt x="862" y="174"/>
                </a:lnTo>
                <a:lnTo>
                  <a:pt x="869" y="177"/>
                </a:lnTo>
                <a:lnTo>
                  <a:pt x="875" y="180"/>
                </a:lnTo>
                <a:lnTo>
                  <a:pt x="880" y="184"/>
                </a:lnTo>
                <a:lnTo>
                  <a:pt x="886" y="187"/>
                </a:lnTo>
                <a:lnTo>
                  <a:pt x="891" y="192"/>
                </a:lnTo>
                <a:lnTo>
                  <a:pt x="896" y="196"/>
                </a:lnTo>
                <a:lnTo>
                  <a:pt x="900" y="201"/>
                </a:lnTo>
                <a:lnTo>
                  <a:pt x="905" y="206"/>
                </a:lnTo>
                <a:lnTo>
                  <a:pt x="908" y="212"/>
                </a:lnTo>
                <a:lnTo>
                  <a:pt x="911" y="217"/>
                </a:lnTo>
                <a:lnTo>
                  <a:pt x="914" y="223"/>
                </a:lnTo>
                <a:lnTo>
                  <a:pt x="917" y="230"/>
                </a:lnTo>
                <a:lnTo>
                  <a:pt x="918" y="236"/>
                </a:lnTo>
                <a:lnTo>
                  <a:pt x="920" y="243"/>
                </a:lnTo>
                <a:lnTo>
                  <a:pt x="921" y="249"/>
                </a:lnTo>
                <a:lnTo>
                  <a:pt x="922" y="256"/>
                </a:lnTo>
                <a:lnTo>
                  <a:pt x="923" y="263"/>
                </a:lnTo>
                <a:lnTo>
                  <a:pt x="923" y="270"/>
                </a:lnTo>
                <a:lnTo>
                  <a:pt x="923" y="277"/>
                </a:lnTo>
                <a:lnTo>
                  <a:pt x="923" y="284"/>
                </a:lnTo>
                <a:lnTo>
                  <a:pt x="923" y="291"/>
                </a:lnTo>
                <a:lnTo>
                  <a:pt x="923" y="298"/>
                </a:lnTo>
                <a:lnTo>
                  <a:pt x="923" y="305"/>
                </a:lnTo>
                <a:lnTo>
                  <a:pt x="923" y="312"/>
                </a:lnTo>
                <a:lnTo>
                  <a:pt x="922" y="319"/>
                </a:lnTo>
                <a:lnTo>
                  <a:pt x="923" y="325"/>
                </a:lnTo>
                <a:lnTo>
                  <a:pt x="923" y="331"/>
                </a:lnTo>
                <a:lnTo>
                  <a:pt x="923" y="338"/>
                </a:lnTo>
                <a:lnTo>
                  <a:pt x="924" y="344"/>
                </a:lnTo>
                <a:lnTo>
                  <a:pt x="925" y="350"/>
                </a:lnTo>
                <a:lnTo>
                  <a:pt x="926" y="355"/>
                </a:lnTo>
                <a:lnTo>
                  <a:pt x="928" y="361"/>
                </a:lnTo>
                <a:lnTo>
                  <a:pt x="930" y="366"/>
                </a:lnTo>
                <a:lnTo>
                  <a:pt x="932" y="372"/>
                </a:lnTo>
                <a:lnTo>
                  <a:pt x="935" y="377"/>
                </a:lnTo>
                <a:lnTo>
                  <a:pt x="938" y="383"/>
                </a:lnTo>
                <a:lnTo>
                  <a:pt x="941" y="388"/>
                </a:lnTo>
                <a:lnTo>
                  <a:pt x="945" y="393"/>
                </a:lnTo>
                <a:lnTo>
                  <a:pt x="948" y="399"/>
                </a:lnTo>
                <a:lnTo>
                  <a:pt x="952" y="404"/>
                </a:lnTo>
                <a:lnTo>
                  <a:pt x="956" y="409"/>
                </a:lnTo>
                <a:lnTo>
                  <a:pt x="961" y="415"/>
                </a:lnTo>
                <a:lnTo>
                  <a:pt x="965" y="420"/>
                </a:lnTo>
                <a:lnTo>
                  <a:pt x="969" y="426"/>
                </a:lnTo>
                <a:lnTo>
                  <a:pt x="973" y="431"/>
                </a:lnTo>
                <a:lnTo>
                  <a:pt x="977" y="437"/>
                </a:lnTo>
                <a:lnTo>
                  <a:pt x="981" y="443"/>
                </a:lnTo>
                <a:lnTo>
                  <a:pt x="985" y="449"/>
                </a:lnTo>
                <a:lnTo>
                  <a:pt x="988" y="455"/>
                </a:lnTo>
                <a:lnTo>
                  <a:pt x="991" y="461"/>
                </a:lnTo>
                <a:lnTo>
                  <a:pt x="994" y="468"/>
                </a:lnTo>
                <a:lnTo>
                  <a:pt x="996" y="474"/>
                </a:lnTo>
                <a:lnTo>
                  <a:pt x="998" y="480"/>
                </a:lnTo>
                <a:lnTo>
                  <a:pt x="999" y="487"/>
                </a:lnTo>
                <a:lnTo>
                  <a:pt x="1000" y="493"/>
                </a:lnTo>
                <a:close/>
              </a:path>
            </a:pathLst>
          </a:custGeom>
          <a:solidFill>
            <a:srgbClr val="85C227"/>
          </a:solidFill>
          <a:ln w="762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23499" y="2229307"/>
            <a:ext cx="5819241" cy="5819241"/>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635f57b7abf.png"/>
          <p:cNvPicPr>
            <a:picLocks noChangeAspect="1"/>
          </p:cNvPicPr>
          <p:nvPr/>
        </p:nvPicPr>
        <p:blipFill>
          <a:blip r:embed="rId2"/>
          <a:stretch>
            <a:fillRect/>
          </a:stretch>
        </p:blipFill>
        <p:spPr>
          <a:xfrm>
            <a:off x="10820095" y="2425903"/>
            <a:ext cx="5426049" cy="5426049"/>
          </a:xfrm>
          <a:prstGeom prst="rect">
            <a:avLst/>
          </a:prstGeom>
        </p:spPr>
      </p:pic>
      <p:sp>
        <p:nvSpPr>
          <p:cNvPr id="6" name="Rectangle 5"/>
          <p:cNvSpPr/>
          <p:nvPr/>
        </p:nvSpPr>
        <p:spPr>
          <a:xfrm>
            <a:off x="1097280" y="12984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65960" y="1143000"/>
            <a:ext cx="9144000" cy="457200"/>
          </a:xfrm>
          <a:prstGeom prst="rect">
            <a:avLst/>
          </a:prstGeom>
          <a:noFill/>
        </p:spPr>
        <p:txBody>
          <a:bodyPr wrap="square" anchor="t" lIns="0" rIns="0" tIns="0" bIns="0">
            <a:spAutoFit/>
          </a:bodyPr>
          <a:lstStyle/>
          <a:p>
            <a:pPr algn="l">
              <a:lnSpc>
                <a:spcPct val="100000"/>
              </a:lnSpc>
            </a:pPr>
            <a:r>
              <a:rPr sz="2000" b="1" spc="300">
                <a:solidFill>
                  <a:srgbClr val="85C227"/>
                </a:solidFill>
                <a:latin typeface="Montserrat"/>
              </a:rPr>
              <a:t>PARTE 1 · PRESENÇA</a:t>
            </a:r>
          </a:p>
        </p:txBody>
      </p:sp>
      <p:sp>
        <p:nvSpPr>
          <p:cNvPr id="8" name="TextBox 7"/>
          <p:cNvSpPr txBox="1"/>
          <p:nvPr/>
        </p:nvSpPr>
        <p:spPr>
          <a:xfrm>
            <a:off x="1097280" y="1828800"/>
            <a:ext cx="7498079" cy="4023360"/>
          </a:xfrm>
          <a:prstGeom prst="rect">
            <a:avLst/>
          </a:prstGeom>
          <a:noFill/>
        </p:spPr>
        <p:txBody>
          <a:bodyPr wrap="square" anchor="t" lIns="0" rIns="0" tIns="0" bIns="0">
            <a:spAutoFit/>
          </a:bodyPr>
          <a:lstStyle/>
          <a:p>
            <a:pPr algn="l">
              <a:lnSpc>
                <a:spcPct val="90000"/>
              </a:lnSpc>
            </a:pPr>
            <a:r>
              <a:rPr sz="13000" b="1" spc="-200">
                <a:solidFill>
                  <a:srgbClr val="FFFFFF"/>
                </a:solidFill>
                <a:latin typeface="Montserrat"/>
              </a:rPr>
              <a:t>Não seja</a:t>
            </a:r>
          </a:p>
          <a:p>
            <a:pPr algn="l">
              <a:lnSpc>
                <a:spcPct val="90000"/>
              </a:lnSpc>
            </a:pPr>
            <a:r>
              <a:rPr sz="13000" b="1" spc="-200">
                <a:solidFill>
                  <a:srgbClr val="FFFFFF"/>
                </a:solidFill>
                <a:latin typeface="Montserrat"/>
              </a:rPr>
              <a:t>omisso.</a:t>
            </a:r>
          </a:p>
        </p:txBody>
      </p:sp>
      <p:sp>
        <p:nvSpPr>
          <p:cNvPr id="9" name="Oval 8"/>
          <p:cNvSpPr/>
          <p:nvPr/>
        </p:nvSpPr>
        <p:spPr>
          <a:xfrm>
            <a:off x="1097280" y="5916168"/>
            <a:ext cx="566928" cy="566928"/>
          </a:xfrm>
          <a:prstGeom prst="ellipse">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916168"/>
            <a:ext cx="566928" cy="566928"/>
          </a:xfrm>
          <a:prstGeom prst="rect">
            <a:avLst/>
          </a:prstGeom>
          <a:noFill/>
        </p:spPr>
        <p:txBody>
          <a:bodyPr wrap="square" anchor="ctr" lIns="0" rIns="0" tIns="0" bIns="0">
            <a:spAutoFit/>
          </a:bodyPr>
          <a:lstStyle/>
          <a:p>
            <a:pPr algn="ctr">
              <a:lnSpc>
                <a:spcPct val="100000"/>
              </a:lnSpc>
            </a:pPr>
            <a:r>
              <a:rPr sz="3000" b="1">
                <a:solidFill>
                  <a:srgbClr val="036554"/>
                </a:solidFill>
                <a:latin typeface="Montserrat"/>
              </a:rPr>
              <a:t>✓</a:t>
            </a:r>
          </a:p>
        </p:txBody>
      </p:sp>
      <p:sp>
        <p:nvSpPr>
          <p:cNvPr id="11" name="TextBox 10"/>
          <p:cNvSpPr txBox="1"/>
          <p:nvPr/>
        </p:nvSpPr>
        <p:spPr>
          <a:xfrm>
            <a:off x="1965960" y="5806440"/>
            <a:ext cx="6400800" cy="777240"/>
          </a:xfrm>
          <a:prstGeom prst="rect">
            <a:avLst/>
          </a:prstGeom>
          <a:noFill/>
        </p:spPr>
        <p:txBody>
          <a:bodyPr wrap="square" anchor="ctr" lIns="0" rIns="0" tIns="0" bIns="0">
            <a:spAutoFit/>
          </a:bodyPr>
          <a:lstStyle/>
          <a:p>
            <a:pPr algn="l">
              <a:lnSpc>
                <a:spcPct val="100000"/>
              </a:lnSpc>
            </a:pPr>
            <a:r>
              <a:rPr sz="5400" b="1" spc="-50">
                <a:solidFill>
                  <a:srgbClr val="85C227"/>
                </a:solidFill>
                <a:latin typeface="Montserrat"/>
              </a:rPr>
              <a:t>Seja presente.</a:t>
            </a:r>
          </a:p>
        </p:txBody>
      </p:sp>
      <p:sp>
        <p:nvSpPr>
          <p:cNvPr id="12" name="Oval 11"/>
          <p:cNvSpPr/>
          <p:nvPr/>
        </p:nvSpPr>
        <p:spPr>
          <a:xfrm>
            <a:off x="1097280" y="6967728"/>
            <a:ext cx="566928" cy="566928"/>
          </a:xfrm>
          <a:prstGeom prst="ellipse">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6967728"/>
            <a:ext cx="566928" cy="566928"/>
          </a:xfrm>
          <a:prstGeom prst="rect">
            <a:avLst/>
          </a:prstGeom>
          <a:noFill/>
        </p:spPr>
        <p:txBody>
          <a:bodyPr wrap="square" anchor="ctr" lIns="0" rIns="0" tIns="0" bIns="0">
            <a:spAutoFit/>
          </a:bodyPr>
          <a:lstStyle/>
          <a:p>
            <a:pPr algn="ctr">
              <a:lnSpc>
                <a:spcPct val="100000"/>
              </a:lnSpc>
            </a:pPr>
            <a:r>
              <a:rPr sz="3000" b="1">
                <a:solidFill>
                  <a:srgbClr val="036554"/>
                </a:solidFill>
                <a:latin typeface="Montserrat"/>
              </a:rPr>
              <a:t>✓</a:t>
            </a:r>
          </a:p>
        </p:txBody>
      </p:sp>
      <p:sp>
        <p:nvSpPr>
          <p:cNvPr id="14" name="TextBox 13"/>
          <p:cNvSpPr txBox="1"/>
          <p:nvPr/>
        </p:nvSpPr>
        <p:spPr>
          <a:xfrm>
            <a:off x="1965960" y="6858000"/>
            <a:ext cx="6400800" cy="777240"/>
          </a:xfrm>
          <a:prstGeom prst="rect">
            <a:avLst/>
          </a:prstGeom>
          <a:noFill/>
        </p:spPr>
        <p:txBody>
          <a:bodyPr wrap="square" anchor="ctr" lIns="0" rIns="0" tIns="0" bIns="0">
            <a:spAutoFit/>
          </a:bodyPr>
          <a:lstStyle/>
          <a:p>
            <a:pPr algn="l">
              <a:lnSpc>
                <a:spcPct val="100000"/>
              </a:lnSpc>
            </a:pPr>
            <a:r>
              <a:rPr sz="5400" b="1" spc="-50">
                <a:solidFill>
                  <a:srgbClr val="85C227"/>
                </a:solidFill>
                <a:latin typeface="Montserrat"/>
              </a:rPr>
              <a:t>Esteja atento!</a:t>
            </a:r>
          </a:p>
        </p:txBody>
      </p:sp>
      <p:pic>
        <p:nvPicPr>
          <p:cNvPr id="15" name="Picture 14" descr="logo_h_white.png"/>
          <p:cNvPicPr>
            <a:picLocks noChangeAspect="1"/>
          </p:cNvPicPr>
          <p:nvPr/>
        </p:nvPicPr>
        <p:blipFill>
          <a:blip r:embed="rId3"/>
          <a:stretch>
            <a:fillRect/>
          </a:stretch>
        </p:blipFill>
        <p:spPr>
          <a:xfrm>
            <a:off x="1097280" y="9235440"/>
            <a:ext cx="1569746" cy="5943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0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591a32ab03f7.jpg"/>
          <p:cNvPicPr>
            <a:picLocks noChangeAspect="1"/>
          </p:cNvPicPr>
          <p:nvPr/>
        </p:nvPicPr>
        <p:blipFill>
          <a:blip r:embed="rId2"/>
          <a:stretch>
            <a:fillRect/>
          </a:stretch>
        </p:blipFill>
        <p:spPr>
          <a:xfrm>
            <a:off x="0" y="0"/>
            <a:ext cx="18288000" cy="10287000"/>
          </a:xfrm>
          <a:prstGeom prst="rect">
            <a:avLst/>
          </a:prstGeom>
        </p:spPr>
      </p:pic>
      <p:sp>
        <p:nvSpPr>
          <p:cNvPr id="4" name="Rectangle 3"/>
          <p:cNvSpPr/>
          <p:nvPr/>
        </p:nvSpPr>
        <p:spPr>
          <a:xfrm>
            <a:off x="0" y="0"/>
            <a:ext cx="18288000" cy="10287000"/>
          </a:xfrm>
          <a:prstGeom prst="rect">
            <a:avLst/>
          </a:prstGeom>
          <a:gradFill rotWithShape="1">
            <a:gsLst>
              <a:gs pos="0">
                <a:srgbClr val="002B52">
                  <a:alpha val="0"/>
                </a:srgbClr>
              </a:gs>
              <a:gs pos="45000">
                <a:srgbClr val="002B52">
                  <a:alpha val="15000"/>
                </a:srgbClr>
              </a:gs>
              <a:gs pos="100000">
                <a:srgbClr val="002B52">
                  <a:alpha val="92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 y="10698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65960" y="914400"/>
            <a:ext cx="9144000" cy="457200"/>
          </a:xfrm>
          <a:prstGeom prst="rect">
            <a:avLst/>
          </a:prstGeom>
          <a:noFill/>
        </p:spPr>
        <p:txBody>
          <a:bodyPr wrap="square" anchor="t" lIns="0" rIns="0" tIns="0" bIns="0">
            <a:spAutoFit/>
          </a:bodyPr>
          <a:lstStyle/>
          <a:p>
            <a:pPr algn="l">
              <a:lnSpc>
                <a:spcPct val="100000"/>
              </a:lnSpc>
            </a:pPr>
            <a:r>
              <a:rPr sz="2000" b="1" spc="300">
                <a:solidFill>
                  <a:srgbClr val="FFFFFF"/>
                </a:solidFill>
                <a:latin typeface="Montserrat"/>
              </a:rPr>
              <a:t>PARTE 1 · PRESENÇA</a:t>
            </a:r>
          </a:p>
        </p:txBody>
      </p:sp>
      <p:sp>
        <p:nvSpPr>
          <p:cNvPr id="7" name="TextBox 6"/>
          <p:cNvSpPr txBox="1"/>
          <p:nvPr/>
        </p:nvSpPr>
        <p:spPr>
          <a:xfrm>
            <a:off x="1097280" y="5486400"/>
            <a:ext cx="15544800" cy="4023360"/>
          </a:xfrm>
          <a:prstGeom prst="rect">
            <a:avLst/>
          </a:prstGeom>
          <a:noFill/>
        </p:spPr>
        <p:txBody>
          <a:bodyPr wrap="square" anchor="b" lIns="0" rIns="0" tIns="0" bIns="0">
            <a:spAutoFit/>
          </a:bodyPr>
          <a:lstStyle/>
          <a:p>
            <a:pPr algn="l">
              <a:lnSpc>
                <a:spcPct val="95000"/>
              </a:lnSpc>
            </a:pPr>
            <a:r>
              <a:rPr sz="10500" b="1" spc="-150">
                <a:solidFill>
                  <a:srgbClr val="FFFFFF"/>
                </a:solidFill>
                <a:latin typeface="Montserrat"/>
              </a:rPr>
              <a:t>Estar por perto</a:t>
            </a:r>
          </a:p>
          <a:p>
            <a:pPr algn="l">
              <a:lnSpc>
                <a:spcPct val="95000"/>
              </a:lnSpc>
            </a:pPr>
            <a:r>
              <a:rPr sz="6200" b="0">
                <a:solidFill>
                  <a:srgbClr val="FFFFFF"/>
                </a:solidFill>
                <a:latin typeface="Montserrat"/>
              </a:rPr>
              <a:t>não é o mesmo que </a:t>
            </a:r>
            <a:r>
              <a:rPr sz="6200" b="1">
                <a:solidFill>
                  <a:srgbClr val="85C227"/>
                </a:solidFill>
                <a:latin typeface="Montserrat"/>
              </a:rPr>
              <a:t>estar presente!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2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822960"/>
            <a:ext cx="8778240" cy="8778240"/>
          </a:xfrm>
          <a:custGeom>
            <a:avLst/>
            <a:gdLst/>
            <a:ahLst/>
            <a:cxnLst/>
            <a:rect l="0" t="0" r="r" b="b"/>
            <a:pathLst>
              <a:path w="1000" h="1000">
                <a:moveTo>
                  <a:pt x="960" y="511"/>
                </a:moveTo>
                <a:cubicBezTo>
                  <a:pt x="956" y="644"/>
                  <a:pt x="856" y="821"/>
                  <a:pt x="760" y="895"/>
                </a:cubicBezTo>
                <a:cubicBezTo>
                  <a:pt x="665" y="970"/>
                  <a:pt x="507" y="985"/>
                  <a:pt x="387" y="960"/>
                </a:cubicBezTo>
                <a:cubicBezTo>
                  <a:pt x="267" y="935"/>
                  <a:pt x="88" y="852"/>
                  <a:pt x="40" y="743"/>
                </a:cubicBezTo>
                <a:cubicBezTo>
                  <a:pt x="0" y="635"/>
                  <a:pt x="40" y="426"/>
                  <a:pt x="97" y="309"/>
                </a:cubicBezTo>
                <a:cubicBezTo>
                  <a:pt x="154" y="191"/>
                  <a:pt x="268" y="75"/>
                  <a:pt x="382" y="40"/>
                </a:cubicBezTo>
                <a:cubicBezTo>
                  <a:pt x="497" y="5"/>
                  <a:pt x="686" y="18"/>
                  <a:pt x="782" y="97"/>
                </a:cubicBezTo>
                <a:cubicBezTo>
                  <a:pt x="878" y="175"/>
                  <a:pt x="964" y="378"/>
                  <a:pt x="960" y="511"/>
                </a:cubicBezTo>
                <a:close/>
              </a:path>
            </a:pathLst>
          </a:cu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6602fd4dd62.png"/>
          <p:cNvPicPr>
            <a:picLocks noChangeAspect="1"/>
          </p:cNvPicPr>
          <p:nvPr/>
        </p:nvPicPr>
        <p:blipFill>
          <a:blip r:embed="rId2"/>
          <a:stretch>
            <a:fillRect/>
          </a:stretch>
        </p:blipFill>
        <p:spPr>
          <a:xfrm>
            <a:off x="868680" y="1097280"/>
            <a:ext cx="8229600" cy="8229600"/>
          </a:xfrm>
          <a:prstGeom prst="rect">
            <a:avLst/>
          </a:prstGeom>
        </p:spPr>
      </p:pic>
      <p:sp>
        <p:nvSpPr>
          <p:cNvPr id="5" name="Rectangle 4"/>
          <p:cNvSpPr/>
          <p:nvPr/>
        </p:nvSpPr>
        <p:spPr>
          <a:xfrm>
            <a:off x="10058400" y="12984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7080" y="1143000"/>
            <a:ext cx="9144000" cy="457200"/>
          </a:xfrm>
          <a:prstGeom prst="rect">
            <a:avLst/>
          </a:prstGeom>
          <a:noFill/>
        </p:spPr>
        <p:txBody>
          <a:bodyPr wrap="square" anchor="t" lIns="0" rIns="0" tIns="0" bIns="0">
            <a:spAutoFit/>
          </a:bodyPr>
          <a:lstStyle/>
          <a:p>
            <a:pPr algn="l">
              <a:lnSpc>
                <a:spcPct val="100000"/>
              </a:lnSpc>
            </a:pPr>
            <a:r>
              <a:rPr sz="2000" b="1" spc="300">
                <a:solidFill>
                  <a:srgbClr val="5E9E17"/>
                </a:solidFill>
                <a:latin typeface="Montserrat"/>
              </a:rPr>
              <a:t>PARTE 1 · PRESENÇA</a:t>
            </a:r>
          </a:p>
        </p:txBody>
      </p:sp>
      <p:sp>
        <p:nvSpPr>
          <p:cNvPr id="7" name="TextBox 6"/>
          <p:cNvSpPr txBox="1"/>
          <p:nvPr/>
        </p:nvSpPr>
        <p:spPr>
          <a:xfrm>
            <a:off x="10058400" y="1920240"/>
            <a:ext cx="7680960" cy="5943600"/>
          </a:xfrm>
          <a:prstGeom prst="rect">
            <a:avLst/>
          </a:prstGeom>
          <a:noFill/>
        </p:spPr>
        <p:txBody>
          <a:bodyPr wrap="square" anchor="ctr" lIns="0" rIns="0" tIns="0" bIns="0">
            <a:spAutoFit/>
          </a:bodyPr>
          <a:lstStyle/>
          <a:p>
            <a:pPr algn="l">
              <a:lnSpc>
                <a:spcPct val="95000"/>
              </a:lnSpc>
            </a:pPr>
            <a:r>
              <a:rPr sz="8100" b="1" spc="-150">
                <a:solidFill>
                  <a:srgbClr val="004380"/>
                </a:solidFill>
                <a:latin typeface="Montserrat"/>
              </a:rPr>
              <a:t>A sua maneira</a:t>
            </a:r>
          </a:p>
          <a:p>
            <a:pPr algn="l">
              <a:lnSpc>
                <a:spcPct val="95000"/>
              </a:lnSpc>
            </a:pPr>
            <a:r>
              <a:rPr sz="8100" b="1" spc="-150">
                <a:solidFill>
                  <a:srgbClr val="004380"/>
                </a:solidFill>
                <a:latin typeface="Montserrat"/>
              </a:rPr>
              <a:t>de educar</a:t>
            </a:r>
          </a:p>
          <a:p>
            <a:pPr algn="l">
              <a:lnSpc>
                <a:spcPct val="95000"/>
              </a:lnSpc>
            </a:pPr>
            <a:r>
              <a:rPr sz="1800">
                <a:latin typeface="Montserrat"/>
              </a:rPr>
              <a:t> </a:t>
            </a:r>
          </a:p>
          <a:p>
            <a:pPr algn="l">
              <a:lnSpc>
                <a:spcPct val="95000"/>
              </a:lnSpc>
            </a:pPr>
            <a:r>
              <a:rPr sz="8100" b="1" spc="-150">
                <a:solidFill>
                  <a:srgbClr val="0263BA"/>
                </a:solidFill>
                <a:latin typeface="Montserrat"/>
              </a:rPr>
              <a:t>impacta a vida</a:t>
            </a:r>
          </a:p>
          <a:p>
            <a:pPr algn="l">
              <a:lnSpc>
                <a:spcPct val="95000"/>
              </a:lnSpc>
            </a:pPr>
            <a:r>
              <a:rPr sz="8100" b="1" spc="-150">
                <a:solidFill>
                  <a:srgbClr val="0263BA"/>
                </a:solidFill>
                <a:latin typeface="Montserrat"/>
              </a:rPr>
              <a:t>do seu filho.</a:t>
            </a:r>
          </a:p>
        </p:txBody>
      </p:sp>
      <p:sp>
        <p:nvSpPr>
          <p:cNvPr id="8" name="Rectangle 7"/>
          <p:cNvSpPr/>
          <p:nvPr/>
        </p:nvSpPr>
        <p:spPr>
          <a:xfrm>
            <a:off x="10058400" y="8183879"/>
            <a:ext cx="1463040" cy="109728"/>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ogo_h.png"/>
          <p:cNvPicPr>
            <a:picLocks noChangeAspect="1"/>
          </p:cNvPicPr>
          <p:nvPr/>
        </p:nvPicPr>
        <p:blipFill>
          <a:blip r:embed="rId3"/>
          <a:stretch>
            <a:fillRect/>
          </a:stretch>
        </p:blipFill>
        <p:spPr>
          <a:xfrm>
            <a:off x="1097280" y="9235440"/>
            <a:ext cx="1569746" cy="5943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263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0" y="0"/>
            <a:ext cx="9144000" cy="10287000"/>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355080" y="2354580"/>
            <a:ext cx="5577840" cy="55778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9b0d0cec4a64.png"/>
          <p:cNvPicPr>
            <a:picLocks noChangeAspect="1"/>
          </p:cNvPicPr>
          <p:nvPr/>
        </p:nvPicPr>
        <p:blipFill>
          <a:blip r:embed="rId2"/>
          <a:stretch>
            <a:fillRect/>
          </a:stretch>
        </p:blipFill>
        <p:spPr>
          <a:xfrm>
            <a:off x="6583680" y="2583180"/>
            <a:ext cx="5120640" cy="5120640"/>
          </a:xfrm>
          <a:prstGeom prst="rect">
            <a:avLst/>
          </a:prstGeom>
        </p:spPr>
      </p:pic>
      <p:sp>
        <p:nvSpPr>
          <p:cNvPr id="6" name="Rectangle 5"/>
          <p:cNvSpPr/>
          <p:nvPr/>
        </p:nvSpPr>
        <p:spPr>
          <a:xfrm>
            <a:off x="1097280" y="10698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65960" y="914400"/>
            <a:ext cx="9144000" cy="457200"/>
          </a:xfrm>
          <a:prstGeom prst="rect">
            <a:avLst/>
          </a:prstGeom>
          <a:noFill/>
        </p:spPr>
        <p:txBody>
          <a:bodyPr wrap="square" anchor="t" lIns="0" rIns="0" tIns="0" bIns="0">
            <a:spAutoFit/>
          </a:bodyPr>
          <a:lstStyle/>
          <a:p>
            <a:pPr algn="l">
              <a:lnSpc>
                <a:spcPct val="100000"/>
              </a:lnSpc>
            </a:pPr>
            <a:r>
              <a:rPr sz="2000" b="1" spc="300">
                <a:solidFill>
                  <a:srgbClr val="FFFFFF"/>
                </a:solidFill>
                <a:latin typeface="Montserrat"/>
              </a:rPr>
              <a:t>PARTE 1 · PRESENÇA</a:t>
            </a:r>
          </a:p>
        </p:txBody>
      </p:sp>
      <p:sp>
        <p:nvSpPr>
          <p:cNvPr id="8" name="TextBox 7"/>
          <p:cNvSpPr txBox="1"/>
          <p:nvPr/>
        </p:nvSpPr>
        <p:spPr>
          <a:xfrm>
            <a:off x="1097280" y="2651760"/>
            <a:ext cx="5760720" cy="4937760"/>
          </a:xfrm>
          <a:prstGeom prst="rect">
            <a:avLst/>
          </a:prstGeom>
          <a:noFill/>
        </p:spPr>
        <p:txBody>
          <a:bodyPr wrap="square" anchor="ctr" lIns="0" rIns="0" tIns="0" bIns="0">
            <a:spAutoFit/>
          </a:bodyPr>
          <a:lstStyle/>
          <a:p>
            <a:pPr algn="l">
              <a:lnSpc>
                <a:spcPct val="95000"/>
              </a:lnSpc>
            </a:pPr>
            <a:r>
              <a:rPr sz="5400" b="0">
                <a:solidFill>
                  <a:srgbClr val="FFFFFF"/>
                </a:solidFill>
                <a:latin typeface="Montserrat"/>
              </a:rPr>
              <a:t>Nada é</a:t>
            </a:r>
          </a:p>
          <a:p>
            <a:pPr algn="l">
              <a:lnSpc>
                <a:spcPct val="95000"/>
              </a:lnSpc>
            </a:pPr>
            <a:r>
              <a:rPr sz="13000" b="1" spc="-200">
                <a:solidFill>
                  <a:srgbClr val="FFFFFF"/>
                </a:solidFill>
                <a:latin typeface="Montserrat"/>
              </a:rPr>
              <a:t>ruim</a:t>
            </a:r>
          </a:p>
          <a:p>
            <a:pPr algn="l">
              <a:lnSpc>
                <a:spcPct val="95000"/>
              </a:lnSpc>
            </a:pPr>
            <a:r>
              <a:rPr sz="5400" b="0">
                <a:solidFill>
                  <a:srgbClr val="FFFFFF"/>
                </a:solidFill>
                <a:latin typeface="Montserrat"/>
              </a:rPr>
              <a:t>totalmente.</a:t>
            </a:r>
          </a:p>
        </p:txBody>
      </p:sp>
      <p:sp>
        <p:nvSpPr>
          <p:cNvPr id="9" name="TextBox 8"/>
          <p:cNvSpPr txBox="1"/>
          <p:nvPr/>
        </p:nvSpPr>
        <p:spPr>
          <a:xfrm>
            <a:off x="11430000" y="2651760"/>
            <a:ext cx="5760720" cy="4937760"/>
          </a:xfrm>
          <a:prstGeom prst="rect">
            <a:avLst/>
          </a:prstGeom>
          <a:noFill/>
        </p:spPr>
        <p:txBody>
          <a:bodyPr wrap="square" anchor="ctr" lIns="0" rIns="0" tIns="0" bIns="0">
            <a:spAutoFit/>
          </a:bodyPr>
          <a:lstStyle/>
          <a:p>
            <a:pPr algn="r">
              <a:lnSpc>
                <a:spcPct val="95000"/>
              </a:lnSpc>
            </a:pPr>
            <a:r>
              <a:rPr sz="5400" b="0">
                <a:solidFill>
                  <a:srgbClr val="036554"/>
                </a:solidFill>
                <a:latin typeface="Montserrat"/>
              </a:rPr>
              <a:t>Nada é</a:t>
            </a:r>
          </a:p>
          <a:p>
            <a:pPr algn="r">
              <a:lnSpc>
                <a:spcPct val="95000"/>
              </a:lnSpc>
            </a:pPr>
            <a:r>
              <a:rPr sz="13000" b="1" spc="-200">
                <a:solidFill>
                  <a:srgbClr val="036554"/>
                </a:solidFill>
                <a:latin typeface="Montserrat"/>
              </a:rPr>
              <a:t>bom</a:t>
            </a:r>
          </a:p>
          <a:p>
            <a:pPr algn="r">
              <a:lnSpc>
                <a:spcPct val="95000"/>
              </a:lnSpc>
            </a:pPr>
            <a:r>
              <a:rPr sz="5400" b="0">
                <a:solidFill>
                  <a:srgbClr val="036554"/>
                </a:solidFill>
                <a:latin typeface="Montserrat"/>
              </a:rPr>
              <a:t>totalmente.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0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63c65e39fdd1.jpg"/>
          <p:cNvPicPr>
            <a:picLocks noChangeAspect="1"/>
          </p:cNvPicPr>
          <p:nvPr/>
        </p:nvPicPr>
        <p:blipFill>
          <a:blip r:embed="rId2"/>
          <a:stretch>
            <a:fillRect/>
          </a:stretch>
        </p:blipFill>
        <p:spPr>
          <a:xfrm>
            <a:off x="0" y="0"/>
            <a:ext cx="18288000" cy="10287000"/>
          </a:xfrm>
          <a:prstGeom prst="rect">
            <a:avLst/>
          </a:prstGeom>
        </p:spPr>
      </p:pic>
      <p:sp>
        <p:nvSpPr>
          <p:cNvPr id="4" name="Rectangle 3"/>
          <p:cNvSpPr/>
          <p:nvPr/>
        </p:nvSpPr>
        <p:spPr>
          <a:xfrm>
            <a:off x="0" y="0"/>
            <a:ext cx="18288000" cy="10287000"/>
          </a:xfrm>
          <a:prstGeom prst="rect">
            <a:avLst/>
          </a:prstGeom>
          <a:gradFill rotWithShape="1">
            <a:gsLst>
              <a:gs pos="0">
                <a:srgbClr val="002B52">
                  <a:alpha val="92000"/>
                </a:srgbClr>
              </a:gs>
              <a:gs pos="50000">
                <a:srgbClr val="002B52">
                  <a:alpha val="55000"/>
                </a:srgbClr>
              </a:gs>
              <a:gs pos="75000">
                <a:srgbClr val="002B52">
                  <a:alpha val="0"/>
                </a:srgb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 y="10698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65960" y="914400"/>
            <a:ext cx="9144000" cy="457200"/>
          </a:xfrm>
          <a:prstGeom prst="rect">
            <a:avLst/>
          </a:prstGeom>
          <a:noFill/>
        </p:spPr>
        <p:txBody>
          <a:bodyPr wrap="square" anchor="t" lIns="0" rIns="0" tIns="0" bIns="0">
            <a:spAutoFit/>
          </a:bodyPr>
          <a:lstStyle/>
          <a:p>
            <a:pPr algn="l">
              <a:lnSpc>
                <a:spcPct val="100000"/>
              </a:lnSpc>
            </a:pPr>
            <a:r>
              <a:rPr sz="2000" b="1" spc="300">
                <a:solidFill>
                  <a:srgbClr val="FFFFFF"/>
                </a:solidFill>
                <a:latin typeface="Montserrat"/>
              </a:rPr>
              <a:t>PARTE 1 · PRESENÇA</a:t>
            </a:r>
          </a:p>
        </p:txBody>
      </p:sp>
      <p:sp>
        <p:nvSpPr>
          <p:cNvPr id="7" name="TextBox 6"/>
          <p:cNvSpPr txBox="1"/>
          <p:nvPr/>
        </p:nvSpPr>
        <p:spPr>
          <a:xfrm>
            <a:off x="1097280" y="2194560"/>
            <a:ext cx="9601200" cy="6400800"/>
          </a:xfrm>
          <a:prstGeom prst="rect">
            <a:avLst/>
          </a:prstGeom>
          <a:noFill/>
        </p:spPr>
        <p:txBody>
          <a:bodyPr wrap="square" anchor="ctr" lIns="0" rIns="0" tIns="0" bIns="0">
            <a:spAutoFit/>
          </a:bodyPr>
          <a:lstStyle/>
          <a:p>
            <a:pPr algn="l">
              <a:lnSpc>
                <a:spcPct val="95000"/>
              </a:lnSpc>
            </a:pPr>
            <a:r>
              <a:rPr sz="4000" b="0">
                <a:solidFill>
                  <a:srgbClr val="FFFFFF"/>
                </a:solidFill>
                <a:latin typeface="Montserrat"/>
              </a:rPr>
              <a:t>Eu quero que daqui a alguns anos</a:t>
            </a:r>
          </a:p>
          <a:p>
            <a:pPr algn="l">
              <a:lnSpc>
                <a:spcPct val="95000"/>
              </a:lnSpc>
            </a:pPr>
            <a:r>
              <a:rPr sz="4000" b="0">
                <a:solidFill>
                  <a:srgbClr val="FFFFFF"/>
                </a:solidFill>
                <a:latin typeface="Montserrat"/>
              </a:rPr>
              <a:t>você tenha um</a:t>
            </a:r>
          </a:p>
          <a:p>
            <a:pPr algn="l">
              <a:lnSpc>
                <a:spcPct val="95000"/>
              </a:lnSpc>
            </a:pPr>
            <a:r>
              <a:rPr sz="1800">
                <a:latin typeface="Montserrat"/>
              </a:rPr>
              <a:t> </a:t>
            </a:r>
          </a:p>
          <a:p>
            <a:pPr algn="l">
              <a:lnSpc>
                <a:spcPct val="95000"/>
              </a:lnSpc>
            </a:pPr>
            <a:r>
              <a:rPr sz="10500" b="1" spc="-250">
                <a:solidFill>
                  <a:srgbClr val="85C227"/>
                </a:solidFill>
                <a:latin typeface="Montserrat"/>
              </a:rPr>
              <a:t>filho</a:t>
            </a:r>
          </a:p>
          <a:p>
            <a:pPr algn="l">
              <a:lnSpc>
                <a:spcPct val="95000"/>
              </a:lnSpc>
            </a:pPr>
            <a:r>
              <a:rPr sz="10500" b="1" spc="-250">
                <a:solidFill>
                  <a:srgbClr val="85C227"/>
                </a:solidFill>
                <a:latin typeface="Montserrat"/>
              </a:rPr>
              <a:t>vencedor!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63244284978f.jpg"/>
          <p:cNvPicPr>
            <a:picLocks noChangeAspect="1"/>
          </p:cNvPicPr>
          <p:nvPr/>
        </p:nvPicPr>
        <p:blipFill>
          <a:blip r:embed="rId2"/>
          <a:stretch>
            <a:fillRect/>
          </a:stretch>
        </p:blipFill>
        <p:spPr>
          <a:xfrm>
            <a:off x="6766560" y="0"/>
            <a:ext cx="11521440" cy="10287000"/>
          </a:xfrm>
          <a:prstGeom prst="rect">
            <a:avLst/>
          </a:prstGeom>
        </p:spPr>
      </p:pic>
      <p:sp>
        <p:nvSpPr>
          <p:cNvPr id="4" name="Rectangle 3"/>
          <p:cNvSpPr/>
          <p:nvPr/>
        </p:nvSpPr>
        <p:spPr>
          <a:xfrm>
            <a:off x="0" y="0"/>
            <a:ext cx="18288000" cy="10287000"/>
          </a:xfrm>
          <a:prstGeom prst="rect">
            <a:avLst/>
          </a:prstGeom>
          <a:gradFill rotWithShape="1">
            <a:gsLst>
              <a:gs pos="0">
                <a:srgbClr val="FFFFFF"/>
              </a:gs>
              <a:gs pos="40000">
                <a:srgbClr val="FFFFFF">
                  <a:alpha val="95000"/>
                </a:srgbClr>
              </a:gs>
              <a:gs pos="58000">
                <a:srgbClr val="FFFFFF">
                  <a:alpha val="0"/>
                </a:srgb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 y="12984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65960" y="1143000"/>
            <a:ext cx="9144000" cy="457200"/>
          </a:xfrm>
          <a:prstGeom prst="rect">
            <a:avLst/>
          </a:prstGeom>
          <a:noFill/>
        </p:spPr>
        <p:txBody>
          <a:bodyPr wrap="square" anchor="t" lIns="0" rIns="0" tIns="0" bIns="0">
            <a:spAutoFit/>
          </a:bodyPr>
          <a:lstStyle/>
          <a:p>
            <a:pPr algn="l">
              <a:lnSpc>
                <a:spcPct val="100000"/>
              </a:lnSpc>
            </a:pPr>
            <a:r>
              <a:rPr sz="2000" b="1" spc="300">
                <a:solidFill>
                  <a:srgbClr val="5E9E17"/>
                </a:solidFill>
                <a:latin typeface="Montserrat"/>
              </a:rPr>
              <a:t>PARTE 1 · PRESENÇA</a:t>
            </a:r>
          </a:p>
        </p:txBody>
      </p:sp>
      <p:sp>
        <p:nvSpPr>
          <p:cNvPr id="7" name="TextBox 6"/>
          <p:cNvSpPr txBox="1"/>
          <p:nvPr/>
        </p:nvSpPr>
        <p:spPr>
          <a:xfrm>
            <a:off x="1097280" y="2011680"/>
            <a:ext cx="9144000" cy="4572000"/>
          </a:xfrm>
          <a:prstGeom prst="rect">
            <a:avLst/>
          </a:prstGeom>
          <a:noFill/>
        </p:spPr>
        <p:txBody>
          <a:bodyPr wrap="square" anchor="b" lIns="0" rIns="0" tIns="0" bIns="0">
            <a:spAutoFit/>
          </a:bodyPr>
          <a:lstStyle/>
          <a:p>
            <a:pPr algn="l">
              <a:lnSpc>
                <a:spcPct val="95000"/>
              </a:lnSpc>
            </a:pPr>
            <a:r>
              <a:rPr sz="7800" b="1" spc="-150">
                <a:solidFill>
                  <a:srgbClr val="004380"/>
                </a:solidFill>
                <a:latin typeface="Montserrat"/>
              </a:rPr>
              <a:t>Mas para que</a:t>
            </a:r>
          </a:p>
          <a:p>
            <a:pPr algn="l">
              <a:lnSpc>
                <a:spcPct val="95000"/>
              </a:lnSpc>
            </a:pPr>
            <a:r>
              <a:rPr sz="7800" b="1" spc="-150">
                <a:solidFill>
                  <a:srgbClr val="004380"/>
                </a:solidFill>
                <a:latin typeface="Montserrat"/>
              </a:rPr>
              <a:t>isso aconteça</a:t>
            </a:r>
          </a:p>
        </p:txBody>
      </p:sp>
      <p:sp>
        <p:nvSpPr>
          <p:cNvPr id="8" name="Oval 7"/>
          <p:cNvSpPr/>
          <p:nvPr/>
        </p:nvSpPr>
        <p:spPr>
          <a:xfrm>
            <a:off x="1097280" y="7040880"/>
            <a:ext cx="411480" cy="411480"/>
          </a:xfrm>
          <a:prstGeom prst="ellipse">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783080" y="7040880"/>
            <a:ext cx="411480" cy="411480"/>
          </a:xfrm>
          <a:prstGeom prst="ellipse">
            <a:avLst/>
          </a:prstGeom>
          <a:solidFill>
            <a:srgbClr val="026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468880" y="7040880"/>
            <a:ext cx="411480" cy="411480"/>
          </a:xfrm>
          <a:prstGeom prst="ellipse">
            <a:avLst/>
          </a:prstGeom>
          <a:solidFill>
            <a:srgbClr val="036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ogo_h.png"/>
          <p:cNvPicPr>
            <a:picLocks noChangeAspect="1"/>
          </p:cNvPicPr>
          <p:nvPr/>
        </p:nvPicPr>
        <p:blipFill>
          <a:blip r:embed="rId3"/>
          <a:stretch>
            <a:fillRect/>
          </a:stretch>
        </p:blipFill>
        <p:spPr>
          <a:xfrm>
            <a:off x="1097280" y="9235440"/>
            <a:ext cx="1569746" cy="5943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0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deb93369db5.jpg"/>
          <p:cNvPicPr>
            <a:picLocks noChangeAspect="1"/>
          </p:cNvPicPr>
          <p:nvPr/>
        </p:nvPicPr>
        <p:blipFill>
          <a:blip r:embed="rId2"/>
          <a:stretch>
            <a:fillRect/>
          </a:stretch>
        </p:blipFill>
        <p:spPr>
          <a:xfrm>
            <a:off x="0" y="0"/>
            <a:ext cx="18288000" cy="10287000"/>
          </a:xfrm>
          <a:prstGeom prst="rect">
            <a:avLst/>
          </a:prstGeom>
        </p:spPr>
      </p:pic>
      <p:sp>
        <p:nvSpPr>
          <p:cNvPr id="4" name="Rectangle 3"/>
          <p:cNvSpPr/>
          <p:nvPr/>
        </p:nvSpPr>
        <p:spPr>
          <a:xfrm>
            <a:off x="0" y="0"/>
            <a:ext cx="18288000" cy="10287000"/>
          </a:xfrm>
          <a:prstGeom prst="rect">
            <a:avLst/>
          </a:prstGeom>
          <a:gradFill rotWithShape="1">
            <a:gsLst>
              <a:gs pos="0">
                <a:srgbClr val="002B52">
                  <a:alpha val="0"/>
                </a:srgbClr>
              </a:gs>
              <a:gs pos="60000">
                <a:srgbClr val="002B52">
                  <a:alpha val="10000"/>
                </a:srgbClr>
              </a:gs>
              <a:gs pos="100000">
                <a:srgbClr val="002B52">
                  <a:alpha val="80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7280" y="6903720"/>
            <a:ext cx="10424160" cy="2331720"/>
          </a:xfrm>
          <a:prstGeom prst="roundRect">
            <a:avLst>
              <a:gd name="adj" fmla="val 18000"/>
            </a:avLst>
          </a:prstGeom>
          <a:solidFill>
            <a:srgbClr val="00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600200" y="742492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468880" y="7269480"/>
            <a:ext cx="9144000" cy="457200"/>
          </a:xfrm>
          <a:prstGeom prst="rect">
            <a:avLst/>
          </a:prstGeom>
          <a:noFill/>
        </p:spPr>
        <p:txBody>
          <a:bodyPr wrap="square" anchor="t" lIns="0" rIns="0" tIns="0" bIns="0">
            <a:spAutoFit/>
          </a:bodyPr>
          <a:lstStyle/>
          <a:p>
            <a:pPr algn="l">
              <a:lnSpc>
                <a:spcPct val="100000"/>
              </a:lnSpc>
            </a:pPr>
            <a:r>
              <a:rPr sz="2000" b="1" spc="300">
                <a:solidFill>
                  <a:srgbClr val="85C227"/>
                </a:solidFill>
                <a:latin typeface="Montserrat"/>
              </a:rPr>
              <a:t>PARTE 2 · O FILTRO</a:t>
            </a:r>
          </a:p>
        </p:txBody>
      </p:sp>
      <p:sp>
        <p:nvSpPr>
          <p:cNvPr id="8" name="TextBox 7"/>
          <p:cNvSpPr txBox="1"/>
          <p:nvPr/>
        </p:nvSpPr>
        <p:spPr>
          <a:xfrm>
            <a:off x="1600200" y="7726679"/>
            <a:ext cx="9601200" cy="1280160"/>
          </a:xfrm>
          <a:prstGeom prst="rect">
            <a:avLst/>
          </a:prstGeom>
          <a:noFill/>
        </p:spPr>
        <p:txBody>
          <a:bodyPr wrap="square" anchor="ctr" lIns="0" rIns="0" tIns="0" bIns="0">
            <a:spAutoFit/>
          </a:bodyPr>
          <a:lstStyle/>
          <a:p>
            <a:pPr algn="l">
              <a:lnSpc>
                <a:spcPct val="100000"/>
              </a:lnSpc>
            </a:pPr>
            <a:r>
              <a:rPr sz="5700" b="1" spc="-100">
                <a:solidFill>
                  <a:srgbClr val="FFFFFF"/>
                </a:solidFill>
                <a:latin typeface="Montserrat"/>
              </a:rPr>
              <a:t>A criança é </a:t>
            </a:r>
            <a:r>
              <a:rPr sz="5700" b="1" spc="-100">
                <a:solidFill>
                  <a:srgbClr val="85C227"/>
                </a:solidFill>
                <a:latin typeface="Montserrat"/>
              </a:rPr>
              <a:t>esponja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206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5fd98d67aa3.jpg"/>
          <p:cNvPicPr>
            <a:picLocks noChangeAspect="1"/>
          </p:cNvPicPr>
          <p:nvPr/>
        </p:nvPicPr>
        <p:blipFill>
          <a:blip r:embed="rId2"/>
          <a:stretch>
            <a:fillRect/>
          </a:stretch>
        </p:blipFill>
        <p:spPr>
          <a:xfrm>
            <a:off x="5486400" y="-1280160"/>
            <a:ext cx="12801600" cy="12801600"/>
          </a:xfrm>
          <a:prstGeom prst="rect">
            <a:avLst/>
          </a:prstGeom>
        </p:spPr>
      </p:pic>
      <p:sp>
        <p:nvSpPr>
          <p:cNvPr id="4" name="Rectangle 3"/>
          <p:cNvSpPr/>
          <p:nvPr/>
        </p:nvSpPr>
        <p:spPr>
          <a:xfrm>
            <a:off x="0" y="0"/>
            <a:ext cx="18288000" cy="10287000"/>
          </a:xfrm>
          <a:prstGeom prst="rect">
            <a:avLst/>
          </a:prstGeom>
          <a:gradFill rotWithShape="1">
            <a:gsLst>
              <a:gs pos="0">
                <a:srgbClr val="02060C"/>
              </a:gs>
              <a:gs pos="36000">
                <a:srgbClr val="02060C"/>
              </a:gs>
              <a:gs pos="55000">
                <a:srgbClr val="02060C">
                  <a:alpha val="0"/>
                </a:srgb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 y="12984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65960" y="1143000"/>
            <a:ext cx="9144000" cy="457200"/>
          </a:xfrm>
          <a:prstGeom prst="rect">
            <a:avLst/>
          </a:prstGeom>
          <a:noFill/>
        </p:spPr>
        <p:txBody>
          <a:bodyPr wrap="square" anchor="t" lIns="0" rIns="0" tIns="0" bIns="0">
            <a:spAutoFit/>
          </a:bodyPr>
          <a:lstStyle/>
          <a:p>
            <a:pPr algn="l">
              <a:lnSpc>
                <a:spcPct val="100000"/>
              </a:lnSpc>
            </a:pPr>
            <a:r>
              <a:rPr sz="2000" b="1" spc="300">
                <a:solidFill>
                  <a:srgbClr val="85C227"/>
                </a:solidFill>
                <a:latin typeface="Montserrat"/>
              </a:rPr>
              <a:t>PARTE 2 · O FILTRO</a:t>
            </a:r>
          </a:p>
        </p:txBody>
      </p:sp>
      <p:sp>
        <p:nvSpPr>
          <p:cNvPr id="7" name="TextBox 6"/>
          <p:cNvSpPr txBox="1"/>
          <p:nvPr/>
        </p:nvSpPr>
        <p:spPr>
          <a:xfrm>
            <a:off x="1097280" y="2377440"/>
            <a:ext cx="8229600" cy="5486400"/>
          </a:xfrm>
          <a:prstGeom prst="rect">
            <a:avLst/>
          </a:prstGeom>
          <a:noFill/>
        </p:spPr>
        <p:txBody>
          <a:bodyPr wrap="square" anchor="ctr" lIns="0" rIns="0" tIns="0" bIns="0">
            <a:spAutoFit/>
          </a:bodyPr>
          <a:lstStyle/>
          <a:p>
            <a:pPr algn="l">
              <a:lnSpc>
                <a:spcPct val="92000"/>
              </a:lnSpc>
            </a:pPr>
            <a:r>
              <a:rPr sz="10800" b="1" spc="-200">
                <a:solidFill>
                  <a:srgbClr val="FFFFFF"/>
                </a:solidFill>
                <a:latin typeface="Montserrat"/>
              </a:rPr>
              <a:t>Tudo fica</a:t>
            </a:r>
          </a:p>
          <a:p>
            <a:pPr algn="l">
              <a:lnSpc>
                <a:spcPct val="92000"/>
              </a:lnSpc>
            </a:pPr>
            <a:r>
              <a:rPr sz="10800" b="1" spc="-200">
                <a:solidFill>
                  <a:srgbClr val="85C227"/>
                </a:solidFill>
                <a:latin typeface="Montserrat"/>
              </a:rPr>
              <a:t>registrado.</a:t>
            </a:r>
          </a:p>
        </p:txBody>
      </p:sp>
      <p:pic>
        <p:nvPicPr>
          <p:cNvPr id="8" name="Picture 7" descr="logo_h_white.png"/>
          <p:cNvPicPr>
            <a:picLocks noChangeAspect="1"/>
          </p:cNvPicPr>
          <p:nvPr/>
        </p:nvPicPr>
        <p:blipFill>
          <a:blip r:embed="rId3"/>
          <a:stretch>
            <a:fillRect/>
          </a:stretch>
        </p:blipFill>
        <p:spPr>
          <a:xfrm>
            <a:off x="1097280" y="9235440"/>
            <a:ext cx="1569746" cy="5943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149840" y="1097280"/>
            <a:ext cx="7680960" cy="7680960"/>
          </a:xfrm>
          <a:custGeom>
            <a:avLst/>
            <a:gdLst/>
            <a:ahLst/>
            <a:cxnLst/>
            <a:rect l="0" t="0" r="r" b="b"/>
            <a:pathLst>
              <a:path w="1000" h="1000">
                <a:moveTo>
                  <a:pt x="1000" y="500"/>
                </a:moveTo>
                <a:lnTo>
                  <a:pt x="1000" y="507"/>
                </a:lnTo>
                <a:lnTo>
                  <a:pt x="999" y="513"/>
                </a:lnTo>
                <a:lnTo>
                  <a:pt x="998" y="520"/>
                </a:lnTo>
                <a:lnTo>
                  <a:pt x="996" y="526"/>
                </a:lnTo>
                <a:lnTo>
                  <a:pt x="994" y="532"/>
                </a:lnTo>
                <a:lnTo>
                  <a:pt x="991" y="539"/>
                </a:lnTo>
                <a:lnTo>
                  <a:pt x="988" y="545"/>
                </a:lnTo>
                <a:lnTo>
                  <a:pt x="985" y="551"/>
                </a:lnTo>
                <a:lnTo>
                  <a:pt x="981" y="557"/>
                </a:lnTo>
                <a:lnTo>
                  <a:pt x="977" y="563"/>
                </a:lnTo>
                <a:lnTo>
                  <a:pt x="973" y="569"/>
                </a:lnTo>
                <a:lnTo>
                  <a:pt x="969" y="574"/>
                </a:lnTo>
                <a:lnTo>
                  <a:pt x="965" y="580"/>
                </a:lnTo>
                <a:lnTo>
                  <a:pt x="961" y="585"/>
                </a:lnTo>
                <a:lnTo>
                  <a:pt x="956" y="591"/>
                </a:lnTo>
                <a:lnTo>
                  <a:pt x="952" y="596"/>
                </a:lnTo>
                <a:lnTo>
                  <a:pt x="948" y="601"/>
                </a:lnTo>
                <a:lnTo>
                  <a:pt x="945" y="607"/>
                </a:lnTo>
                <a:lnTo>
                  <a:pt x="941" y="612"/>
                </a:lnTo>
                <a:lnTo>
                  <a:pt x="938" y="617"/>
                </a:lnTo>
                <a:lnTo>
                  <a:pt x="935" y="623"/>
                </a:lnTo>
                <a:lnTo>
                  <a:pt x="932" y="628"/>
                </a:lnTo>
                <a:lnTo>
                  <a:pt x="930" y="634"/>
                </a:lnTo>
                <a:lnTo>
                  <a:pt x="928" y="639"/>
                </a:lnTo>
                <a:lnTo>
                  <a:pt x="926" y="645"/>
                </a:lnTo>
                <a:lnTo>
                  <a:pt x="925" y="650"/>
                </a:lnTo>
                <a:lnTo>
                  <a:pt x="924" y="656"/>
                </a:lnTo>
                <a:lnTo>
                  <a:pt x="923" y="662"/>
                </a:lnTo>
                <a:lnTo>
                  <a:pt x="923" y="669"/>
                </a:lnTo>
                <a:lnTo>
                  <a:pt x="923" y="675"/>
                </a:lnTo>
                <a:lnTo>
                  <a:pt x="922" y="681"/>
                </a:lnTo>
                <a:lnTo>
                  <a:pt x="923" y="688"/>
                </a:lnTo>
                <a:lnTo>
                  <a:pt x="923" y="695"/>
                </a:lnTo>
                <a:lnTo>
                  <a:pt x="923" y="702"/>
                </a:lnTo>
                <a:lnTo>
                  <a:pt x="923" y="709"/>
                </a:lnTo>
                <a:lnTo>
                  <a:pt x="923" y="716"/>
                </a:lnTo>
                <a:lnTo>
                  <a:pt x="923" y="723"/>
                </a:lnTo>
                <a:lnTo>
                  <a:pt x="923" y="730"/>
                </a:lnTo>
                <a:lnTo>
                  <a:pt x="923" y="737"/>
                </a:lnTo>
                <a:lnTo>
                  <a:pt x="922" y="744"/>
                </a:lnTo>
                <a:lnTo>
                  <a:pt x="921" y="751"/>
                </a:lnTo>
                <a:lnTo>
                  <a:pt x="920" y="757"/>
                </a:lnTo>
                <a:lnTo>
                  <a:pt x="918" y="764"/>
                </a:lnTo>
                <a:lnTo>
                  <a:pt x="917" y="770"/>
                </a:lnTo>
                <a:lnTo>
                  <a:pt x="914" y="777"/>
                </a:lnTo>
                <a:lnTo>
                  <a:pt x="911" y="783"/>
                </a:lnTo>
                <a:lnTo>
                  <a:pt x="908" y="788"/>
                </a:lnTo>
                <a:lnTo>
                  <a:pt x="905" y="794"/>
                </a:lnTo>
                <a:lnTo>
                  <a:pt x="900" y="799"/>
                </a:lnTo>
                <a:lnTo>
                  <a:pt x="896" y="804"/>
                </a:lnTo>
                <a:lnTo>
                  <a:pt x="891" y="808"/>
                </a:lnTo>
                <a:lnTo>
                  <a:pt x="886" y="813"/>
                </a:lnTo>
                <a:lnTo>
                  <a:pt x="880" y="816"/>
                </a:lnTo>
                <a:lnTo>
                  <a:pt x="875" y="820"/>
                </a:lnTo>
                <a:lnTo>
                  <a:pt x="869" y="823"/>
                </a:lnTo>
                <a:lnTo>
                  <a:pt x="862" y="826"/>
                </a:lnTo>
                <a:lnTo>
                  <a:pt x="856" y="829"/>
                </a:lnTo>
                <a:lnTo>
                  <a:pt x="849" y="831"/>
                </a:lnTo>
                <a:lnTo>
                  <a:pt x="843" y="834"/>
                </a:lnTo>
                <a:lnTo>
                  <a:pt x="836" y="836"/>
                </a:lnTo>
                <a:lnTo>
                  <a:pt x="829" y="838"/>
                </a:lnTo>
                <a:lnTo>
                  <a:pt x="823" y="840"/>
                </a:lnTo>
                <a:lnTo>
                  <a:pt x="816" y="842"/>
                </a:lnTo>
                <a:lnTo>
                  <a:pt x="809" y="844"/>
                </a:lnTo>
                <a:lnTo>
                  <a:pt x="803" y="846"/>
                </a:lnTo>
                <a:lnTo>
                  <a:pt x="797" y="848"/>
                </a:lnTo>
                <a:lnTo>
                  <a:pt x="791" y="850"/>
                </a:lnTo>
                <a:lnTo>
                  <a:pt x="785" y="852"/>
                </a:lnTo>
                <a:lnTo>
                  <a:pt x="780" y="855"/>
                </a:lnTo>
                <a:lnTo>
                  <a:pt x="774" y="858"/>
                </a:lnTo>
                <a:lnTo>
                  <a:pt x="769" y="861"/>
                </a:lnTo>
                <a:lnTo>
                  <a:pt x="765" y="864"/>
                </a:lnTo>
                <a:lnTo>
                  <a:pt x="760" y="868"/>
                </a:lnTo>
                <a:lnTo>
                  <a:pt x="755" y="872"/>
                </a:lnTo>
                <a:lnTo>
                  <a:pt x="751" y="876"/>
                </a:lnTo>
                <a:lnTo>
                  <a:pt x="747" y="880"/>
                </a:lnTo>
                <a:lnTo>
                  <a:pt x="743" y="885"/>
                </a:lnTo>
                <a:lnTo>
                  <a:pt x="739" y="890"/>
                </a:lnTo>
                <a:lnTo>
                  <a:pt x="735" y="895"/>
                </a:lnTo>
                <a:lnTo>
                  <a:pt x="731" y="901"/>
                </a:lnTo>
                <a:lnTo>
                  <a:pt x="727" y="906"/>
                </a:lnTo>
                <a:lnTo>
                  <a:pt x="724" y="912"/>
                </a:lnTo>
                <a:lnTo>
                  <a:pt x="720" y="917"/>
                </a:lnTo>
                <a:lnTo>
                  <a:pt x="716" y="923"/>
                </a:lnTo>
                <a:lnTo>
                  <a:pt x="712" y="929"/>
                </a:lnTo>
                <a:lnTo>
                  <a:pt x="707" y="935"/>
                </a:lnTo>
                <a:lnTo>
                  <a:pt x="703" y="940"/>
                </a:lnTo>
                <a:lnTo>
                  <a:pt x="698" y="945"/>
                </a:lnTo>
                <a:lnTo>
                  <a:pt x="694" y="950"/>
                </a:lnTo>
                <a:lnTo>
                  <a:pt x="689" y="955"/>
                </a:lnTo>
                <a:lnTo>
                  <a:pt x="683" y="960"/>
                </a:lnTo>
                <a:lnTo>
                  <a:pt x="678" y="964"/>
                </a:lnTo>
                <a:lnTo>
                  <a:pt x="672" y="967"/>
                </a:lnTo>
                <a:lnTo>
                  <a:pt x="667" y="971"/>
                </a:lnTo>
                <a:lnTo>
                  <a:pt x="661" y="973"/>
                </a:lnTo>
                <a:lnTo>
                  <a:pt x="655" y="976"/>
                </a:lnTo>
                <a:lnTo>
                  <a:pt x="648" y="977"/>
                </a:lnTo>
                <a:lnTo>
                  <a:pt x="642" y="979"/>
                </a:lnTo>
                <a:lnTo>
                  <a:pt x="635" y="979"/>
                </a:lnTo>
                <a:lnTo>
                  <a:pt x="629" y="980"/>
                </a:lnTo>
                <a:lnTo>
                  <a:pt x="622" y="980"/>
                </a:lnTo>
                <a:lnTo>
                  <a:pt x="615" y="979"/>
                </a:lnTo>
                <a:lnTo>
                  <a:pt x="608" y="978"/>
                </a:lnTo>
                <a:lnTo>
                  <a:pt x="601" y="977"/>
                </a:lnTo>
                <a:lnTo>
                  <a:pt x="595" y="975"/>
                </a:lnTo>
                <a:lnTo>
                  <a:pt x="588" y="973"/>
                </a:lnTo>
                <a:lnTo>
                  <a:pt x="581" y="971"/>
                </a:lnTo>
                <a:lnTo>
                  <a:pt x="574" y="969"/>
                </a:lnTo>
                <a:lnTo>
                  <a:pt x="568" y="967"/>
                </a:lnTo>
                <a:lnTo>
                  <a:pt x="561" y="965"/>
                </a:lnTo>
                <a:lnTo>
                  <a:pt x="555" y="962"/>
                </a:lnTo>
                <a:lnTo>
                  <a:pt x="548" y="960"/>
                </a:lnTo>
                <a:lnTo>
                  <a:pt x="542" y="958"/>
                </a:lnTo>
                <a:lnTo>
                  <a:pt x="536" y="956"/>
                </a:lnTo>
                <a:lnTo>
                  <a:pt x="530" y="954"/>
                </a:lnTo>
                <a:lnTo>
                  <a:pt x="524" y="953"/>
                </a:lnTo>
                <a:lnTo>
                  <a:pt x="518" y="952"/>
                </a:lnTo>
                <a:lnTo>
                  <a:pt x="512" y="951"/>
                </a:lnTo>
                <a:lnTo>
                  <a:pt x="506" y="950"/>
                </a:lnTo>
                <a:lnTo>
                  <a:pt x="500" y="950"/>
                </a:lnTo>
                <a:lnTo>
                  <a:pt x="494" y="950"/>
                </a:lnTo>
                <a:lnTo>
                  <a:pt x="488" y="951"/>
                </a:lnTo>
                <a:lnTo>
                  <a:pt x="482" y="952"/>
                </a:lnTo>
                <a:lnTo>
                  <a:pt x="476" y="953"/>
                </a:lnTo>
                <a:lnTo>
                  <a:pt x="470" y="954"/>
                </a:lnTo>
                <a:lnTo>
                  <a:pt x="464" y="956"/>
                </a:lnTo>
                <a:lnTo>
                  <a:pt x="458" y="958"/>
                </a:lnTo>
                <a:lnTo>
                  <a:pt x="452" y="960"/>
                </a:lnTo>
                <a:lnTo>
                  <a:pt x="445" y="962"/>
                </a:lnTo>
                <a:lnTo>
                  <a:pt x="439" y="965"/>
                </a:lnTo>
                <a:lnTo>
                  <a:pt x="432" y="967"/>
                </a:lnTo>
                <a:lnTo>
                  <a:pt x="426" y="969"/>
                </a:lnTo>
                <a:lnTo>
                  <a:pt x="419" y="971"/>
                </a:lnTo>
                <a:lnTo>
                  <a:pt x="412" y="973"/>
                </a:lnTo>
                <a:lnTo>
                  <a:pt x="405" y="975"/>
                </a:lnTo>
                <a:lnTo>
                  <a:pt x="399" y="977"/>
                </a:lnTo>
                <a:lnTo>
                  <a:pt x="392" y="978"/>
                </a:lnTo>
                <a:lnTo>
                  <a:pt x="385" y="979"/>
                </a:lnTo>
                <a:lnTo>
                  <a:pt x="378" y="980"/>
                </a:lnTo>
                <a:lnTo>
                  <a:pt x="371" y="980"/>
                </a:lnTo>
                <a:lnTo>
                  <a:pt x="365" y="979"/>
                </a:lnTo>
                <a:lnTo>
                  <a:pt x="358" y="979"/>
                </a:lnTo>
                <a:lnTo>
                  <a:pt x="352" y="977"/>
                </a:lnTo>
                <a:lnTo>
                  <a:pt x="345" y="976"/>
                </a:lnTo>
                <a:lnTo>
                  <a:pt x="339" y="973"/>
                </a:lnTo>
                <a:lnTo>
                  <a:pt x="333" y="971"/>
                </a:lnTo>
                <a:lnTo>
                  <a:pt x="328" y="967"/>
                </a:lnTo>
                <a:lnTo>
                  <a:pt x="322" y="964"/>
                </a:lnTo>
                <a:lnTo>
                  <a:pt x="317" y="960"/>
                </a:lnTo>
                <a:lnTo>
                  <a:pt x="311" y="955"/>
                </a:lnTo>
                <a:lnTo>
                  <a:pt x="306" y="950"/>
                </a:lnTo>
                <a:lnTo>
                  <a:pt x="302" y="945"/>
                </a:lnTo>
                <a:lnTo>
                  <a:pt x="297" y="940"/>
                </a:lnTo>
                <a:lnTo>
                  <a:pt x="293" y="935"/>
                </a:lnTo>
                <a:lnTo>
                  <a:pt x="288" y="929"/>
                </a:lnTo>
                <a:lnTo>
                  <a:pt x="284" y="923"/>
                </a:lnTo>
                <a:lnTo>
                  <a:pt x="280" y="917"/>
                </a:lnTo>
                <a:lnTo>
                  <a:pt x="276" y="912"/>
                </a:lnTo>
                <a:lnTo>
                  <a:pt x="273" y="906"/>
                </a:lnTo>
                <a:lnTo>
                  <a:pt x="269" y="901"/>
                </a:lnTo>
                <a:lnTo>
                  <a:pt x="265" y="895"/>
                </a:lnTo>
                <a:lnTo>
                  <a:pt x="261" y="890"/>
                </a:lnTo>
                <a:lnTo>
                  <a:pt x="257" y="885"/>
                </a:lnTo>
                <a:lnTo>
                  <a:pt x="253" y="880"/>
                </a:lnTo>
                <a:lnTo>
                  <a:pt x="249" y="876"/>
                </a:lnTo>
                <a:lnTo>
                  <a:pt x="245" y="872"/>
                </a:lnTo>
                <a:lnTo>
                  <a:pt x="240" y="868"/>
                </a:lnTo>
                <a:lnTo>
                  <a:pt x="235" y="864"/>
                </a:lnTo>
                <a:lnTo>
                  <a:pt x="231" y="861"/>
                </a:lnTo>
                <a:lnTo>
                  <a:pt x="226" y="858"/>
                </a:lnTo>
                <a:lnTo>
                  <a:pt x="220" y="855"/>
                </a:lnTo>
                <a:lnTo>
                  <a:pt x="215" y="852"/>
                </a:lnTo>
                <a:lnTo>
                  <a:pt x="209" y="850"/>
                </a:lnTo>
                <a:lnTo>
                  <a:pt x="203" y="848"/>
                </a:lnTo>
                <a:lnTo>
                  <a:pt x="197" y="846"/>
                </a:lnTo>
                <a:lnTo>
                  <a:pt x="191" y="844"/>
                </a:lnTo>
                <a:lnTo>
                  <a:pt x="184" y="842"/>
                </a:lnTo>
                <a:lnTo>
                  <a:pt x="177" y="840"/>
                </a:lnTo>
                <a:lnTo>
                  <a:pt x="171" y="838"/>
                </a:lnTo>
                <a:lnTo>
                  <a:pt x="164" y="836"/>
                </a:lnTo>
                <a:lnTo>
                  <a:pt x="157" y="834"/>
                </a:lnTo>
                <a:lnTo>
                  <a:pt x="151" y="831"/>
                </a:lnTo>
                <a:lnTo>
                  <a:pt x="144" y="829"/>
                </a:lnTo>
                <a:lnTo>
                  <a:pt x="138" y="826"/>
                </a:lnTo>
                <a:lnTo>
                  <a:pt x="131" y="823"/>
                </a:lnTo>
                <a:lnTo>
                  <a:pt x="125" y="820"/>
                </a:lnTo>
                <a:lnTo>
                  <a:pt x="120" y="816"/>
                </a:lnTo>
                <a:lnTo>
                  <a:pt x="114" y="813"/>
                </a:lnTo>
                <a:lnTo>
                  <a:pt x="109" y="808"/>
                </a:lnTo>
                <a:lnTo>
                  <a:pt x="104" y="804"/>
                </a:lnTo>
                <a:lnTo>
                  <a:pt x="100" y="799"/>
                </a:lnTo>
                <a:lnTo>
                  <a:pt x="95" y="794"/>
                </a:lnTo>
                <a:lnTo>
                  <a:pt x="92" y="788"/>
                </a:lnTo>
                <a:lnTo>
                  <a:pt x="89" y="783"/>
                </a:lnTo>
                <a:lnTo>
                  <a:pt x="86" y="777"/>
                </a:lnTo>
                <a:lnTo>
                  <a:pt x="83" y="770"/>
                </a:lnTo>
                <a:lnTo>
                  <a:pt x="82" y="764"/>
                </a:lnTo>
                <a:lnTo>
                  <a:pt x="80" y="757"/>
                </a:lnTo>
                <a:lnTo>
                  <a:pt x="79" y="751"/>
                </a:lnTo>
                <a:lnTo>
                  <a:pt x="78" y="744"/>
                </a:lnTo>
                <a:lnTo>
                  <a:pt x="77" y="737"/>
                </a:lnTo>
                <a:lnTo>
                  <a:pt x="77" y="730"/>
                </a:lnTo>
                <a:lnTo>
                  <a:pt x="77" y="723"/>
                </a:lnTo>
                <a:lnTo>
                  <a:pt x="77" y="716"/>
                </a:lnTo>
                <a:lnTo>
                  <a:pt x="77" y="709"/>
                </a:lnTo>
                <a:lnTo>
                  <a:pt x="77" y="702"/>
                </a:lnTo>
                <a:lnTo>
                  <a:pt x="77" y="695"/>
                </a:lnTo>
                <a:lnTo>
                  <a:pt x="77" y="688"/>
                </a:lnTo>
                <a:lnTo>
                  <a:pt x="78" y="681"/>
                </a:lnTo>
                <a:lnTo>
                  <a:pt x="77" y="675"/>
                </a:lnTo>
                <a:lnTo>
                  <a:pt x="77" y="669"/>
                </a:lnTo>
                <a:lnTo>
                  <a:pt x="77" y="662"/>
                </a:lnTo>
                <a:lnTo>
                  <a:pt x="76" y="656"/>
                </a:lnTo>
                <a:lnTo>
                  <a:pt x="75" y="650"/>
                </a:lnTo>
                <a:lnTo>
                  <a:pt x="74" y="645"/>
                </a:lnTo>
                <a:lnTo>
                  <a:pt x="72" y="639"/>
                </a:lnTo>
                <a:lnTo>
                  <a:pt x="70" y="634"/>
                </a:lnTo>
                <a:lnTo>
                  <a:pt x="68" y="628"/>
                </a:lnTo>
                <a:lnTo>
                  <a:pt x="65" y="623"/>
                </a:lnTo>
                <a:lnTo>
                  <a:pt x="62" y="617"/>
                </a:lnTo>
                <a:lnTo>
                  <a:pt x="59" y="612"/>
                </a:lnTo>
                <a:lnTo>
                  <a:pt x="55" y="607"/>
                </a:lnTo>
                <a:lnTo>
                  <a:pt x="52" y="601"/>
                </a:lnTo>
                <a:lnTo>
                  <a:pt x="48" y="596"/>
                </a:lnTo>
                <a:lnTo>
                  <a:pt x="44" y="591"/>
                </a:lnTo>
                <a:lnTo>
                  <a:pt x="39" y="585"/>
                </a:lnTo>
                <a:lnTo>
                  <a:pt x="35" y="580"/>
                </a:lnTo>
                <a:lnTo>
                  <a:pt x="31" y="574"/>
                </a:lnTo>
                <a:lnTo>
                  <a:pt x="27" y="569"/>
                </a:lnTo>
                <a:lnTo>
                  <a:pt x="23" y="563"/>
                </a:lnTo>
                <a:lnTo>
                  <a:pt x="19" y="557"/>
                </a:lnTo>
                <a:lnTo>
                  <a:pt x="15" y="551"/>
                </a:lnTo>
                <a:lnTo>
                  <a:pt x="12" y="545"/>
                </a:lnTo>
                <a:lnTo>
                  <a:pt x="9" y="539"/>
                </a:lnTo>
                <a:lnTo>
                  <a:pt x="6" y="532"/>
                </a:lnTo>
                <a:lnTo>
                  <a:pt x="4" y="526"/>
                </a:lnTo>
                <a:lnTo>
                  <a:pt x="2" y="520"/>
                </a:lnTo>
                <a:lnTo>
                  <a:pt x="1" y="513"/>
                </a:lnTo>
                <a:lnTo>
                  <a:pt x="0" y="507"/>
                </a:lnTo>
                <a:lnTo>
                  <a:pt x="0" y="500"/>
                </a:lnTo>
                <a:lnTo>
                  <a:pt x="0" y="493"/>
                </a:lnTo>
                <a:lnTo>
                  <a:pt x="1" y="487"/>
                </a:lnTo>
                <a:lnTo>
                  <a:pt x="2" y="480"/>
                </a:lnTo>
                <a:lnTo>
                  <a:pt x="4" y="474"/>
                </a:lnTo>
                <a:lnTo>
                  <a:pt x="6" y="468"/>
                </a:lnTo>
                <a:lnTo>
                  <a:pt x="9" y="461"/>
                </a:lnTo>
                <a:lnTo>
                  <a:pt x="12" y="455"/>
                </a:lnTo>
                <a:lnTo>
                  <a:pt x="15" y="449"/>
                </a:lnTo>
                <a:lnTo>
                  <a:pt x="19" y="443"/>
                </a:lnTo>
                <a:lnTo>
                  <a:pt x="23" y="437"/>
                </a:lnTo>
                <a:lnTo>
                  <a:pt x="27" y="431"/>
                </a:lnTo>
                <a:lnTo>
                  <a:pt x="31" y="426"/>
                </a:lnTo>
                <a:lnTo>
                  <a:pt x="35" y="420"/>
                </a:lnTo>
                <a:lnTo>
                  <a:pt x="39" y="415"/>
                </a:lnTo>
                <a:lnTo>
                  <a:pt x="44" y="409"/>
                </a:lnTo>
                <a:lnTo>
                  <a:pt x="48" y="404"/>
                </a:lnTo>
                <a:lnTo>
                  <a:pt x="52" y="399"/>
                </a:lnTo>
                <a:lnTo>
                  <a:pt x="55" y="393"/>
                </a:lnTo>
                <a:lnTo>
                  <a:pt x="59" y="388"/>
                </a:lnTo>
                <a:lnTo>
                  <a:pt x="62" y="383"/>
                </a:lnTo>
                <a:lnTo>
                  <a:pt x="65" y="377"/>
                </a:lnTo>
                <a:lnTo>
                  <a:pt x="68" y="372"/>
                </a:lnTo>
                <a:lnTo>
                  <a:pt x="70" y="366"/>
                </a:lnTo>
                <a:lnTo>
                  <a:pt x="72" y="361"/>
                </a:lnTo>
                <a:lnTo>
                  <a:pt x="74" y="355"/>
                </a:lnTo>
                <a:lnTo>
                  <a:pt x="75" y="350"/>
                </a:lnTo>
                <a:lnTo>
                  <a:pt x="76" y="344"/>
                </a:lnTo>
                <a:lnTo>
                  <a:pt x="77" y="338"/>
                </a:lnTo>
                <a:lnTo>
                  <a:pt x="77" y="331"/>
                </a:lnTo>
                <a:lnTo>
                  <a:pt x="77" y="325"/>
                </a:lnTo>
                <a:lnTo>
                  <a:pt x="78" y="319"/>
                </a:lnTo>
                <a:lnTo>
                  <a:pt x="77" y="312"/>
                </a:lnTo>
                <a:lnTo>
                  <a:pt x="77" y="305"/>
                </a:lnTo>
                <a:lnTo>
                  <a:pt x="77" y="298"/>
                </a:lnTo>
                <a:lnTo>
                  <a:pt x="77" y="291"/>
                </a:lnTo>
                <a:lnTo>
                  <a:pt x="77" y="284"/>
                </a:lnTo>
                <a:lnTo>
                  <a:pt x="77" y="277"/>
                </a:lnTo>
                <a:lnTo>
                  <a:pt x="77" y="270"/>
                </a:lnTo>
                <a:lnTo>
                  <a:pt x="77" y="263"/>
                </a:lnTo>
                <a:lnTo>
                  <a:pt x="78" y="256"/>
                </a:lnTo>
                <a:lnTo>
                  <a:pt x="79" y="249"/>
                </a:lnTo>
                <a:lnTo>
                  <a:pt x="80" y="243"/>
                </a:lnTo>
                <a:lnTo>
                  <a:pt x="82" y="236"/>
                </a:lnTo>
                <a:lnTo>
                  <a:pt x="83" y="230"/>
                </a:lnTo>
                <a:lnTo>
                  <a:pt x="86" y="223"/>
                </a:lnTo>
                <a:lnTo>
                  <a:pt x="89" y="217"/>
                </a:lnTo>
                <a:lnTo>
                  <a:pt x="92" y="212"/>
                </a:lnTo>
                <a:lnTo>
                  <a:pt x="95" y="206"/>
                </a:lnTo>
                <a:lnTo>
                  <a:pt x="100" y="201"/>
                </a:lnTo>
                <a:lnTo>
                  <a:pt x="104" y="196"/>
                </a:lnTo>
                <a:lnTo>
                  <a:pt x="109" y="192"/>
                </a:lnTo>
                <a:lnTo>
                  <a:pt x="114" y="187"/>
                </a:lnTo>
                <a:lnTo>
                  <a:pt x="120" y="184"/>
                </a:lnTo>
                <a:lnTo>
                  <a:pt x="125" y="180"/>
                </a:lnTo>
                <a:lnTo>
                  <a:pt x="131" y="177"/>
                </a:lnTo>
                <a:lnTo>
                  <a:pt x="138" y="174"/>
                </a:lnTo>
                <a:lnTo>
                  <a:pt x="144" y="171"/>
                </a:lnTo>
                <a:lnTo>
                  <a:pt x="151" y="169"/>
                </a:lnTo>
                <a:lnTo>
                  <a:pt x="157" y="166"/>
                </a:lnTo>
                <a:lnTo>
                  <a:pt x="164" y="164"/>
                </a:lnTo>
                <a:lnTo>
                  <a:pt x="171" y="162"/>
                </a:lnTo>
                <a:lnTo>
                  <a:pt x="177" y="160"/>
                </a:lnTo>
                <a:lnTo>
                  <a:pt x="184" y="158"/>
                </a:lnTo>
                <a:lnTo>
                  <a:pt x="191" y="156"/>
                </a:lnTo>
                <a:lnTo>
                  <a:pt x="197" y="154"/>
                </a:lnTo>
                <a:lnTo>
                  <a:pt x="203" y="152"/>
                </a:lnTo>
                <a:lnTo>
                  <a:pt x="209" y="150"/>
                </a:lnTo>
                <a:lnTo>
                  <a:pt x="215" y="148"/>
                </a:lnTo>
                <a:lnTo>
                  <a:pt x="220" y="145"/>
                </a:lnTo>
                <a:lnTo>
                  <a:pt x="226" y="142"/>
                </a:lnTo>
                <a:lnTo>
                  <a:pt x="231" y="139"/>
                </a:lnTo>
                <a:lnTo>
                  <a:pt x="235" y="136"/>
                </a:lnTo>
                <a:lnTo>
                  <a:pt x="240" y="132"/>
                </a:lnTo>
                <a:lnTo>
                  <a:pt x="245" y="128"/>
                </a:lnTo>
                <a:lnTo>
                  <a:pt x="249" y="124"/>
                </a:lnTo>
                <a:lnTo>
                  <a:pt x="253" y="120"/>
                </a:lnTo>
                <a:lnTo>
                  <a:pt x="257" y="115"/>
                </a:lnTo>
                <a:lnTo>
                  <a:pt x="261" y="110"/>
                </a:lnTo>
                <a:lnTo>
                  <a:pt x="265" y="105"/>
                </a:lnTo>
                <a:lnTo>
                  <a:pt x="269" y="99"/>
                </a:lnTo>
                <a:lnTo>
                  <a:pt x="273" y="94"/>
                </a:lnTo>
                <a:lnTo>
                  <a:pt x="276" y="88"/>
                </a:lnTo>
                <a:lnTo>
                  <a:pt x="280" y="83"/>
                </a:lnTo>
                <a:lnTo>
                  <a:pt x="284" y="77"/>
                </a:lnTo>
                <a:lnTo>
                  <a:pt x="288" y="71"/>
                </a:lnTo>
                <a:lnTo>
                  <a:pt x="293" y="65"/>
                </a:lnTo>
                <a:lnTo>
                  <a:pt x="297" y="60"/>
                </a:lnTo>
                <a:lnTo>
                  <a:pt x="302" y="55"/>
                </a:lnTo>
                <a:lnTo>
                  <a:pt x="306" y="50"/>
                </a:lnTo>
                <a:lnTo>
                  <a:pt x="311" y="45"/>
                </a:lnTo>
                <a:lnTo>
                  <a:pt x="317" y="40"/>
                </a:lnTo>
                <a:lnTo>
                  <a:pt x="322" y="36"/>
                </a:lnTo>
                <a:lnTo>
                  <a:pt x="328" y="33"/>
                </a:lnTo>
                <a:lnTo>
                  <a:pt x="333" y="29"/>
                </a:lnTo>
                <a:lnTo>
                  <a:pt x="339" y="27"/>
                </a:lnTo>
                <a:lnTo>
                  <a:pt x="345" y="24"/>
                </a:lnTo>
                <a:lnTo>
                  <a:pt x="352" y="23"/>
                </a:lnTo>
                <a:lnTo>
                  <a:pt x="358" y="21"/>
                </a:lnTo>
                <a:lnTo>
                  <a:pt x="365" y="21"/>
                </a:lnTo>
                <a:lnTo>
                  <a:pt x="371" y="20"/>
                </a:lnTo>
                <a:lnTo>
                  <a:pt x="378" y="20"/>
                </a:lnTo>
                <a:lnTo>
                  <a:pt x="385" y="21"/>
                </a:lnTo>
                <a:lnTo>
                  <a:pt x="392" y="22"/>
                </a:lnTo>
                <a:lnTo>
                  <a:pt x="399" y="23"/>
                </a:lnTo>
                <a:lnTo>
                  <a:pt x="405" y="25"/>
                </a:lnTo>
                <a:lnTo>
                  <a:pt x="412" y="27"/>
                </a:lnTo>
                <a:lnTo>
                  <a:pt x="419" y="29"/>
                </a:lnTo>
                <a:lnTo>
                  <a:pt x="426" y="31"/>
                </a:lnTo>
                <a:lnTo>
                  <a:pt x="432" y="33"/>
                </a:lnTo>
                <a:lnTo>
                  <a:pt x="439" y="35"/>
                </a:lnTo>
                <a:lnTo>
                  <a:pt x="445" y="38"/>
                </a:lnTo>
                <a:lnTo>
                  <a:pt x="452" y="40"/>
                </a:lnTo>
                <a:lnTo>
                  <a:pt x="458" y="42"/>
                </a:lnTo>
                <a:lnTo>
                  <a:pt x="464" y="44"/>
                </a:lnTo>
                <a:lnTo>
                  <a:pt x="470" y="46"/>
                </a:lnTo>
                <a:lnTo>
                  <a:pt x="476" y="47"/>
                </a:lnTo>
                <a:lnTo>
                  <a:pt x="482" y="48"/>
                </a:lnTo>
                <a:lnTo>
                  <a:pt x="488" y="49"/>
                </a:lnTo>
                <a:lnTo>
                  <a:pt x="494" y="50"/>
                </a:lnTo>
                <a:lnTo>
                  <a:pt x="500" y="50"/>
                </a:lnTo>
                <a:lnTo>
                  <a:pt x="506" y="50"/>
                </a:lnTo>
                <a:lnTo>
                  <a:pt x="512" y="49"/>
                </a:lnTo>
                <a:lnTo>
                  <a:pt x="518" y="48"/>
                </a:lnTo>
                <a:lnTo>
                  <a:pt x="524" y="47"/>
                </a:lnTo>
                <a:lnTo>
                  <a:pt x="530" y="46"/>
                </a:lnTo>
                <a:lnTo>
                  <a:pt x="536" y="44"/>
                </a:lnTo>
                <a:lnTo>
                  <a:pt x="542" y="42"/>
                </a:lnTo>
                <a:lnTo>
                  <a:pt x="548" y="40"/>
                </a:lnTo>
                <a:lnTo>
                  <a:pt x="555" y="38"/>
                </a:lnTo>
                <a:lnTo>
                  <a:pt x="561" y="35"/>
                </a:lnTo>
                <a:lnTo>
                  <a:pt x="568" y="33"/>
                </a:lnTo>
                <a:lnTo>
                  <a:pt x="574" y="31"/>
                </a:lnTo>
                <a:lnTo>
                  <a:pt x="581" y="29"/>
                </a:lnTo>
                <a:lnTo>
                  <a:pt x="588" y="27"/>
                </a:lnTo>
                <a:lnTo>
                  <a:pt x="595" y="25"/>
                </a:lnTo>
                <a:lnTo>
                  <a:pt x="601" y="23"/>
                </a:lnTo>
                <a:lnTo>
                  <a:pt x="608" y="22"/>
                </a:lnTo>
                <a:lnTo>
                  <a:pt x="615" y="21"/>
                </a:lnTo>
                <a:lnTo>
                  <a:pt x="622" y="20"/>
                </a:lnTo>
                <a:lnTo>
                  <a:pt x="629" y="20"/>
                </a:lnTo>
                <a:lnTo>
                  <a:pt x="635" y="21"/>
                </a:lnTo>
                <a:lnTo>
                  <a:pt x="642" y="21"/>
                </a:lnTo>
                <a:lnTo>
                  <a:pt x="648" y="23"/>
                </a:lnTo>
                <a:lnTo>
                  <a:pt x="655" y="24"/>
                </a:lnTo>
                <a:lnTo>
                  <a:pt x="661" y="27"/>
                </a:lnTo>
                <a:lnTo>
                  <a:pt x="667" y="29"/>
                </a:lnTo>
                <a:lnTo>
                  <a:pt x="672" y="33"/>
                </a:lnTo>
                <a:lnTo>
                  <a:pt x="678" y="36"/>
                </a:lnTo>
                <a:lnTo>
                  <a:pt x="683" y="40"/>
                </a:lnTo>
                <a:lnTo>
                  <a:pt x="689" y="45"/>
                </a:lnTo>
                <a:lnTo>
                  <a:pt x="694" y="50"/>
                </a:lnTo>
                <a:lnTo>
                  <a:pt x="698" y="55"/>
                </a:lnTo>
                <a:lnTo>
                  <a:pt x="703" y="60"/>
                </a:lnTo>
                <a:lnTo>
                  <a:pt x="707" y="65"/>
                </a:lnTo>
                <a:lnTo>
                  <a:pt x="712" y="71"/>
                </a:lnTo>
                <a:lnTo>
                  <a:pt x="716" y="77"/>
                </a:lnTo>
                <a:lnTo>
                  <a:pt x="720" y="83"/>
                </a:lnTo>
                <a:lnTo>
                  <a:pt x="724" y="88"/>
                </a:lnTo>
                <a:lnTo>
                  <a:pt x="727" y="94"/>
                </a:lnTo>
                <a:lnTo>
                  <a:pt x="731" y="99"/>
                </a:lnTo>
                <a:lnTo>
                  <a:pt x="735" y="105"/>
                </a:lnTo>
                <a:lnTo>
                  <a:pt x="739" y="110"/>
                </a:lnTo>
                <a:lnTo>
                  <a:pt x="743" y="115"/>
                </a:lnTo>
                <a:lnTo>
                  <a:pt x="747" y="120"/>
                </a:lnTo>
                <a:lnTo>
                  <a:pt x="751" y="124"/>
                </a:lnTo>
                <a:lnTo>
                  <a:pt x="755" y="128"/>
                </a:lnTo>
                <a:lnTo>
                  <a:pt x="760" y="132"/>
                </a:lnTo>
                <a:lnTo>
                  <a:pt x="765" y="136"/>
                </a:lnTo>
                <a:lnTo>
                  <a:pt x="769" y="139"/>
                </a:lnTo>
                <a:lnTo>
                  <a:pt x="774" y="142"/>
                </a:lnTo>
                <a:lnTo>
                  <a:pt x="780" y="145"/>
                </a:lnTo>
                <a:lnTo>
                  <a:pt x="785" y="148"/>
                </a:lnTo>
                <a:lnTo>
                  <a:pt x="791" y="150"/>
                </a:lnTo>
                <a:lnTo>
                  <a:pt x="797" y="152"/>
                </a:lnTo>
                <a:lnTo>
                  <a:pt x="803" y="154"/>
                </a:lnTo>
                <a:lnTo>
                  <a:pt x="809" y="156"/>
                </a:lnTo>
                <a:lnTo>
                  <a:pt x="816" y="158"/>
                </a:lnTo>
                <a:lnTo>
                  <a:pt x="823" y="160"/>
                </a:lnTo>
                <a:lnTo>
                  <a:pt x="829" y="162"/>
                </a:lnTo>
                <a:lnTo>
                  <a:pt x="836" y="164"/>
                </a:lnTo>
                <a:lnTo>
                  <a:pt x="843" y="166"/>
                </a:lnTo>
                <a:lnTo>
                  <a:pt x="849" y="169"/>
                </a:lnTo>
                <a:lnTo>
                  <a:pt x="856" y="171"/>
                </a:lnTo>
                <a:lnTo>
                  <a:pt x="862" y="174"/>
                </a:lnTo>
                <a:lnTo>
                  <a:pt x="869" y="177"/>
                </a:lnTo>
                <a:lnTo>
                  <a:pt x="875" y="180"/>
                </a:lnTo>
                <a:lnTo>
                  <a:pt x="880" y="184"/>
                </a:lnTo>
                <a:lnTo>
                  <a:pt x="886" y="187"/>
                </a:lnTo>
                <a:lnTo>
                  <a:pt x="891" y="192"/>
                </a:lnTo>
                <a:lnTo>
                  <a:pt x="896" y="196"/>
                </a:lnTo>
                <a:lnTo>
                  <a:pt x="900" y="201"/>
                </a:lnTo>
                <a:lnTo>
                  <a:pt x="905" y="206"/>
                </a:lnTo>
                <a:lnTo>
                  <a:pt x="908" y="212"/>
                </a:lnTo>
                <a:lnTo>
                  <a:pt x="911" y="217"/>
                </a:lnTo>
                <a:lnTo>
                  <a:pt x="914" y="223"/>
                </a:lnTo>
                <a:lnTo>
                  <a:pt x="917" y="230"/>
                </a:lnTo>
                <a:lnTo>
                  <a:pt x="918" y="236"/>
                </a:lnTo>
                <a:lnTo>
                  <a:pt x="920" y="243"/>
                </a:lnTo>
                <a:lnTo>
                  <a:pt x="921" y="249"/>
                </a:lnTo>
                <a:lnTo>
                  <a:pt x="922" y="256"/>
                </a:lnTo>
                <a:lnTo>
                  <a:pt x="923" y="263"/>
                </a:lnTo>
                <a:lnTo>
                  <a:pt x="923" y="270"/>
                </a:lnTo>
                <a:lnTo>
                  <a:pt x="923" y="277"/>
                </a:lnTo>
                <a:lnTo>
                  <a:pt x="923" y="284"/>
                </a:lnTo>
                <a:lnTo>
                  <a:pt x="923" y="291"/>
                </a:lnTo>
                <a:lnTo>
                  <a:pt x="923" y="298"/>
                </a:lnTo>
                <a:lnTo>
                  <a:pt x="923" y="305"/>
                </a:lnTo>
                <a:lnTo>
                  <a:pt x="923" y="312"/>
                </a:lnTo>
                <a:lnTo>
                  <a:pt x="922" y="319"/>
                </a:lnTo>
                <a:lnTo>
                  <a:pt x="923" y="325"/>
                </a:lnTo>
                <a:lnTo>
                  <a:pt x="923" y="331"/>
                </a:lnTo>
                <a:lnTo>
                  <a:pt x="923" y="338"/>
                </a:lnTo>
                <a:lnTo>
                  <a:pt x="924" y="344"/>
                </a:lnTo>
                <a:lnTo>
                  <a:pt x="925" y="350"/>
                </a:lnTo>
                <a:lnTo>
                  <a:pt x="926" y="355"/>
                </a:lnTo>
                <a:lnTo>
                  <a:pt x="928" y="361"/>
                </a:lnTo>
                <a:lnTo>
                  <a:pt x="930" y="366"/>
                </a:lnTo>
                <a:lnTo>
                  <a:pt x="932" y="372"/>
                </a:lnTo>
                <a:lnTo>
                  <a:pt x="935" y="377"/>
                </a:lnTo>
                <a:lnTo>
                  <a:pt x="938" y="383"/>
                </a:lnTo>
                <a:lnTo>
                  <a:pt x="941" y="388"/>
                </a:lnTo>
                <a:lnTo>
                  <a:pt x="945" y="393"/>
                </a:lnTo>
                <a:lnTo>
                  <a:pt x="948" y="399"/>
                </a:lnTo>
                <a:lnTo>
                  <a:pt x="952" y="404"/>
                </a:lnTo>
                <a:lnTo>
                  <a:pt x="956" y="409"/>
                </a:lnTo>
                <a:lnTo>
                  <a:pt x="961" y="415"/>
                </a:lnTo>
                <a:lnTo>
                  <a:pt x="965" y="420"/>
                </a:lnTo>
                <a:lnTo>
                  <a:pt x="969" y="426"/>
                </a:lnTo>
                <a:lnTo>
                  <a:pt x="973" y="431"/>
                </a:lnTo>
                <a:lnTo>
                  <a:pt x="977" y="437"/>
                </a:lnTo>
                <a:lnTo>
                  <a:pt x="981" y="443"/>
                </a:lnTo>
                <a:lnTo>
                  <a:pt x="985" y="449"/>
                </a:lnTo>
                <a:lnTo>
                  <a:pt x="988" y="455"/>
                </a:lnTo>
                <a:lnTo>
                  <a:pt x="991" y="461"/>
                </a:lnTo>
                <a:lnTo>
                  <a:pt x="994" y="468"/>
                </a:lnTo>
                <a:lnTo>
                  <a:pt x="996" y="474"/>
                </a:lnTo>
                <a:lnTo>
                  <a:pt x="998" y="480"/>
                </a:lnTo>
                <a:lnTo>
                  <a:pt x="999" y="487"/>
                </a:lnTo>
                <a:lnTo>
                  <a:pt x="1000" y="493"/>
                </a:lnTo>
                <a:close/>
              </a:path>
            </a:pathLst>
          </a:custGeom>
          <a:solidFill>
            <a:srgbClr val="85C227"/>
          </a:solidFill>
          <a:ln w="762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48364" y="2095804"/>
            <a:ext cx="5683910" cy="568391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edd85483191.png"/>
          <p:cNvPicPr>
            <a:picLocks noChangeAspect="1"/>
          </p:cNvPicPr>
          <p:nvPr/>
        </p:nvPicPr>
        <p:blipFill>
          <a:blip r:embed="rId2"/>
          <a:stretch>
            <a:fillRect/>
          </a:stretch>
        </p:blipFill>
        <p:spPr>
          <a:xfrm>
            <a:off x="11340388" y="2287828"/>
            <a:ext cx="5299862" cy="5299862"/>
          </a:xfrm>
          <a:prstGeom prst="rect">
            <a:avLst/>
          </a:prstGeom>
        </p:spPr>
      </p:pic>
      <p:sp>
        <p:nvSpPr>
          <p:cNvPr id="6" name="Rectangle 5"/>
          <p:cNvSpPr/>
          <p:nvPr/>
        </p:nvSpPr>
        <p:spPr>
          <a:xfrm>
            <a:off x="1097280" y="12984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65960" y="1143000"/>
            <a:ext cx="9144000" cy="457200"/>
          </a:xfrm>
          <a:prstGeom prst="rect">
            <a:avLst/>
          </a:prstGeom>
          <a:noFill/>
        </p:spPr>
        <p:txBody>
          <a:bodyPr wrap="square" anchor="t" lIns="0" rIns="0" tIns="0" bIns="0">
            <a:spAutoFit/>
          </a:bodyPr>
          <a:lstStyle/>
          <a:p>
            <a:pPr algn="l">
              <a:lnSpc>
                <a:spcPct val="100000"/>
              </a:lnSpc>
            </a:pPr>
            <a:r>
              <a:rPr sz="2000" b="1" spc="300">
                <a:solidFill>
                  <a:srgbClr val="5E9E17"/>
                </a:solidFill>
                <a:latin typeface="Montserrat"/>
              </a:rPr>
              <a:t>PARTE 2 · O FILTRO</a:t>
            </a:r>
          </a:p>
        </p:txBody>
      </p:sp>
      <p:sp>
        <p:nvSpPr>
          <p:cNvPr id="8" name="TextBox 7"/>
          <p:cNvSpPr txBox="1"/>
          <p:nvPr/>
        </p:nvSpPr>
        <p:spPr>
          <a:xfrm>
            <a:off x="1005839" y="1554480"/>
            <a:ext cx="2743200" cy="1828800"/>
          </a:xfrm>
          <a:prstGeom prst="rect">
            <a:avLst/>
          </a:prstGeom>
          <a:noFill/>
        </p:spPr>
        <p:txBody>
          <a:bodyPr wrap="square" anchor="t" lIns="0" rIns="0" tIns="0" bIns="0">
            <a:spAutoFit/>
          </a:bodyPr>
          <a:lstStyle/>
          <a:p>
            <a:pPr algn="l">
              <a:lnSpc>
                <a:spcPct val="100000"/>
              </a:lnSpc>
            </a:pPr>
            <a:r>
              <a:rPr sz="20200" b="1">
                <a:solidFill>
                  <a:srgbClr val="85C227"/>
                </a:solidFill>
                <a:latin typeface="Montserrat"/>
              </a:rPr>
              <a:t>“</a:t>
            </a:r>
          </a:p>
        </p:txBody>
      </p:sp>
      <p:sp>
        <p:nvSpPr>
          <p:cNvPr id="9" name="TextBox 8"/>
          <p:cNvSpPr txBox="1"/>
          <p:nvPr/>
        </p:nvSpPr>
        <p:spPr>
          <a:xfrm>
            <a:off x="1097280" y="3429000"/>
            <a:ext cx="8961120" cy="5303520"/>
          </a:xfrm>
          <a:prstGeom prst="rect">
            <a:avLst/>
          </a:prstGeom>
          <a:noFill/>
        </p:spPr>
        <p:txBody>
          <a:bodyPr wrap="square" anchor="t" lIns="0" rIns="0" tIns="0" bIns="0">
            <a:spAutoFit/>
          </a:bodyPr>
          <a:lstStyle/>
          <a:p>
            <a:pPr algn="l">
              <a:lnSpc>
                <a:spcPct val="100000"/>
              </a:lnSpc>
            </a:pPr>
            <a:r>
              <a:rPr sz="5400" b="1" spc="-100">
                <a:solidFill>
                  <a:srgbClr val="004380"/>
                </a:solidFill>
                <a:latin typeface="Montserrat"/>
              </a:rPr>
              <a:t>Os pais precisam ser</a:t>
            </a:r>
          </a:p>
          <a:p>
            <a:pPr algn="l">
              <a:lnSpc>
                <a:spcPct val="100000"/>
              </a:lnSpc>
            </a:pPr>
            <a:r>
              <a:rPr sz="8100" b="1" spc="-150">
                <a:solidFill>
                  <a:srgbClr val="0263BA"/>
                </a:solidFill>
                <a:latin typeface="Montserrat"/>
              </a:rPr>
              <a:t>filtros da</a:t>
            </a:r>
          </a:p>
          <a:p>
            <a:pPr algn="l">
              <a:lnSpc>
                <a:spcPct val="100000"/>
              </a:lnSpc>
            </a:pPr>
            <a:r>
              <a:rPr sz="8100" b="1" spc="-150">
                <a:solidFill>
                  <a:srgbClr val="0263BA"/>
                </a:solidFill>
                <a:latin typeface="Montserrat"/>
              </a:rPr>
              <a:t>realidade,</a:t>
            </a:r>
          </a:p>
          <a:p>
            <a:pPr algn="l">
              <a:lnSpc>
                <a:spcPct val="100000"/>
              </a:lnSpc>
            </a:pPr>
            <a:r>
              <a:rPr sz="1800">
                <a:latin typeface="Montserrat"/>
              </a:rPr>
              <a:t> </a:t>
            </a:r>
          </a:p>
          <a:p>
            <a:pPr algn="l">
              <a:lnSpc>
                <a:spcPct val="100000"/>
              </a:lnSpc>
            </a:pPr>
            <a:r>
              <a:rPr sz="3800" b="0">
                <a:solidFill>
                  <a:srgbClr val="2D5C58"/>
                </a:solidFill>
                <a:latin typeface="Montserrat"/>
              </a:rPr>
              <a:t>porque a criança é esponja</a:t>
            </a:r>
          </a:p>
          <a:p>
            <a:pPr algn="l">
              <a:lnSpc>
                <a:spcPct val="100000"/>
              </a:lnSpc>
            </a:pPr>
            <a:r>
              <a:rPr sz="3800" b="0">
                <a:solidFill>
                  <a:srgbClr val="2D5C58"/>
                </a:solidFill>
                <a:latin typeface="Montserrat"/>
              </a:rPr>
              <a:t>e a esponja só absorve.</a:t>
            </a:r>
          </a:p>
        </p:txBody>
      </p:sp>
      <p:pic>
        <p:nvPicPr>
          <p:cNvPr id="10" name="Picture 9" descr="logo_h.png"/>
          <p:cNvPicPr>
            <a:picLocks noChangeAspect="1"/>
          </p:cNvPicPr>
          <p:nvPr/>
        </p:nvPicPr>
        <p:blipFill>
          <a:blip r:embed="rId3"/>
          <a:stretch>
            <a:fillRect/>
          </a:stretch>
        </p:blipFill>
        <p:spPr>
          <a:xfrm>
            <a:off x="1097280" y="9235440"/>
            <a:ext cx="1569746" cy="5943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gradFill rotWithShape="1">
            <a:gsLst>
              <a:gs pos="0">
                <a:srgbClr val="002B52"/>
              </a:gs>
              <a:gs pos="100000">
                <a:srgbClr val="0263BA"/>
              </a:gs>
            </a:gsLst>
            <a:lin ang="18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10698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965960" y="914400"/>
            <a:ext cx="9144000" cy="457200"/>
          </a:xfrm>
          <a:prstGeom prst="rect">
            <a:avLst/>
          </a:prstGeom>
          <a:noFill/>
        </p:spPr>
        <p:txBody>
          <a:bodyPr wrap="square" anchor="t" lIns="0" rIns="0" tIns="0" bIns="0">
            <a:spAutoFit/>
          </a:bodyPr>
          <a:lstStyle/>
          <a:p>
            <a:pPr algn="l">
              <a:lnSpc>
                <a:spcPct val="100000"/>
              </a:lnSpc>
            </a:pPr>
            <a:r>
              <a:rPr sz="2000" b="1" spc="300">
                <a:solidFill>
                  <a:srgbClr val="85C227"/>
                </a:solidFill>
                <a:latin typeface="Montserrat"/>
              </a:rPr>
              <a:t>PARTE 2 · O FILTRO</a:t>
            </a:r>
          </a:p>
        </p:txBody>
      </p:sp>
      <p:sp>
        <p:nvSpPr>
          <p:cNvPr id="5" name="TextBox 4"/>
          <p:cNvSpPr txBox="1"/>
          <p:nvPr/>
        </p:nvSpPr>
        <p:spPr>
          <a:xfrm>
            <a:off x="1097280" y="1417320"/>
            <a:ext cx="16093440" cy="2377440"/>
          </a:xfrm>
          <a:prstGeom prst="rect">
            <a:avLst/>
          </a:prstGeom>
          <a:noFill/>
        </p:spPr>
        <p:txBody>
          <a:bodyPr wrap="square" anchor="t" lIns="0" rIns="0" tIns="0" bIns="0">
            <a:spAutoFit/>
          </a:bodyPr>
          <a:lstStyle/>
          <a:p>
            <a:pPr algn="l">
              <a:lnSpc>
                <a:spcPct val="98000"/>
              </a:lnSpc>
            </a:pPr>
            <a:r>
              <a:rPr sz="6500" b="1" spc="-100">
                <a:solidFill>
                  <a:srgbClr val="FFFFFF"/>
                </a:solidFill>
                <a:latin typeface="Montserrat"/>
              </a:rPr>
              <a:t>Nossos filhos estão sendo criados</a:t>
            </a:r>
          </a:p>
          <a:p>
            <a:pPr algn="l">
              <a:lnSpc>
                <a:spcPct val="98000"/>
              </a:lnSpc>
            </a:pPr>
            <a:r>
              <a:rPr sz="6500" b="1" spc="-100">
                <a:solidFill>
                  <a:srgbClr val="FFFFFF"/>
                </a:solidFill>
                <a:latin typeface="Montserrat"/>
              </a:rPr>
              <a:t>com os </a:t>
            </a:r>
            <a:r>
              <a:rPr sz="6500" b="1" spc="-100">
                <a:solidFill>
                  <a:srgbClr val="85C227"/>
                </a:solidFill>
                <a:latin typeface="Montserrat"/>
              </a:rPr>
              <a:t>valores que consomem…</a:t>
            </a:r>
          </a:p>
        </p:txBody>
      </p:sp>
      <p:sp>
        <p:nvSpPr>
          <p:cNvPr id="6" name="Oval 5"/>
          <p:cNvSpPr/>
          <p:nvPr/>
        </p:nvSpPr>
        <p:spPr>
          <a:xfrm>
            <a:off x="1325879" y="3977639"/>
            <a:ext cx="4480560" cy="44805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9097f56c56fe.png"/>
          <p:cNvPicPr>
            <a:picLocks noChangeAspect="1"/>
          </p:cNvPicPr>
          <p:nvPr/>
        </p:nvPicPr>
        <p:blipFill>
          <a:blip r:embed="rId2"/>
          <a:stretch>
            <a:fillRect/>
          </a:stretch>
        </p:blipFill>
        <p:spPr>
          <a:xfrm>
            <a:off x="1508760" y="4160520"/>
            <a:ext cx="4114800" cy="4114800"/>
          </a:xfrm>
          <a:prstGeom prst="rect">
            <a:avLst/>
          </a:prstGeom>
        </p:spPr>
      </p:pic>
      <p:sp>
        <p:nvSpPr>
          <p:cNvPr id="8" name="Rounded Rectangle 7"/>
          <p:cNvSpPr/>
          <p:nvPr/>
        </p:nvSpPr>
        <p:spPr>
          <a:xfrm>
            <a:off x="1051560" y="8229600"/>
            <a:ext cx="5029200" cy="731520"/>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8229600"/>
            <a:ext cx="5029200" cy="731520"/>
          </a:xfrm>
          <a:prstGeom prst="rect">
            <a:avLst/>
          </a:prstGeom>
          <a:noFill/>
        </p:spPr>
        <p:txBody>
          <a:bodyPr wrap="square" anchor="ctr" lIns="0" rIns="0" tIns="0" bIns="0">
            <a:spAutoFit/>
          </a:bodyPr>
          <a:lstStyle/>
          <a:p>
            <a:pPr algn="ctr">
              <a:lnSpc>
                <a:spcPct val="100000"/>
              </a:lnSpc>
            </a:pPr>
            <a:r>
              <a:rPr sz="1900" b="1" spc="100">
                <a:solidFill>
                  <a:srgbClr val="002B52"/>
                </a:solidFill>
                <a:latin typeface="Montserrat"/>
              </a:rPr>
              <a:t>YOUTUBERS</a:t>
            </a:r>
          </a:p>
        </p:txBody>
      </p:sp>
      <p:sp>
        <p:nvSpPr>
          <p:cNvPr id="10" name="Oval 9"/>
          <p:cNvSpPr/>
          <p:nvPr/>
        </p:nvSpPr>
        <p:spPr>
          <a:xfrm>
            <a:off x="6903720" y="3977639"/>
            <a:ext cx="4480560" cy="4480560"/>
          </a:xfrm>
          <a:prstGeom prst="ellipse">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36aa8f118f74.png"/>
          <p:cNvPicPr>
            <a:picLocks noChangeAspect="1"/>
          </p:cNvPicPr>
          <p:nvPr/>
        </p:nvPicPr>
        <p:blipFill>
          <a:blip r:embed="rId3"/>
          <a:stretch>
            <a:fillRect/>
          </a:stretch>
        </p:blipFill>
        <p:spPr>
          <a:xfrm>
            <a:off x="7086600" y="4160520"/>
            <a:ext cx="4114800" cy="4114800"/>
          </a:xfrm>
          <a:prstGeom prst="rect">
            <a:avLst/>
          </a:prstGeom>
        </p:spPr>
      </p:pic>
      <p:sp>
        <p:nvSpPr>
          <p:cNvPr id="12" name="Rounded Rectangle 11"/>
          <p:cNvSpPr/>
          <p:nvPr/>
        </p:nvSpPr>
        <p:spPr>
          <a:xfrm>
            <a:off x="6629400" y="8229600"/>
            <a:ext cx="5029200" cy="7315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8229600"/>
            <a:ext cx="5029200" cy="731520"/>
          </a:xfrm>
          <a:prstGeom prst="rect">
            <a:avLst/>
          </a:prstGeom>
          <a:noFill/>
        </p:spPr>
        <p:txBody>
          <a:bodyPr wrap="square" anchor="ctr" lIns="0" rIns="0" tIns="0" bIns="0">
            <a:spAutoFit/>
          </a:bodyPr>
          <a:lstStyle/>
          <a:p>
            <a:pPr algn="ctr">
              <a:lnSpc>
                <a:spcPct val="100000"/>
              </a:lnSpc>
            </a:pPr>
            <a:r>
              <a:rPr sz="1900" b="1" spc="100">
                <a:solidFill>
                  <a:srgbClr val="002B52"/>
                </a:solidFill>
                <a:latin typeface="Montserrat"/>
              </a:rPr>
              <a:t>REDES SOCIAIS E CELULAR</a:t>
            </a:r>
          </a:p>
        </p:txBody>
      </p:sp>
      <p:sp>
        <p:nvSpPr>
          <p:cNvPr id="14" name="Oval 13"/>
          <p:cNvSpPr/>
          <p:nvPr/>
        </p:nvSpPr>
        <p:spPr>
          <a:xfrm>
            <a:off x="12481559" y="3977639"/>
            <a:ext cx="4480560" cy="44805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cbbc398fa9a.png"/>
          <p:cNvPicPr>
            <a:picLocks noChangeAspect="1"/>
          </p:cNvPicPr>
          <p:nvPr/>
        </p:nvPicPr>
        <p:blipFill>
          <a:blip r:embed="rId4"/>
          <a:stretch>
            <a:fillRect/>
          </a:stretch>
        </p:blipFill>
        <p:spPr>
          <a:xfrm>
            <a:off x="12664439" y="4160520"/>
            <a:ext cx="4114800" cy="4114800"/>
          </a:xfrm>
          <a:prstGeom prst="rect">
            <a:avLst/>
          </a:prstGeom>
        </p:spPr>
      </p:pic>
      <p:sp>
        <p:nvSpPr>
          <p:cNvPr id="16" name="Rounded Rectangle 15"/>
          <p:cNvSpPr/>
          <p:nvPr/>
        </p:nvSpPr>
        <p:spPr>
          <a:xfrm>
            <a:off x="12207239" y="8229600"/>
            <a:ext cx="5029200" cy="731520"/>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207239" y="8229600"/>
            <a:ext cx="5029200" cy="731520"/>
          </a:xfrm>
          <a:prstGeom prst="rect">
            <a:avLst/>
          </a:prstGeom>
          <a:noFill/>
        </p:spPr>
        <p:txBody>
          <a:bodyPr wrap="square" anchor="ctr" lIns="0" rIns="0" tIns="0" bIns="0">
            <a:spAutoFit/>
          </a:bodyPr>
          <a:lstStyle/>
          <a:p>
            <a:pPr algn="ctr">
              <a:lnSpc>
                <a:spcPct val="100000"/>
              </a:lnSpc>
            </a:pPr>
            <a:r>
              <a:rPr sz="1900" b="1" spc="100">
                <a:solidFill>
                  <a:srgbClr val="002B52"/>
                </a:solidFill>
                <a:latin typeface="Montserrat"/>
              </a:rPr>
              <a:t>GAMES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0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fe3e076318d.jp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0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9b67eaf26e56.jpg"/>
          <p:cNvPicPr>
            <a:picLocks noChangeAspect="1"/>
          </p:cNvPicPr>
          <p:nvPr/>
        </p:nvPicPr>
        <p:blipFill>
          <a:blip r:embed="rId2"/>
          <a:stretch>
            <a:fillRect/>
          </a:stretch>
        </p:blipFill>
        <p:spPr>
          <a:xfrm>
            <a:off x="0" y="0"/>
            <a:ext cx="18288000" cy="10287000"/>
          </a:xfrm>
          <a:prstGeom prst="rect">
            <a:avLst/>
          </a:prstGeom>
        </p:spPr>
      </p:pic>
      <p:sp>
        <p:nvSpPr>
          <p:cNvPr id="4" name="Rectangle 3"/>
          <p:cNvSpPr/>
          <p:nvPr/>
        </p:nvSpPr>
        <p:spPr>
          <a:xfrm>
            <a:off x="0" y="0"/>
            <a:ext cx="18288000" cy="10287000"/>
          </a:xfrm>
          <a:prstGeom prst="rect">
            <a:avLst/>
          </a:prstGeom>
          <a:gradFill rotWithShape="1">
            <a:gsLst>
              <a:gs pos="0">
                <a:srgbClr val="002B52">
                  <a:alpha val="55000"/>
                </a:srgbClr>
              </a:gs>
              <a:gs pos="100000">
                <a:srgbClr val="002B52">
                  <a:alpha val="80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949440" y="2194560"/>
            <a:ext cx="4389120" cy="685800"/>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0" y="2194560"/>
            <a:ext cx="4389120" cy="685800"/>
          </a:xfrm>
          <a:prstGeom prst="rect">
            <a:avLst/>
          </a:prstGeom>
          <a:noFill/>
        </p:spPr>
        <p:txBody>
          <a:bodyPr wrap="square" anchor="ctr" lIns="0" rIns="0" tIns="0" bIns="0">
            <a:spAutoFit/>
          </a:bodyPr>
          <a:lstStyle/>
          <a:p>
            <a:pPr algn="ctr">
              <a:lnSpc>
                <a:spcPct val="100000"/>
              </a:lnSpc>
            </a:pPr>
            <a:r>
              <a:rPr sz="2200" b="1" spc="300">
                <a:solidFill>
                  <a:srgbClr val="002B52"/>
                </a:solidFill>
                <a:latin typeface="Montserrat"/>
              </a:rPr>
              <a:t>PARA REFLETIR</a:t>
            </a:r>
          </a:p>
        </p:txBody>
      </p:sp>
      <p:sp>
        <p:nvSpPr>
          <p:cNvPr id="7" name="TextBox 6"/>
          <p:cNvSpPr txBox="1"/>
          <p:nvPr/>
        </p:nvSpPr>
        <p:spPr>
          <a:xfrm>
            <a:off x="914400" y="3291840"/>
            <a:ext cx="16459200" cy="4389120"/>
          </a:xfrm>
          <a:prstGeom prst="rect">
            <a:avLst/>
          </a:prstGeom>
          <a:noFill/>
        </p:spPr>
        <p:txBody>
          <a:bodyPr wrap="square" anchor="ctr" lIns="0" rIns="0" tIns="0" bIns="0">
            <a:spAutoFit/>
          </a:bodyPr>
          <a:lstStyle/>
          <a:p>
            <a:pPr algn="ctr">
              <a:lnSpc>
                <a:spcPct val="90000"/>
              </a:lnSpc>
            </a:pPr>
            <a:r>
              <a:rPr sz="14800" b="1" spc="-250">
                <a:solidFill>
                  <a:srgbClr val="FFFFFF"/>
                </a:solidFill>
                <a:latin typeface="Montserrat"/>
              </a:rPr>
              <a:t>Qual é a</a:t>
            </a:r>
          </a:p>
          <a:p>
            <a:pPr algn="ctr">
              <a:lnSpc>
                <a:spcPct val="90000"/>
              </a:lnSpc>
            </a:pPr>
            <a:r>
              <a:rPr sz="14800" b="1" spc="-250">
                <a:solidFill>
                  <a:srgbClr val="85C227"/>
                </a:solidFill>
                <a:latin typeface="Montserrat"/>
              </a:rPr>
              <a:t>sua lente?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gradFill rotWithShape="1">
            <a:gsLst>
              <a:gs pos="0">
                <a:srgbClr val="9BD13A"/>
              </a:gs>
              <a:gs pos="100000">
                <a:srgbClr val="69B21C"/>
              </a:gs>
            </a:gsLst>
            <a:lin ang="27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235440" y="777240"/>
            <a:ext cx="8778240" cy="8778240"/>
          </a:xfrm>
          <a:prstGeom prst="ellipse">
            <a:avLst/>
          </a:prstGeom>
          <a:no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921240" y="1463040"/>
            <a:ext cx="7406640" cy="7406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6fcb0fe27ca.png"/>
          <p:cNvPicPr>
            <a:picLocks noChangeAspect="1"/>
          </p:cNvPicPr>
          <p:nvPr/>
        </p:nvPicPr>
        <p:blipFill>
          <a:blip r:embed="rId2"/>
          <a:stretch>
            <a:fillRect/>
          </a:stretch>
        </p:blipFill>
        <p:spPr>
          <a:xfrm>
            <a:off x="10195560" y="1737360"/>
            <a:ext cx="6858000" cy="6858000"/>
          </a:xfrm>
          <a:prstGeom prst="rect">
            <a:avLst/>
          </a:prstGeom>
        </p:spPr>
      </p:pic>
      <p:sp>
        <p:nvSpPr>
          <p:cNvPr id="6" name="Rectangle 5"/>
          <p:cNvSpPr/>
          <p:nvPr/>
        </p:nvSpPr>
        <p:spPr>
          <a:xfrm>
            <a:off x="1097280" y="1298448"/>
            <a:ext cx="640080" cy="100584"/>
          </a:xfrm>
          <a:prstGeom prst="rect">
            <a:avLst/>
          </a:prstGeom>
          <a:solidFill>
            <a:srgbClr val="004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65960" y="1143000"/>
            <a:ext cx="9144000" cy="457200"/>
          </a:xfrm>
          <a:prstGeom prst="rect">
            <a:avLst/>
          </a:prstGeom>
          <a:noFill/>
        </p:spPr>
        <p:txBody>
          <a:bodyPr wrap="square" anchor="t" lIns="0" rIns="0" tIns="0" bIns="0">
            <a:spAutoFit/>
          </a:bodyPr>
          <a:lstStyle/>
          <a:p>
            <a:pPr algn="l">
              <a:lnSpc>
                <a:spcPct val="100000"/>
              </a:lnSpc>
            </a:pPr>
            <a:r>
              <a:rPr sz="2000" b="1" spc="300">
                <a:solidFill>
                  <a:srgbClr val="004380"/>
                </a:solidFill>
                <a:latin typeface="Montserrat"/>
              </a:rPr>
              <a:t>PARTE 2 · O FILTRO</a:t>
            </a:r>
          </a:p>
        </p:txBody>
      </p:sp>
      <p:sp>
        <p:nvSpPr>
          <p:cNvPr id="8" name="TextBox 7"/>
          <p:cNvSpPr txBox="1"/>
          <p:nvPr/>
        </p:nvSpPr>
        <p:spPr>
          <a:xfrm>
            <a:off x="1097280" y="2103120"/>
            <a:ext cx="9144000" cy="6035040"/>
          </a:xfrm>
          <a:prstGeom prst="rect">
            <a:avLst/>
          </a:prstGeom>
          <a:noFill/>
        </p:spPr>
        <p:txBody>
          <a:bodyPr wrap="square" anchor="ctr" lIns="0" rIns="0" tIns="0" bIns="0">
            <a:spAutoFit/>
          </a:bodyPr>
          <a:lstStyle/>
          <a:p>
            <a:pPr algn="l">
              <a:lnSpc>
                <a:spcPct val="90000"/>
              </a:lnSpc>
            </a:pPr>
            <a:r>
              <a:rPr sz="10800" b="0" spc="-150">
                <a:solidFill>
                  <a:srgbClr val="004380"/>
                </a:solidFill>
                <a:latin typeface="Montserrat"/>
              </a:rPr>
              <a:t>Você é</a:t>
            </a:r>
          </a:p>
          <a:p>
            <a:pPr algn="l">
              <a:lnSpc>
                <a:spcPct val="90000"/>
              </a:lnSpc>
            </a:pPr>
            <a:r>
              <a:rPr sz="16200" b="1" spc="-300">
                <a:solidFill>
                  <a:srgbClr val="004380"/>
                </a:solidFill>
                <a:latin typeface="Montserrat"/>
              </a:rPr>
              <a:t>o filtro!</a:t>
            </a:r>
          </a:p>
        </p:txBody>
      </p:sp>
      <p:pic>
        <p:nvPicPr>
          <p:cNvPr id="9" name="Picture 8" descr="logo_h.png"/>
          <p:cNvPicPr>
            <a:picLocks noChangeAspect="1"/>
          </p:cNvPicPr>
          <p:nvPr/>
        </p:nvPicPr>
        <p:blipFill>
          <a:blip r:embed="rId3"/>
          <a:stretch>
            <a:fillRect/>
          </a:stretch>
        </p:blipFill>
        <p:spPr>
          <a:xfrm>
            <a:off x="1097280" y="9235440"/>
            <a:ext cx="1569746" cy="59436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2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0" y="2377440"/>
            <a:ext cx="7132320" cy="7132320"/>
          </a:xfrm>
          <a:prstGeom prst="ellipse">
            <a:avLst/>
          </a:prstGeom>
          <a:solidFill>
            <a:srgbClr val="24A2F7">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164795801c06.png"/>
          <p:cNvPicPr>
            <a:picLocks noChangeAspect="1"/>
          </p:cNvPicPr>
          <p:nvPr/>
        </p:nvPicPr>
        <p:blipFill>
          <a:blip r:embed="rId2"/>
          <a:stretch>
            <a:fillRect/>
          </a:stretch>
        </p:blipFill>
        <p:spPr>
          <a:xfrm>
            <a:off x="11430000" y="1143000"/>
            <a:ext cx="5852160" cy="8001000"/>
          </a:xfrm>
          <a:prstGeom prst="rect">
            <a:avLst/>
          </a:prstGeom>
        </p:spPr>
      </p:pic>
      <p:sp>
        <p:nvSpPr>
          <p:cNvPr id="5" name="Rectangle 4"/>
          <p:cNvSpPr/>
          <p:nvPr/>
        </p:nvSpPr>
        <p:spPr>
          <a:xfrm>
            <a:off x="1097280" y="12984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65960" y="1143000"/>
            <a:ext cx="9144000" cy="457200"/>
          </a:xfrm>
          <a:prstGeom prst="rect">
            <a:avLst/>
          </a:prstGeom>
          <a:noFill/>
        </p:spPr>
        <p:txBody>
          <a:bodyPr wrap="square" anchor="t" lIns="0" rIns="0" tIns="0" bIns="0">
            <a:spAutoFit/>
          </a:bodyPr>
          <a:lstStyle/>
          <a:p>
            <a:pPr algn="l">
              <a:lnSpc>
                <a:spcPct val="100000"/>
              </a:lnSpc>
            </a:pPr>
            <a:r>
              <a:rPr sz="2000" b="1" spc="300">
                <a:solidFill>
                  <a:srgbClr val="5E9E17"/>
                </a:solidFill>
                <a:latin typeface="Montserrat"/>
              </a:rPr>
              <a:t>PARTE 2 · O FILTRO</a:t>
            </a:r>
          </a:p>
        </p:txBody>
      </p:sp>
      <p:sp>
        <p:nvSpPr>
          <p:cNvPr id="7" name="TextBox 6"/>
          <p:cNvSpPr txBox="1"/>
          <p:nvPr/>
        </p:nvSpPr>
        <p:spPr>
          <a:xfrm>
            <a:off x="1097280" y="1783080"/>
            <a:ext cx="9509760" cy="4480560"/>
          </a:xfrm>
          <a:prstGeom prst="rect">
            <a:avLst/>
          </a:prstGeom>
          <a:noFill/>
        </p:spPr>
        <p:txBody>
          <a:bodyPr wrap="square" anchor="t" lIns="0" rIns="0" tIns="0" bIns="0">
            <a:spAutoFit/>
          </a:bodyPr>
          <a:lstStyle/>
          <a:p>
            <a:pPr algn="l">
              <a:lnSpc>
                <a:spcPct val="105000"/>
              </a:lnSpc>
            </a:pPr>
            <a:r>
              <a:rPr sz="3500" b="1" spc="-50">
                <a:solidFill>
                  <a:srgbClr val="004380"/>
                </a:solidFill>
                <a:latin typeface="Montserrat"/>
              </a:rPr>
              <a:t>Você trabalha, trabalha, trabalha…</a:t>
            </a:r>
          </a:p>
          <a:p>
            <a:pPr algn="l">
              <a:lnSpc>
                <a:spcPct val="105000"/>
              </a:lnSpc>
            </a:pPr>
            <a:r>
              <a:rPr sz="2800" b="0">
                <a:solidFill>
                  <a:srgbClr val="2D5C58"/>
                </a:solidFill>
                <a:latin typeface="Montserrat"/>
              </a:rPr>
              <a:t>Quer dar o melhor, sonha em levar pra Disney…</a:t>
            </a:r>
          </a:p>
          <a:p>
            <a:pPr algn="l">
              <a:lnSpc>
                <a:spcPct val="105000"/>
              </a:lnSpc>
            </a:pPr>
            <a:r>
              <a:rPr sz="1800">
                <a:latin typeface="Montserrat"/>
              </a:rPr>
              <a:t> </a:t>
            </a:r>
          </a:p>
          <a:p>
            <a:pPr algn="l">
              <a:lnSpc>
                <a:spcPct val="105000"/>
              </a:lnSpc>
            </a:pPr>
            <a:r>
              <a:rPr sz="3500" b="1">
                <a:solidFill>
                  <a:srgbClr val="0263BA"/>
                </a:solidFill>
                <a:latin typeface="Montserrat"/>
              </a:rPr>
              <a:t>Mas…</a:t>
            </a:r>
          </a:p>
          <a:p>
            <a:pPr algn="l">
              <a:lnSpc>
                <a:spcPct val="105000"/>
              </a:lnSpc>
            </a:pPr>
            <a:r>
              <a:rPr sz="3500" b="1">
                <a:solidFill>
                  <a:srgbClr val="0263BA"/>
                </a:solidFill>
                <a:latin typeface="Montserrat"/>
              </a:rPr>
              <a:t>Quem está em casa ensinando</a:t>
            </a:r>
          </a:p>
          <a:p>
            <a:pPr algn="l">
              <a:lnSpc>
                <a:spcPct val="105000"/>
              </a:lnSpc>
            </a:pPr>
            <a:r>
              <a:rPr sz="3500" b="1">
                <a:solidFill>
                  <a:srgbClr val="0263BA"/>
                </a:solidFill>
                <a:latin typeface="Montserrat"/>
              </a:rPr>
              <a:t>o que é certo e errado?</a:t>
            </a:r>
          </a:p>
        </p:txBody>
      </p:sp>
      <p:sp>
        <p:nvSpPr>
          <p:cNvPr id="8" name="Rounded Rectangle 7"/>
          <p:cNvSpPr/>
          <p:nvPr/>
        </p:nvSpPr>
        <p:spPr>
          <a:xfrm>
            <a:off x="1097280" y="6583680"/>
            <a:ext cx="9326880" cy="1920240"/>
          </a:xfrm>
          <a:prstGeom prst="roundRect">
            <a:avLst>
              <a:gd name="adj" fmla="val 20000"/>
            </a:avLst>
          </a:prstGeom>
          <a:solidFill>
            <a:srgbClr val="004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6583680"/>
            <a:ext cx="256032" cy="1920240"/>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83080" y="6583680"/>
            <a:ext cx="8503920" cy="1920240"/>
          </a:xfrm>
          <a:prstGeom prst="rect">
            <a:avLst/>
          </a:prstGeom>
          <a:noFill/>
        </p:spPr>
        <p:txBody>
          <a:bodyPr wrap="square" anchor="ctr" lIns="0" rIns="0" tIns="0" bIns="0">
            <a:spAutoFit/>
          </a:bodyPr>
          <a:lstStyle/>
          <a:p>
            <a:pPr algn="l">
              <a:lnSpc>
                <a:spcPct val="95000"/>
              </a:lnSpc>
            </a:pPr>
            <a:r>
              <a:rPr sz="4600" b="1" spc="-100">
                <a:solidFill>
                  <a:srgbClr val="FFFFFF"/>
                </a:solidFill>
                <a:latin typeface="Montserrat"/>
              </a:rPr>
              <a:t>Presente </a:t>
            </a:r>
            <a:r>
              <a:rPr sz="4600" b="0" spc="-100">
                <a:solidFill>
                  <a:srgbClr val="FFFFFF"/>
                </a:solidFill>
                <a:latin typeface="Montserrat"/>
              </a:rPr>
              <a:t>não substitui</a:t>
            </a:r>
          </a:p>
          <a:p>
            <a:pPr algn="l">
              <a:lnSpc>
                <a:spcPct val="95000"/>
              </a:lnSpc>
            </a:pPr>
            <a:r>
              <a:rPr sz="5400" b="1" spc="-100">
                <a:solidFill>
                  <a:srgbClr val="85C227"/>
                </a:solidFill>
                <a:latin typeface="Montserrat"/>
              </a:rPr>
              <a:t>presença!</a:t>
            </a:r>
          </a:p>
        </p:txBody>
      </p:sp>
      <p:pic>
        <p:nvPicPr>
          <p:cNvPr id="11" name="Picture 10" descr="logo_h.png"/>
          <p:cNvPicPr>
            <a:picLocks noChangeAspect="1"/>
          </p:cNvPicPr>
          <p:nvPr/>
        </p:nvPicPr>
        <p:blipFill>
          <a:blip r:embed="rId3"/>
          <a:stretch>
            <a:fillRect/>
          </a:stretch>
        </p:blipFill>
        <p:spPr>
          <a:xfrm>
            <a:off x="1097280" y="9235440"/>
            <a:ext cx="1569746" cy="59436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365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509760" y="548640"/>
            <a:ext cx="8595360" cy="8961120"/>
          </a:xfrm>
          <a:custGeom>
            <a:avLst/>
            <a:gdLst/>
            <a:ahLst/>
            <a:cxnLst/>
            <a:rect l="0" t="0" r="r" b="b"/>
            <a:pathLst>
              <a:path w="1000" h="1000">
                <a:moveTo>
                  <a:pt x="960" y="491"/>
                </a:moveTo>
                <a:cubicBezTo>
                  <a:pt x="964" y="602"/>
                  <a:pt x="897" y="760"/>
                  <a:pt x="801" y="838"/>
                </a:cubicBezTo>
                <a:cubicBezTo>
                  <a:pt x="705" y="916"/>
                  <a:pt x="500" y="988"/>
                  <a:pt x="382" y="960"/>
                </a:cubicBezTo>
                <a:cubicBezTo>
                  <a:pt x="265" y="932"/>
                  <a:pt x="153" y="781"/>
                  <a:pt x="96" y="669"/>
                </a:cubicBezTo>
                <a:cubicBezTo>
                  <a:pt x="39" y="557"/>
                  <a:pt x="0" y="393"/>
                  <a:pt x="40" y="288"/>
                </a:cubicBezTo>
                <a:cubicBezTo>
                  <a:pt x="88" y="183"/>
                  <a:pt x="264" y="60"/>
                  <a:pt x="387" y="40"/>
                </a:cubicBezTo>
                <a:cubicBezTo>
                  <a:pt x="510" y="20"/>
                  <a:pt x="684" y="93"/>
                  <a:pt x="779" y="169"/>
                </a:cubicBezTo>
                <a:cubicBezTo>
                  <a:pt x="875" y="244"/>
                  <a:pt x="956" y="379"/>
                  <a:pt x="960" y="491"/>
                </a:cubicBezTo>
                <a:close/>
              </a:path>
            </a:pathLst>
          </a:custGeom>
          <a:solidFill>
            <a:srgbClr val="026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afc56d63926.png"/>
          <p:cNvPicPr>
            <a:picLocks noChangeAspect="1"/>
          </p:cNvPicPr>
          <p:nvPr/>
        </p:nvPicPr>
        <p:blipFill>
          <a:blip r:embed="rId2"/>
          <a:stretch>
            <a:fillRect/>
          </a:stretch>
        </p:blipFill>
        <p:spPr>
          <a:xfrm>
            <a:off x="9875520" y="914400"/>
            <a:ext cx="7863840" cy="8229600"/>
          </a:xfrm>
          <a:prstGeom prst="rect">
            <a:avLst/>
          </a:prstGeom>
        </p:spPr>
      </p:pic>
      <p:sp>
        <p:nvSpPr>
          <p:cNvPr id="5" name="Rectangle 4"/>
          <p:cNvSpPr/>
          <p:nvPr/>
        </p:nvSpPr>
        <p:spPr>
          <a:xfrm>
            <a:off x="1097280" y="12984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65960" y="1143000"/>
            <a:ext cx="9144000" cy="457200"/>
          </a:xfrm>
          <a:prstGeom prst="rect">
            <a:avLst/>
          </a:prstGeom>
          <a:noFill/>
        </p:spPr>
        <p:txBody>
          <a:bodyPr wrap="square" anchor="t" lIns="0" rIns="0" tIns="0" bIns="0">
            <a:spAutoFit/>
          </a:bodyPr>
          <a:lstStyle/>
          <a:p>
            <a:pPr algn="l">
              <a:lnSpc>
                <a:spcPct val="100000"/>
              </a:lnSpc>
            </a:pPr>
            <a:r>
              <a:rPr sz="2000" b="1" spc="300">
                <a:solidFill>
                  <a:srgbClr val="85C227"/>
                </a:solidFill>
                <a:latin typeface="Montserrat"/>
              </a:rPr>
              <a:t>PARTE 2 · O FILTRO</a:t>
            </a:r>
          </a:p>
        </p:txBody>
      </p:sp>
      <p:sp>
        <p:nvSpPr>
          <p:cNvPr id="7" name="TextBox 6"/>
          <p:cNvSpPr txBox="1"/>
          <p:nvPr/>
        </p:nvSpPr>
        <p:spPr>
          <a:xfrm>
            <a:off x="1097280" y="1828800"/>
            <a:ext cx="8229600" cy="6949440"/>
          </a:xfrm>
          <a:prstGeom prst="rect">
            <a:avLst/>
          </a:prstGeom>
          <a:noFill/>
        </p:spPr>
        <p:txBody>
          <a:bodyPr wrap="square" anchor="ctr" lIns="0" rIns="0" tIns="0" bIns="0">
            <a:spAutoFit/>
          </a:bodyPr>
          <a:lstStyle/>
          <a:p>
            <a:pPr algn="l">
              <a:lnSpc>
                <a:spcPct val="100000"/>
              </a:lnSpc>
            </a:pPr>
            <a:r>
              <a:rPr sz="5400" b="1" spc="-100">
                <a:solidFill>
                  <a:srgbClr val="FFFFFF"/>
                </a:solidFill>
                <a:latin typeface="Montserrat"/>
              </a:rPr>
              <a:t>Aí você chega em casa e dá o celular para ter paz…</a:t>
            </a:r>
          </a:p>
          <a:p>
            <a:pPr algn="l">
              <a:lnSpc>
                <a:spcPct val="100000"/>
              </a:lnSpc>
            </a:pPr>
            <a:r>
              <a:rPr sz="1800">
                <a:latin typeface="Montserrat"/>
              </a:rPr>
              <a:t> </a:t>
            </a:r>
          </a:p>
          <a:p>
            <a:pPr algn="l">
              <a:lnSpc>
                <a:spcPct val="100000"/>
              </a:lnSpc>
            </a:pPr>
            <a:r>
              <a:rPr sz="4000" b="0">
                <a:solidFill>
                  <a:srgbClr val="CFE6DE"/>
                </a:solidFill>
                <a:latin typeface="Montserrat"/>
              </a:rPr>
              <a:t>e nessa você perde a oportunidade de ensinar valores.</a:t>
            </a:r>
          </a:p>
          <a:p>
            <a:pPr algn="l">
              <a:lnSpc>
                <a:spcPct val="100000"/>
              </a:lnSpc>
            </a:pPr>
            <a:r>
              <a:rPr sz="1800">
                <a:latin typeface="Montserrat"/>
              </a:rPr>
              <a:t> </a:t>
            </a:r>
          </a:p>
          <a:p>
            <a:pPr algn="l">
              <a:lnSpc>
                <a:spcPct val="100000"/>
              </a:lnSpc>
            </a:pPr>
            <a:r>
              <a:rPr sz="7300" b="1" spc="-150">
                <a:solidFill>
                  <a:srgbClr val="85C227"/>
                </a:solidFill>
                <a:latin typeface="Montserrat"/>
              </a:rPr>
              <a:t>De se fazer</a:t>
            </a:r>
          </a:p>
          <a:p>
            <a:pPr algn="l">
              <a:lnSpc>
                <a:spcPct val="100000"/>
              </a:lnSpc>
            </a:pPr>
            <a:r>
              <a:rPr sz="7300" b="1" spc="-150">
                <a:solidFill>
                  <a:srgbClr val="85C227"/>
                </a:solidFill>
                <a:latin typeface="Montserrat"/>
              </a:rPr>
              <a:t>presente!</a:t>
            </a:r>
          </a:p>
        </p:txBody>
      </p:sp>
      <p:pic>
        <p:nvPicPr>
          <p:cNvPr id="8" name="Picture 7" descr="logo_h_white.png"/>
          <p:cNvPicPr>
            <a:picLocks noChangeAspect="1"/>
          </p:cNvPicPr>
          <p:nvPr/>
        </p:nvPicPr>
        <p:blipFill>
          <a:blip r:embed="rId3"/>
          <a:stretch>
            <a:fillRect/>
          </a:stretch>
        </p:blipFill>
        <p:spPr>
          <a:xfrm>
            <a:off x="1097280" y="9235440"/>
            <a:ext cx="1569746" cy="59436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97280" y="1463040"/>
            <a:ext cx="6309360" cy="6309360"/>
          </a:xfrm>
          <a:prstGeom prst="ellipse">
            <a:avLst/>
          </a:prstGeom>
          <a:solidFill>
            <a:srgbClr val="24A2F7">
              <a:alpha val="1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9a0c4ae8b8ed.png"/>
          <p:cNvPicPr>
            <a:picLocks noChangeAspect="1"/>
          </p:cNvPicPr>
          <p:nvPr/>
        </p:nvPicPr>
        <p:blipFill>
          <a:blip r:embed="rId2"/>
          <a:stretch>
            <a:fillRect/>
          </a:stretch>
        </p:blipFill>
        <p:spPr>
          <a:xfrm>
            <a:off x="1600200" y="1143000"/>
            <a:ext cx="5394960" cy="8092440"/>
          </a:xfrm>
          <a:prstGeom prst="rect">
            <a:avLst/>
          </a:prstGeom>
        </p:spPr>
      </p:pic>
      <p:sp>
        <p:nvSpPr>
          <p:cNvPr id="5" name="Rectangle 4"/>
          <p:cNvSpPr/>
          <p:nvPr/>
        </p:nvSpPr>
        <p:spPr>
          <a:xfrm>
            <a:off x="14356080" y="6309359"/>
            <a:ext cx="3108960" cy="3108960"/>
          </a:xfrm>
          <a:custGeom>
            <a:avLst/>
            <a:gdLst/>
            <a:ahLst/>
            <a:cxnLst/>
            <a:rect l="0" t="0" r="r" b="b"/>
            <a:pathLst>
              <a:path w="1000" h="1000">
                <a:moveTo>
                  <a:pt x="1000" y="500"/>
                </a:moveTo>
                <a:lnTo>
                  <a:pt x="1000" y="507"/>
                </a:lnTo>
                <a:lnTo>
                  <a:pt x="999" y="513"/>
                </a:lnTo>
                <a:lnTo>
                  <a:pt x="998" y="520"/>
                </a:lnTo>
                <a:lnTo>
                  <a:pt x="996" y="526"/>
                </a:lnTo>
                <a:lnTo>
                  <a:pt x="994" y="532"/>
                </a:lnTo>
                <a:lnTo>
                  <a:pt x="991" y="539"/>
                </a:lnTo>
                <a:lnTo>
                  <a:pt x="988" y="545"/>
                </a:lnTo>
                <a:lnTo>
                  <a:pt x="985" y="551"/>
                </a:lnTo>
                <a:lnTo>
                  <a:pt x="981" y="557"/>
                </a:lnTo>
                <a:lnTo>
                  <a:pt x="977" y="563"/>
                </a:lnTo>
                <a:lnTo>
                  <a:pt x="973" y="569"/>
                </a:lnTo>
                <a:lnTo>
                  <a:pt x="969" y="574"/>
                </a:lnTo>
                <a:lnTo>
                  <a:pt x="965" y="580"/>
                </a:lnTo>
                <a:lnTo>
                  <a:pt x="961" y="585"/>
                </a:lnTo>
                <a:lnTo>
                  <a:pt x="956" y="591"/>
                </a:lnTo>
                <a:lnTo>
                  <a:pt x="952" y="596"/>
                </a:lnTo>
                <a:lnTo>
                  <a:pt x="948" y="601"/>
                </a:lnTo>
                <a:lnTo>
                  <a:pt x="945" y="607"/>
                </a:lnTo>
                <a:lnTo>
                  <a:pt x="941" y="612"/>
                </a:lnTo>
                <a:lnTo>
                  <a:pt x="938" y="617"/>
                </a:lnTo>
                <a:lnTo>
                  <a:pt x="935" y="623"/>
                </a:lnTo>
                <a:lnTo>
                  <a:pt x="932" y="628"/>
                </a:lnTo>
                <a:lnTo>
                  <a:pt x="930" y="634"/>
                </a:lnTo>
                <a:lnTo>
                  <a:pt x="928" y="639"/>
                </a:lnTo>
                <a:lnTo>
                  <a:pt x="926" y="645"/>
                </a:lnTo>
                <a:lnTo>
                  <a:pt x="925" y="650"/>
                </a:lnTo>
                <a:lnTo>
                  <a:pt x="924" y="656"/>
                </a:lnTo>
                <a:lnTo>
                  <a:pt x="923" y="662"/>
                </a:lnTo>
                <a:lnTo>
                  <a:pt x="923" y="669"/>
                </a:lnTo>
                <a:lnTo>
                  <a:pt x="923" y="675"/>
                </a:lnTo>
                <a:lnTo>
                  <a:pt x="922" y="681"/>
                </a:lnTo>
                <a:lnTo>
                  <a:pt x="923" y="688"/>
                </a:lnTo>
                <a:lnTo>
                  <a:pt x="923" y="695"/>
                </a:lnTo>
                <a:lnTo>
                  <a:pt x="923" y="702"/>
                </a:lnTo>
                <a:lnTo>
                  <a:pt x="923" y="709"/>
                </a:lnTo>
                <a:lnTo>
                  <a:pt x="923" y="716"/>
                </a:lnTo>
                <a:lnTo>
                  <a:pt x="923" y="723"/>
                </a:lnTo>
                <a:lnTo>
                  <a:pt x="923" y="730"/>
                </a:lnTo>
                <a:lnTo>
                  <a:pt x="923" y="737"/>
                </a:lnTo>
                <a:lnTo>
                  <a:pt x="922" y="744"/>
                </a:lnTo>
                <a:lnTo>
                  <a:pt x="921" y="751"/>
                </a:lnTo>
                <a:lnTo>
                  <a:pt x="920" y="757"/>
                </a:lnTo>
                <a:lnTo>
                  <a:pt x="918" y="764"/>
                </a:lnTo>
                <a:lnTo>
                  <a:pt x="917" y="770"/>
                </a:lnTo>
                <a:lnTo>
                  <a:pt x="914" y="777"/>
                </a:lnTo>
                <a:lnTo>
                  <a:pt x="911" y="783"/>
                </a:lnTo>
                <a:lnTo>
                  <a:pt x="908" y="788"/>
                </a:lnTo>
                <a:lnTo>
                  <a:pt x="905" y="794"/>
                </a:lnTo>
                <a:lnTo>
                  <a:pt x="900" y="799"/>
                </a:lnTo>
                <a:lnTo>
                  <a:pt x="896" y="804"/>
                </a:lnTo>
                <a:lnTo>
                  <a:pt x="891" y="808"/>
                </a:lnTo>
                <a:lnTo>
                  <a:pt x="886" y="813"/>
                </a:lnTo>
                <a:lnTo>
                  <a:pt x="880" y="816"/>
                </a:lnTo>
                <a:lnTo>
                  <a:pt x="875" y="820"/>
                </a:lnTo>
                <a:lnTo>
                  <a:pt x="869" y="823"/>
                </a:lnTo>
                <a:lnTo>
                  <a:pt x="862" y="826"/>
                </a:lnTo>
                <a:lnTo>
                  <a:pt x="856" y="829"/>
                </a:lnTo>
                <a:lnTo>
                  <a:pt x="849" y="831"/>
                </a:lnTo>
                <a:lnTo>
                  <a:pt x="843" y="834"/>
                </a:lnTo>
                <a:lnTo>
                  <a:pt x="836" y="836"/>
                </a:lnTo>
                <a:lnTo>
                  <a:pt x="829" y="838"/>
                </a:lnTo>
                <a:lnTo>
                  <a:pt x="823" y="840"/>
                </a:lnTo>
                <a:lnTo>
                  <a:pt x="816" y="842"/>
                </a:lnTo>
                <a:lnTo>
                  <a:pt x="809" y="844"/>
                </a:lnTo>
                <a:lnTo>
                  <a:pt x="803" y="846"/>
                </a:lnTo>
                <a:lnTo>
                  <a:pt x="797" y="848"/>
                </a:lnTo>
                <a:lnTo>
                  <a:pt x="791" y="850"/>
                </a:lnTo>
                <a:lnTo>
                  <a:pt x="785" y="852"/>
                </a:lnTo>
                <a:lnTo>
                  <a:pt x="780" y="855"/>
                </a:lnTo>
                <a:lnTo>
                  <a:pt x="774" y="858"/>
                </a:lnTo>
                <a:lnTo>
                  <a:pt x="769" y="861"/>
                </a:lnTo>
                <a:lnTo>
                  <a:pt x="765" y="864"/>
                </a:lnTo>
                <a:lnTo>
                  <a:pt x="760" y="868"/>
                </a:lnTo>
                <a:lnTo>
                  <a:pt x="755" y="872"/>
                </a:lnTo>
                <a:lnTo>
                  <a:pt x="751" y="876"/>
                </a:lnTo>
                <a:lnTo>
                  <a:pt x="747" y="880"/>
                </a:lnTo>
                <a:lnTo>
                  <a:pt x="743" y="885"/>
                </a:lnTo>
                <a:lnTo>
                  <a:pt x="739" y="890"/>
                </a:lnTo>
                <a:lnTo>
                  <a:pt x="735" y="895"/>
                </a:lnTo>
                <a:lnTo>
                  <a:pt x="731" y="901"/>
                </a:lnTo>
                <a:lnTo>
                  <a:pt x="727" y="906"/>
                </a:lnTo>
                <a:lnTo>
                  <a:pt x="724" y="912"/>
                </a:lnTo>
                <a:lnTo>
                  <a:pt x="720" y="917"/>
                </a:lnTo>
                <a:lnTo>
                  <a:pt x="716" y="923"/>
                </a:lnTo>
                <a:lnTo>
                  <a:pt x="712" y="929"/>
                </a:lnTo>
                <a:lnTo>
                  <a:pt x="707" y="935"/>
                </a:lnTo>
                <a:lnTo>
                  <a:pt x="703" y="940"/>
                </a:lnTo>
                <a:lnTo>
                  <a:pt x="698" y="945"/>
                </a:lnTo>
                <a:lnTo>
                  <a:pt x="694" y="950"/>
                </a:lnTo>
                <a:lnTo>
                  <a:pt x="689" y="955"/>
                </a:lnTo>
                <a:lnTo>
                  <a:pt x="683" y="960"/>
                </a:lnTo>
                <a:lnTo>
                  <a:pt x="678" y="964"/>
                </a:lnTo>
                <a:lnTo>
                  <a:pt x="672" y="967"/>
                </a:lnTo>
                <a:lnTo>
                  <a:pt x="667" y="971"/>
                </a:lnTo>
                <a:lnTo>
                  <a:pt x="661" y="973"/>
                </a:lnTo>
                <a:lnTo>
                  <a:pt x="655" y="976"/>
                </a:lnTo>
                <a:lnTo>
                  <a:pt x="648" y="977"/>
                </a:lnTo>
                <a:lnTo>
                  <a:pt x="642" y="979"/>
                </a:lnTo>
                <a:lnTo>
                  <a:pt x="635" y="979"/>
                </a:lnTo>
                <a:lnTo>
                  <a:pt x="629" y="980"/>
                </a:lnTo>
                <a:lnTo>
                  <a:pt x="622" y="980"/>
                </a:lnTo>
                <a:lnTo>
                  <a:pt x="615" y="979"/>
                </a:lnTo>
                <a:lnTo>
                  <a:pt x="608" y="978"/>
                </a:lnTo>
                <a:lnTo>
                  <a:pt x="601" y="977"/>
                </a:lnTo>
                <a:lnTo>
                  <a:pt x="595" y="975"/>
                </a:lnTo>
                <a:lnTo>
                  <a:pt x="588" y="973"/>
                </a:lnTo>
                <a:lnTo>
                  <a:pt x="581" y="971"/>
                </a:lnTo>
                <a:lnTo>
                  <a:pt x="574" y="969"/>
                </a:lnTo>
                <a:lnTo>
                  <a:pt x="568" y="967"/>
                </a:lnTo>
                <a:lnTo>
                  <a:pt x="561" y="965"/>
                </a:lnTo>
                <a:lnTo>
                  <a:pt x="555" y="962"/>
                </a:lnTo>
                <a:lnTo>
                  <a:pt x="548" y="960"/>
                </a:lnTo>
                <a:lnTo>
                  <a:pt x="542" y="958"/>
                </a:lnTo>
                <a:lnTo>
                  <a:pt x="536" y="956"/>
                </a:lnTo>
                <a:lnTo>
                  <a:pt x="530" y="954"/>
                </a:lnTo>
                <a:lnTo>
                  <a:pt x="524" y="953"/>
                </a:lnTo>
                <a:lnTo>
                  <a:pt x="518" y="952"/>
                </a:lnTo>
                <a:lnTo>
                  <a:pt x="512" y="951"/>
                </a:lnTo>
                <a:lnTo>
                  <a:pt x="506" y="950"/>
                </a:lnTo>
                <a:lnTo>
                  <a:pt x="500" y="950"/>
                </a:lnTo>
                <a:lnTo>
                  <a:pt x="494" y="950"/>
                </a:lnTo>
                <a:lnTo>
                  <a:pt x="488" y="951"/>
                </a:lnTo>
                <a:lnTo>
                  <a:pt x="482" y="952"/>
                </a:lnTo>
                <a:lnTo>
                  <a:pt x="476" y="953"/>
                </a:lnTo>
                <a:lnTo>
                  <a:pt x="470" y="954"/>
                </a:lnTo>
                <a:lnTo>
                  <a:pt x="464" y="956"/>
                </a:lnTo>
                <a:lnTo>
                  <a:pt x="458" y="958"/>
                </a:lnTo>
                <a:lnTo>
                  <a:pt x="452" y="960"/>
                </a:lnTo>
                <a:lnTo>
                  <a:pt x="445" y="962"/>
                </a:lnTo>
                <a:lnTo>
                  <a:pt x="439" y="965"/>
                </a:lnTo>
                <a:lnTo>
                  <a:pt x="432" y="967"/>
                </a:lnTo>
                <a:lnTo>
                  <a:pt x="426" y="969"/>
                </a:lnTo>
                <a:lnTo>
                  <a:pt x="419" y="971"/>
                </a:lnTo>
                <a:lnTo>
                  <a:pt x="412" y="973"/>
                </a:lnTo>
                <a:lnTo>
                  <a:pt x="405" y="975"/>
                </a:lnTo>
                <a:lnTo>
                  <a:pt x="399" y="977"/>
                </a:lnTo>
                <a:lnTo>
                  <a:pt x="392" y="978"/>
                </a:lnTo>
                <a:lnTo>
                  <a:pt x="385" y="979"/>
                </a:lnTo>
                <a:lnTo>
                  <a:pt x="378" y="980"/>
                </a:lnTo>
                <a:lnTo>
                  <a:pt x="371" y="980"/>
                </a:lnTo>
                <a:lnTo>
                  <a:pt x="365" y="979"/>
                </a:lnTo>
                <a:lnTo>
                  <a:pt x="358" y="979"/>
                </a:lnTo>
                <a:lnTo>
                  <a:pt x="352" y="977"/>
                </a:lnTo>
                <a:lnTo>
                  <a:pt x="345" y="976"/>
                </a:lnTo>
                <a:lnTo>
                  <a:pt x="339" y="973"/>
                </a:lnTo>
                <a:lnTo>
                  <a:pt x="333" y="971"/>
                </a:lnTo>
                <a:lnTo>
                  <a:pt x="328" y="967"/>
                </a:lnTo>
                <a:lnTo>
                  <a:pt x="322" y="964"/>
                </a:lnTo>
                <a:lnTo>
                  <a:pt x="317" y="960"/>
                </a:lnTo>
                <a:lnTo>
                  <a:pt x="311" y="955"/>
                </a:lnTo>
                <a:lnTo>
                  <a:pt x="306" y="950"/>
                </a:lnTo>
                <a:lnTo>
                  <a:pt x="302" y="945"/>
                </a:lnTo>
                <a:lnTo>
                  <a:pt x="297" y="940"/>
                </a:lnTo>
                <a:lnTo>
                  <a:pt x="293" y="935"/>
                </a:lnTo>
                <a:lnTo>
                  <a:pt x="288" y="929"/>
                </a:lnTo>
                <a:lnTo>
                  <a:pt x="284" y="923"/>
                </a:lnTo>
                <a:lnTo>
                  <a:pt x="280" y="917"/>
                </a:lnTo>
                <a:lnTo>
                  <a:pt x="276" y="912"/>
                </a:lnTo>
                <a:lnTo>
                  <a:pt x="273" y="906"/>
                </a:lnTo>
                <a:lnTo>
                  <a:pt x="269" y="901"/>
                </a:lnTo>
                <a:lnTo>
                  <a:pt x="265" y="895"/>
                </a:lnTo>
                <a:lnTo>
                  <a:pt x="261" y="890"/>
                </a:lnTo>
                <a:lnTo>
                  <a:pt x="257" y="885"/>
                </a:lnTo>
                <a:lnTo>
                  <a:pt x="253" y="880"/>
                </a:lnTo>
                <a:lnTo>
                  <a:pt x="249" y="876"/>
                </a:lnTo>
                <a:lnTo>
                  <a:pt x="245" y="872"/>
                </a:lnTo>
                <a:lnTo>
                  <a:pt x="240" y="868"/>
                </a:lnTo>
                <a:lnTo>
                  <a:pt x="235" y="864"/>
                </a:lnTo>
                <a:lnTo>
                  <a:pt x="231" y="861"/>
                </a:lnTo>
                <a:lnTo>
                  <a:pt x="226" y="858"/>
                </a:lnTo>
                <a:lnTo>
                  <a:pt x="220" y="855"/>
                </a:lnTo>
                <a:lnTo>
                  <a:pt x="215" y="852"/>
                </a:lnTo>
                <a:lnTo>
                  <a:pt x="209" y="850"/>
                </a:lnTo>
                <a:lnTo>
                  <a:pt x="203" y="848"/>
                </a:lnTo>
                <a:lnTo>
                  <a:pt x="197" y="846"/>
                </a:lnTo>
                <a:lnTo>
                  <a:pt x="191" y="844"/>
                </a:lnTo>
                <a:lnTo>
                  <a:pt x="184" y="842"/>
                </a:lnTo>
                <a:lnTo>
                  <a:pt x="177" y="840"/>
                </a:lnTo>
                <a:lnTo>
                  <a:pt x="171" y="838"/>
                </a:lnTo>
                <a:lnTo>
                  <a:pt x="164" y="836"/>
                </a:lnTo>
                <a:lnTo>
                  <a:pt x="157" y="834"/>
                </a:lnTo>
                <a:lnTo>
                  <a:pt x="151" y="831"/>
                </a:lnTo>
                <a:lnTo>
                  <a:pt x="144" y="829"/>
                </a:lnTo>
                <a:lnTo>
                  <a:pt x="138" y="826"/>
                </a:lnTo>
                <a:lnTo>
                  <a:pt x="131" y="823"/>
                </a:lnTo>
                <a:lnTo>
                  <a:pt x="125" y="820"/>
                </a:lnTo>
                <a:lnTo>
                  <a:pt x="120" y="816"/>
                </a:lnTo>
                <a:lnTo>
                  <a:pt x="114" y="813"/>
                </a:lnTo>
                <a:lnTo>
                  <a:pt x="109" y="808"/>
                </a:lnTo>
                <a:lnTo>
                  <a:pt x="104" y="804"/>
                </a:lnTo>
                <a:lnTo>
                  <a:pt x="100" y="799"/>
                </a:lnTo>
                <a:lnTo>
                  <a:pt x="95" y="794"/>
                </a:lnTo>
                <a:lnTo>
                  <a:pt x="92" y="788"/>
                </a:lnTo>
                <a:lnTo>
                  <a:pt x="89" y="783"/>
                </a:lnTo>
                <a:lnTo>
                  <a:pt x="86" y="777"/>
                </a:lnTo>
                <a:lnTo>
                  <a:pt x="83" y="770"/>
                </a:lnTo>
                <a:lnTo>
                  <a:pt x="82" y="764"/>
                </a:lnTo>
                <a:lnTo>
                  <a:pt x="80" y="757"/>
                </a:lnTo>
                <a:lnTo>
                  <a:pt x="79" y="751"/>
                </a:lnTo>
                <a:lnTo>
                  <a:pt x="78" y="744"/>
                </a:lnTo>
                <a:lnTo>
                  <a:pt x="77" y="737"/>
                </a:lnTo>
                <a:lnTo>
                  <a:pt x="77" y="730"/>
                </a:lnTo>
                <a:lnTo>
                  <a:pt x="77" y="723"/>
                </a:lnTo>
                <a:lnTo>
                  <a:pt x="77" y="716"/>
                </a:lnTo>
                <a:lnTo>
                  <a:pt x="77" y="709"/>
                </a:lnTo>
                <a:lnTo>
                  <a:pt x="77" y="702"/>
                </a:lnTo>
                <a:lnTo>
                  <a:pt x="77" y="695"/>
                </a:lnTo>
                <a:lnTo>
                  <a:pt x="77" y="688"/>
                </a:lnTo>
                <a:lnTo>
                  <a:pt x="78" y="681"/>
                </a:lnTo>
                <a:lnTo>
                  <a:pt x="77" y="675"/>
                </a:lnTo>
                <a:lnTo>
                  <a:pt x="77" y="669"/>
                </a:lnTo>
                <a:lnTo>
                  <a:pt x="77" y="662"/>
                </a:lnTo>
                <a:lnTo>
                  <a:pt x="76" y="656"/>
                </a:lnTo>
                <a:lnTo>
                  <a:pt x="75" y="650"/>
                </a:lnTo>
                <a:lnTo>
                  <a:pt x="74" y="645"/>
                </a:lnTo>
                <a:lnTo>
                  <a:pt x="72" y="639"/>
                </a:lnTo>
                <a:lnTo>
                  <a:pt x="70" y="634"/>
                </a:lnTo>
                <a:lnTo>
                  <a:pt x="68" y="628"/>
                </a:lnTo>
                <a:lnTo>
                  <a:pt x="65" y="623"/>
                </a:lnTo>
                <a:lnTo>
                  <a:pt x="62" y="617"/>
                </a:lnTo>
                <a:lnTo>
                  <a:pt x="59" y="612"/>
                </a:lnTo>
                <a:lnTo>
                  <a:pt x="55" y="607"/>
                </a:lnTo>
                <a:lnTo>
                  <a:pt x="52" y="601"/>
                </a:lnTo>
                <a:lnTo>
                  <a:pt x="48" y="596"/>
                </a:lnTo>
                <a:lnTo>
                  <a:pt x="44" y="591"/>
                </a:lnTo>
                <a:lnTo>
                  <a:pt x="39" y="585"/>
                </a:lnTo>
                <a:lnTo>
                  <a:pt x="35" y="580"/>
                </a:lnTo>
                <a:lnTo>
                  <a:pt x="31" y="574"/>
                </a:lnTo>
                <a:lnTo>
                  <a:pt x="27" y="569"/>
                </a:lnTo>
                <a:lnTo>
                  <a:pt x="23" y="563"/>
                </a:lnTo>
                <a:lnTo>
                  <a:pt x="19" y="557"/>
                </a:lnTo>
                <a:lnTo>
                  <a:pt x="15" y="551"/>
                </a:lnTo>
                <a:lnTo>
                  <a:pt x="12" y="545"/>
                </a:lnTo>
                <a:lnTo>
                  <a:pt x="9" y="539"/>
                </a:lnTo>
                <a:lnTo>
                  <a:pt x="6" y="532"/>
                </a:lnTo>
                <a:lnTo>
                  <a:pt x="4" y="526"/>
                </a:lnTo>
                <a:lnTo>
                  <a:pt x="2" y="520"/>
                </a:lnTo>
                <a:lnTo>
                  <a:pt x="1" y="513"/>
                </a:lnTo>
                <a:lnTo>
                  <a:pt x="0" y="507"/>
                </a:lnTo>
                <a:lnTo>
                  <a:pt x="0" y="500"/>
                </a:lnTo>
                <a:lnTo>
                  <a:pt x="0" y="493"/>
                </a:lnTo>
                <a:lnTo>
                  <a:pt x="1" y="487"/>
                </a:lnTo>
                <a:lnTo>
                  <a:pt x="2" y="480"/>
                </a:lnTo>
                <a:lnTo>
                  <a:pt x="4" y="474"/>
                </a:lnTo>
                <a:lnTo>
                  <a:pt x="6" y="468"/>
                </a:lnTo>
                <a:lnTo>
                  <a:pt x="9" y="461"/>
                </a:lnTo>
                <a:lnTo>
                  <a:pt x="12" y="455"/>
                </a:lnTo>
                <a:lnTo>
                  <a:pt x="15" y="449"/>
                </a:lnTo>
                <a:lnTo>
                  <a:pt x="19" y="443"/>
                </a:lnTo>
                <a:lnTo>
                  <a:pt x="23" y="437"/>
                </a:lnTo>
                <a:lnTo>
                  <a:pt x="27" y="431"/>
                </a:lnTo>
                <a:lnTo>
                  <a:pt x="31" y="426"/>
                </a:lnTo>
                <a:lnTo>
                  <a:pt x="35" y="420"/>
                </a:lnTo>
                <a:lnTo>
                  <a:pt x="39" y="415"/>
                </a:lnTo>
                <a:lnTo>
                  <a:pt x="44" y="409"/>
                </a:lnTo>
                <a:lnTo>
                  <a:pt x="48" y="404"/>
                </a:lnTo>
                <a:lnTo>
                  <a:pt x="52" y="399"/>
                </a:lnTo>
                <a:lnTo>
                  <a:pt x="55" y="393"/>
                </a:lnTo>
                <a:lnTo>
                  <a:pt x="59" y="388"/>
                </a:lnTo>
                <a:lnTo>
                  <a:pt x="62" y="383"/>
                </a:lnTo>
                <a:lnTo>
                  <a:pt x="65" y="377"/>
                </a:lnTo>
                <a:lnTo>
                  <a:pt x="68" y="372"/>
                </a:lnTo>
                <a:lnTo>
                  <a:pt x="70" y="366"/>
                </a:lnTo>
                <a:lnTo>
                  <a:pt x="72" y="361"/>
                </a:lnTo>
                <a:lnTo>
                  <a:pt x="74" y="355"/>
                </a:lnTo>
                <a:lnTo>
                  <a:pt x="75" y="350"/>
                </a:lnTo>
                <a:lnTo>
                  <a:pt x="76" y="344"/>
                </a:lnTo>
                <a:lnTo>
                  <a:pt x="77" y="338"/>
                </a:lnTo>
                <a:lnTo>
                  <a:pt x="77" y="331"/>
                </a:lnTo>
                <a:lnTo>
                  <a:pt x="77" y="325"/>
                </a:lnTo>
                <a:lnTo>
                  <a:pt x="78" y="319"/>
                </a:lnTo>
                <a:lnTo>
                  <a:pt x="77" y="312"/>
                </a:lnTo>
                <a:lnTo>
                  <a:pt x="77" y="305"/>
                </a:lnTo>
                <a:lnTo>
                  <a:pt x="77" y="298"/>
                </a:lnTo>
                <a:lnTo>
                  <a:pt x="77" y="291"/>
                </a:lnTo>
                <a:lnTo>
                  <a:pt x="77" y="284"/>
                </a:lnTo>
                <a:lnTo>
                  <a:pt x="77" y="277"/>
                </a:lnTo>
                <a:lnTo>
                  <a:pt x="77" y="270"/>
                </a:lnTo>
                <a:lnTo>
                  <a:pt x="77" y="263"/>
                </a:lnTo>
                <a:lnTo>
                  <a:pt x="78" y="256"/>
                </a:lnTo>
                <a:lnTo>
                  <a:pt x="79" y="249"/>
                </a:lnTo>
                <a:lnTo>
                  <a:pt x="80" y="243"/>
                </a:lnTo>
                <a:lnTo>
                  <a:pt x="82" y="236"/>
                </a:lnTo>
                <a:lnTo>
                  <a:pt x="83" y="230"/>
                </a:lnTo>
                <a:lnTo>
                  <a:pt x="86" y="223"/>
                </a:lnTo>
                <a:lnTo>
                  <a:pt x="89" y="217"/>
                </a:lnTo>
                <a:lnTo>
                  <a:pt x="92" y="212"/>
                </a:lnTo>
                <a:lnTo>
                  <a:pt x="95" y="206"/>
                </a:lnTo>
                <a:lnTo>
                  <a:pt x="100" y="201"/>
                </a:lnTo>
                <a:lnTo>
                  <a:pt x="104" y="196"/>
                </a:lnTo>
                <a:lnTo>
                  <a:pt x="109" y="192"/>
                </a:lnTo>
                <a:lnTo>
                  <a:pt x="114" y="187"/>
                </a:lnTo>
                <a:lnTo>
                  <a:pt x="120" y="184"/>
                </a:lnTo>
                <a:lnTo>
                  <a:pt x="125" y="180"/>
                </a:lnTo>
                <a:lnTo>
                  <a:pt x="131" y="177"/>
                </a:lnTo>
                <a:lnTo>
                  <a:pt x="138" y="174"/>
                </a:lnTo>
                <a:lnTo>
                  <a:pt x="144" y="171"/>
                </a:lnTo>
                <a:lnTo>
                  <a:pt x="151" y="169"/>
                </a:lnTo>
                <a:lnTo>
                  <a:pt x="157" y="166"/>
                </a:lnTo>
                <a:lnTo>
                  <a:pt x="164" y="164"/>
                </a:lnTo>
                <a:lnTo>
                  <a:pt x="171" y="162"/>
                </a:lnTo>
                <a:lnTo>
                  <a:pt x="177" y="160"/>
                </a:lnTo>
                <a:lnTo>
                  <a:pt x="184" y="158"/>
                </a:lnTo>
                <a:lnTo>
                  <a:pt x="191" y="156"/>
                </a:lnTo>
                <a:lnTo>
                  <a:pt x="197" y="154"/>
                </a:lnTo>
                <a:lnTo>
                  <a:pt x="203" y="152"/>
                </a:lnTo>
                <a:lnTo>
                  <a:pt x="209" y="150"/>
                </a:lnTo>
                <a:lnTo>
                  <a:pt x="215" y="148"/>
                </a:lnTo>
                <a:lnTo>
                  <a:pt x="220" y="145"/>
                </a:lnTo>
                <a:lnTo>
                  <a:pt x="226" y="142"/>
                </a:lnTo>
                <a:lnTo>
                  <a:pt x="231" y="139"/>
                </a:lnTo>
                <a:lnTo>
                  <a:pt x="235" y="136"/>
                </a:lnTo>
                <a:lnTo>
                  <a:pt x="240" y="132"/>
                </a:lnTo>
                <a:lnTo>
                  <a:pt x="245" y="128"/>
                </a:lnTo>
                <a:lnTo>
                  <a:pt x="249" y="124"/>
                </a:lnTo>
                <a:lnTo>
                  <a:pt x="253" y="120"/>
                </a:lnTo>
                <a:lnTo>
                  <a:pt x="257" y="115"/>
                </a:lnTo>
                <a:lnTo>
                  <a:pt x="261" y="110"/>
                </a:lnTo>
                <a:lnTo>
                  <a:pt x="265" y="105"/>
                </a:lnTo>
                <a:lnTo>
                  <a:pt x="269" y="99"/>
                </a:lnTo>
                <a:lnTo>
                  <a:pt x="273" y="94"/>
                </a:lnTo>
                <a:lnTo>
                  <a:pt x="276" y="88"/>
                </a:lnTo>
                <a:lnTo>
                  <a:pt x="280" y="83"/>
                </a:lnTo>
                <a:lnTo>
                  <a:pt x="284" y="77"/>
                </a:lnTo>
                <a:lnTo>
                  <a:pt x="288" y="71"/>
                </a:lnTo>
                <a:lnTo>
                  <a:pt x="293" y="65"/>
                </a:lnTo>
                <a:lnTo>
                  <a:pt x="297" y="60"/>
                </a:lnTo>
                <a:lnTo>
                  <a:pt x="302" y="55"/>
                </a:lnTo>
                <a:lnTo>
                  <a:pt x="306" y="50"/>
                </a:lnTo>
                <a:lnTo>
                  <a:pt x="311" y="45"/>
                </a:lnTo>
                <a:lnTo>
                  <a:pt x="317" y="40"/>
                </a:lnTo>
                <a:lnTo>
                  <a:pt x="322" y="36"/>
                </a:lnTo>
                <a:lnTo>
                  <a:pt x="328" y="33"/>
                </a:lnTo>
                <a:lnTo>
                  <a:pt x="333" y="29"/>
                </a:lnTo>
                <a:lnTo>
                  <a:pt x="339" y="27"/>
                </a:lnTo>
                <a:lnTo>
                  <a:pt x="345" y="24"/>
                </a:lnTo>
                <a:lnTo>
                  <a:pt x="352" y="23"/>
                </a:lnTo>
                <a:lnTo>
                  <a:pt x="358" y="21"/>
                </a:lnTo>
                <a:lnTo>
                  <a:pt x="365" y="21"/>
                </a:lnTo>
                <a:lnTo>
                  <a:pt x="371" y="20"/>
                </a:lnTo>
                <a:lnTo>
                  <a:pt x="378" y="20"/>
                </a:lnTo>
                <a:lnTo>
                  <a:pt x="385" y="21"/>
                </a:lnTo>
                <a:lnTo>
                  <a:pt x="392" y="22"/>
                </a:lnTo>
                <a:lnTo>
                  <a:pt x="399" y="23"/>
                </a:lnTo>
                <a:lnTo>
                  <a:pt x="405" y="25"/>
                </a:lnTo>
                <a:lnTo>
                  <a:pt x="412" y="27"/>
                </a:lnTo>
                <a:lnTo>
                  <a:pt x="419" y="29"/>
                </a:lnTo>
                <a:lnTo>
                  <a:pt x="426" y="31"/>
                </a:lnTo>
                <a:lnTo>
                  <a:pt x="432" y="33"/>
                </a:lnTo>
                <a:lnTo>
                  <a:pt x="439" y="35"/>
                </a:lnTo>
                <a:lnTo>
                  <a:pt x="445" y="38"/>
                </a:lnTo>
                <a:lnTo>
                  <a:pt x="452" y="40"/>
                </a:lnTo>
                <a:lnTo>
                  <a:pt x="458" y="42"/>
                </a:lnTo>
                <a:lnTo>
                  <a:pt x="464" y="44"/>
                </a:lnTo>
                <a:lnTo>
                  <a:pt x="470" y="46"/>
                </a:lnTo>
                <a:lnTo>
                  <a:pt x="476" y="47"/>
                </a:lnTo>
                <a:lnTo>
                  <a:pt x="482" y="48"/>
                </a:lnTo>
                <a:lnTo>
                  <a:pt x="488" y="49"/>
                </a:lnTo>
                <a:lnTo>
                  <a:pt x="494" y="50"/>
                </a:lnTo>
                <a:lnTo>
                  <a:pt x="500" y="50"/>
                </a:lnTo>
                <a:lnTo>
                  <a:pt x="506" y="50"/>
                </a:lnTo>
                <a:lnTo>
                  <a:pt x="512" y="49"/>
                </a:lnTo>
                <a:lnTo>
                  <a:pt x="518" y="48"/>
                </a:lnTo>
                <a:lnTo>
                  <a:pt x="524" y="47"/>
                </a:lnTo>
                <a:lnTo>
                  <a:pt x="530" y="46"/>
                </a:lnTo>
                <a:lnTo>
                  <a:pt x="536" y="44"/>
                </a:lnTo>
                <a:lnTo>
                  <a:pt x="542" y="42"/>
                </a:lnTo>
                <a:lnTo>
                  <a:pt x="548" y="40"/>
                </a:lnTo>
                <a:lnTo>
                  <a:pt x="555" y="38"/>
                </a:lnTo>
                <a:lnTo>
                  <a:pt x="561" y="35"/>
                </a:lnTo>
                <a:lnTo>
                  <a:pt x="568" y="33"/>
                </a:lnTo>
                <a:lnTo>
                  <a:pt x="574" y="31"/>
                </a:lnTo>
                <a:lnTo>
                  <a:pt x="581" y="29"/>
                </a:lnTo>
                <a:lnTo>
                  <a:pt x="588" y="27"/>
                </a:lnTo>
                <a:lnTo>
                  <a:pt x="595" y="25"/>
                </a:lnTo>
                <a:lnTo>
                  <a:pt x="601" y="23"/>
                </a:lnTo>
                <a:lnTo>
                  <a:pt x="608" y="22"/>
                </a:lnTo>
                <a:lnTo>
                  <a:pt x="615" y="21"/>
                </a:lnTo>
                <a:lnTo>
                  <a:pt x="622" y="20"/>
                </a:lnTo>
                <a:lnTo>
                  <a:pt x="629" y="20"/>
                </a:lnTo>
                <a:lnTo>
                  <a:pt x="635" y="21"/>
                </a:lnTo>
                <a:lnTo>
                  <a:pt x="642" y="21"/>
                </a:lnTo>
                <a:lnTo>
                  <a:pt x="648" y="23"/>
                </a:lnTo>
                <a:lnTo>
                  <a:pt x="655" y="24"/>
                </a:lnTo>
                <a:lnTo>
                  <a:pt x="661" y="27"/>
                </a:lnTo>
                <a:lnTo>
                  <a:pt x="667" y="29"/>
                </a:lnTo>
                <a:lnTo>
                  <a:pt x="672" y="33"/>
                </a:lnTo>
                <a:lnTo>
                  <a:pt x="678" y="36"/>
                </a:lnTo>
                <a:lnTo>
                  <a:pt x="683" y="40"/>
                </a:lnTo>
                <a:lnTo>
                  <a:pt x="689" y="45"/>
                </a:lnTo>
                <a:lnTo>
                  <a:pt x="694" y="50"/>
                </a:lnTo>
                <a:lnTo>
                  <a:pt x="698" y="55"/>
                </a:lnTo>
                <a:lnTo>
                  <a:pt x="703" y="60"/>
                </a:lnTo>
                <a:lnTo>
                  <a:pt x="707" y="65"/>
                </a:lnTo>
                <a:lnTo>
                  <a:pt x="712" y="71"/>
                </a:lnTo>
                <a:lnTo>
                  <a:pt x="716" y="77"/>
                </a:lnTo>
                <a:lnTo>
                  <a:pt x="720" y="83"/>
                </a:lnTo>
                <a:lnTo>
                  <a:pt x="724" y="88"/>
                </a:lnTo>
                <a:lnTo>
                  <a:pt x="727" y="94"/>
                </a:lnTo>
                <a:lnTo>
                  <a:pt x="731" y="99"/>
                </a:lnTo>
                <a:lnTo>
                  <a:pt x="735" y="105"/>
                </a:lnTo>
                <a:lnTo>
                  <a:pt x="739" y="110"/>
                </a:lnTo>
                <a:lnTo>
                  <a:pt x="743" y="115"/>
                </a:lnTo>
                <a:lnTo>
                  <a:pt x="747" y="120"/>
                </a:lnTo>
                <a:lnTo>
                  <a:pt x="751" y="124"/>
                </a:lnTo>
                <a:lnTo>
                  <a:pt x="755" y="128"/>
                </a:lnTo>
                <a:lnTo>
                  <a:pt x="760" y="132"/>
                </a:lnTo>
                <a:lnTo>
                  <a:pt x="765" y="136"/>
                </a:lnTo>
                <a:lnTo>
                  <a:pt x="769" y="139"/>
                </a:lnTo>
                <a:lnTo>
                  <a:pt x="774" y="142"/>
                </a:lnTo>
                <a:lnTo>
                  <a:pt x="780" y="145"/>
                </a:lnTo>
                <a:lnTo>
                  <a:pt x="785" y="148"/>
                </a:lnTo>
                <a:lnTo>
                  <a:pt x="791" y="150"/>
                </a:lnTo>
                <a:lnTo>
                  <a:pt x="797" y="152"/>
                </a:lnTo>
                <a:lnTo>
                  <a:pt x="803" y="154"/>
                </a:lnTo>
                <a:lnTo>
                  <a:pt x="809" y="156"/>
                </a:lnTo>
                <a:lnTo>
                  <a:pt x="816" y="158"/>
                </a:lnTo>
                <a:lnTo>
                  <a:pt x="823" y="160"/>
                </a:lnTo>
                <a:lnTo>
                  <a:pt x="829" y="162"/>
                </a:lnTo>
                <a:lnTo>
                  <a:pt x="836" y="164"/>
                </a:lnTo>
                <a:lnTo>
                  <a:pt x="843" y="166"/>
                </a:lnTo>
                <a:lnTo>
                  <a:pt x="849" y="169"/>
                </a:lnTo>
                <a:lnTo>
                  <a:pt x="856" y="171"/>
                </a:lnTo>
                <a:lnTo>
                  <a:pt x="862" y="174"/>
                </a:lnTo>
                <a:lnTo>
                  <a:pt x="869" y="177"/>
                </a:lnTo>
                <a:lnTo>
                  <a:pt x="875" y="180"/>
                </a:lnTo>
                <a:lnTo>
                  <a:pt x="880" y="184"/>
                </a:lnTo>
                <a:lnTo>
                  <a:pt x="886" y="187"/>
                </a:lnTo>
                <a:lnTo>
                  <a:pt x="891" y="192"/>
                </a:lnTo>
                <a:lnTo>
                  <a:pt x="896" y="196"/>
                </a:lnTo>
                <a:lnTo>
                  <a:pt x="900" y="201"/>
                </a:lnTo>
                <a:lnTo>
                  <a:pt x="905" y="206"/>
                </a:lnTo>
                <a:lnTo>
                  <a:pt x="908" y="212"/>
                </a:lnTo>
                <a:lnTo>
                  <a:pt x="911" y="217"/>
                </a:lnTo>
                <a:lnTo>
                  <a:pt x="914" y="223"/>
                </a:lnTo>
                <a:lnTo>
                  <a:pt x="917" y="230"/>
                </a:lnTo>
                <a:lnTo>
                  <a:pt x="918" y="236"/>
                </a:lnTo>
                <a:lnTo>
                  <a:pt x="920" y="243"/>
                </a:lnTo>
                <a:lnTo>
                  <a:pt x="921" y="249"/>
                </a:lnTo>
                <a:lnTo>
                  <a:pt x="922" y="256"/>
                </a:lnTo>
                <a:lnTo>
                  <a:pt x="923" y="263"/>
                </a:lnTo>
                <a:lnTo>
                  <a:pt x="923" y="270"/>
                </a:lnTo>
                <a:lnTo>
                  <a:pt x="923" y="277"/>
                </a:lnTo>
                <a:lnTo>
                  <a:pt x="923" y="284"/>
                </a:lnTo>
                <a:lnTo>
                  <a:pt x="923" y="291"/>
                </a:lnTo>
                <a:lnTo>
                  <a:pt x="923" y="298"/>
                </a:lnTo>
                <a:lnTo>
                  <a:pt x="923" y="305"/>
                </a:lnTo>
                <a:lnTo>
                  <a:pt x="923" y="312"/>
                </a:lnTo>
                <a:lnTo>
                  <a:pt x="922" y="319"/>
                </a:lnTo>
                <a:lnTo>
                  <a:pt x="923" y="325"/>
                </a:lnTo>
                <a:lnTo>
                  <a:pt x="923" y="331"/>
                </a:lnTo>
                <a:lnTo>
                  <a:pt x="923" y="338"/>
                </a:lnTo>
                <a:lnTo>
                  <a:pt x="924" y="344"/>
                </a:lnTo>
                <a:lnTo>
                  <a:pt x="925" y="350"/>
                </a:lnTo>
                <a:lnTo>
                  <a:pt x="926" y="355"/>
                </a:lnTo>
                <a:lnTo>
                  <a:pt x="928" y="361"/>
                </a:lnTo>
                <a:lnTo>
                  <a:pt x="930" y="366"/>
                </a:lnTo>
                <a:lnTo>
                  <a:pt x="932" y="372"/>
                </a:lnTo>
                <a:lnTo>
                  <a:pt x="935" y="377"/>
                </a:lnTo>
                <a:lnTo>
                  <a:pt x="938" y="383"/>
                </a:lnTo>
                <a:lnTo>
                  <a:pt x="941" y="388"/>
                </a:lnTo>
                <a:lnTo>
                  <a:pt x="945" y="393"/>
                </a:lnTo>
                <a:lnTo>
                  <a:pt x="948" y="399"/>
                </a:lnTo>
                <a:lnTo>
                  <a:pt x="952" y="404"/>
                </a:lnTo>
                <a:lnTo>
                  <a:pt x="956" y="409"/>
                </a:lnTo>
                <a:lnTo>
                  <a:pt x="961" y="415"/>
                </a:lnTo>
                <a:lnTo>
                  <a:pt x="965" y="420"/>
                </a:lnTo>
                <a:lnTo>
                  <a:pt x="969" y="426"/>
                </a:lnTo>
                <a:lnTo>
                  <a:pt x="973" y="431"/>
                </a:lnTo>
                <a:lnTo>
                  <a:pt x="977" y="437"/>
                </a:lnTo>
                <a:lnTo>
                  <a:pt x="981" y="443"/>
                </a:lnTo>
                <a:lnTo>
                  <a:pt x="985" y="449"/>
                </a:lnTo>
                <a:lnTo>
                  <a:pt x="988" y="455"/>
                </a:lnTo>
                <a:lnTo>
                  <a:pt x="991" y="461"/>
                </a:lnTo>
                <a:lnTo>
                  <a:pt x="994" y="468"/>
                </a:lnTo>
                <a:lnTo>
                  <a:pt x="996" y="474"/>
                </a:lnTo>
                <a:lnTo>
                  <a:pt x="998" y="480"/>
                </a:lnTo>
                <a:lnTo>
                  <a:pt x="999" y="487"/>
                </a:lnTo>
                <a:lnTo>
                  <a:pt x="1000" y="493"/>
                </a:lnTo>
                <a:close/>
              </a:path>
            </a:pathLst>
          </a:custGeom>
          <a:solidFill>
            <a:srgbClr val="036554"/>
          </a:solidFill>
          <a:ln w="762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853513" y="6806793"/>
            <a:ext cx="2114092" cy="2114092"/>
          </a:xfrm>
          <a:custGeom>
            <a:avLst/>
            <a:gdLst/>
            <a:ahLst/>
            <a:cxnLst/>
            <a:rect l="0" t="0" r="r" b="b"/>
            <a:pathLst>
              <a:path w="1000" h="1000">
                <a:moveTo>
                  <a:pt x="999" y="500"/>
                </a:moveTo>
                <a:lnTo>
                  <a:pt x="998" y="507"/>
                </a:lnTo>
                <a:lnTo>
                  <a:pt x="996" y="513"/>
                </a:lnTo>
                <a:lnTo>
                  <a:pt x="994" y="519"/>
                </a:lnTo>
                <a:lnTo>
                  <a:pt x="991" y="526"/>
                </a:lnTo>
                <a:lnTo>
                  <a:pt x="988" y="532"/>
                </a:lnTo>
                <a:lnTo>
                  <a:pt x="985" y="538"/>
                </a:lnTo>
                <a:lnTo>
                  <a:pt x="981" y="544"/>
                </a:lnTo>
                <a:lnTo>
                  <a:pt x="978" y="550"/>
                </a:lnTo>
                <a:lnTo>
                  <a:pt x="974" y="556"/>
                </a:lnTo>
                <a:lnTo>
                  <a:pt x="970" y="562"/>
                </a:lnTo>
                <a:lnTo>
                  <a:pt x="966" y="568"/>
                </a:lnTo>
                <a:lnTo>
                  <a:pt x="962" y="573"/>
                </a:lnTo>
                <a:lnTo>
                  <a:pt x="958" y="579"/>
                </a:lnTo>
                <a:lnTo>
                  <a:pt x="954" y="584"/>
                </a:lnTo>
                <a:lnTo>
                  <a:pt x="950" y="590"/>
                </a:lnTo>
                <a:lnTo>
                  <a:pt x="946" y="595"/>
                </a:lnTo>
                <a:lnTo>
                  <a:pt x="943" y="600"/>
                </a:lnTo>
                <a:lnTo>
                  <a:pt x="940" y="606"/>
                </a:lnTo>
                <a:lnTo>
                  <a:pt x="938" y="611"/>
                </a:lnTo>
                <a:lnTo>
                  <a:pt x="935" y="617"/>
                </a:lnTo>
                <a:lnTo>
                  <a:pt x="933" y="622"/>
                </a:lnTo>
                <a:lnTo>
                  <a:pt x="932" y="628"/>
                </a:lnTo>
                <a:lnTo>
                  <a:pt x="930" y="634"/>
                </a:lnTo>
                <a:lnTo>
                  <a:pt x="929" y="639"/>
                </a:lnTo>
                <a:lnTo>
                  <a:pt x="928" y="645"/>
                </a:lnTo>
                <a:lnTo>
                  <a:pt x="928" y="652"/>
                </a:lnTo>
                <a:lnTo>
                  <a:pt x="928" y="658"/>
                </a:lnTo>
                <a:lnTo>
                  <a:pt x="928" y="664"/>
                </a:lnTo>
                <a:lnTo>
                  <a:pt x="928" y="671"/>
                </a:lnTo>
                <a:lnTo>
                  <a:pt x="928" y="677"/>
                </a:lnTo>
                <a:lnTo>
                  <a:pt x="929" y="684"/>
                </a:lnTo>
                <a:lnTo>
                  <a:pt x="929" y="691"/>
                </a:lnTo>
                <a:lnTo>
                  <a:pt x="930" y="698"/>
                </a:lnTo>
                <a:lnTo>
                  <a:pt x="930" y="705"/>
                </a:lnTo>
                <a:lnTo>
                  <a:pt x="930" y="712"/>
                </a:lnTo>
                <a:lnTo>
                  <a:pt x="930" y="719"/>
                </a:lnTo>
                <a:lnTo>
                  <a:pt x="930" y="726"/>
                </a:lnTo>
                <a:lnTo>
                  <a:pt x="929" y="733"/>
                </a:lnTo>
                <a:lnTo>
                  <a:pt x="929" y="740"/>
                </a:lnTo>
                <a:lnTo>
                  <a:pt x="927" y="747"/>
                </a:lnTo>
                <a:lnTo>
                  <a:pt x="926" y="753"/>
                </a:lnTo>
                <a:lnTo>
                  <a:pt x="924" y="760"/>
                </a:lnTo>
                <a:lnTo>
                  <a:pt x="922" y="766"/>
                </a:lnTo>
                <a:lnTo>
                  <a:pt x="919" y="772"/>
                </a:lnTo>
                <a:lnTo>
                  <a:pt x="916" y="778"/>
                </a:lnTo>
                <a:lnTo>
                  <a:pt x="912" y="783"/>
                </a:lnTo>
                <a:lnTo>
                  <a:pt x="908" y="788"/>
                </a:lnTo>
                <a:lnTo>
                  <a:pt x="904" y="793"/>
                </a:lnTo>
                <a:lnTo>
                  <a:pt x="899" y="798"/>
                </a:lnTo>
                <a:lnTo>
                  <a:pt x="893" y="802"/>
                </a:lnTo>
                <a:lnTo>
                  <a:pt x="888" y="806"/>
                </a:lnTo>
                <a:lnTo>
                  <a:pt x="882" y="809"/>
                </a:lnTo>
                <a:lnTo>
                  <a:pt x="876" y="813"/>
                </a:lnTo>
                <a:lnTo>
                  <a:pt x="870" y="816"/>
                </a:lnTo>
                <a:lnTo>
                  <a:pt x="863" y="819"/>
                </a:lnTo>
                <a:lnTo>
                  <a:pt x="857" y="821"/>
                </a:lnTo>
                <a:lnTo>
                  <a:pt x="850" y="824"/>
                </a:lnTo>
                <a:lnTo>
                  <a:pt x="844" y="826"/>
                </a:lnTo>
                <a:lnTo>
                  <a:pt x="837" y="828"/>
                </a:lnTo>
                <a:lnTo>
                  <a:pt x="830" y="830"/>
                </a:lnTo>
                <a:lnTo>
                  <a:pt x="824" y="833"/>
                </a:lnTo>
                <a:lnTo>
                  <a:pt x="818" y="835"/>
                </a:lnTo>
                <a:lnTo>
                  <a:pt x="811" y="837"/>
                </a:lnTo>
                <a:lnTo>
                  <a:pt x="805" y="839"/>
                </a:lnTo>
                <a:lnTo>
                  <a:pt x="800" y="842"/>
                </a:lnTo>
                <a:lnTo>
                  <a:pt x="794" y="844"/>
                </a:lnTo>
                <a:lnTo>
                  <a:pt x="789" y="847"/>
                </a:lnTo>
                <a:lnTo>
                  <a:pt x="784" y="850"/>
                </a:lnTo>
                <a:lnTo>
                  <a:pt x="779" y="853"/>
                </a:lnTo>
                <a:lnTo>
                  <a:pt x="774" y="857"/>
                </a:lnTo>
                <a:lnTo>
                  <a:pt x="769" y="861"/>
                </a:lnTo>
                <a:lnTo>
                  <a:pt x="765" y="865"/>
                </a:lnTo>
                <a:lnTo>
                  <a:pt x="761" y="869"/>
                </a:lnTo>
                <a:lnTo>
                  <a:pt x="757" y="874"/>
                </a:lnTo>
                <a:lnTo>
                  <a:pt x="753" y="879"/>
                </a:lnTo>
                <a:lnTo>
                  <a:pt x="750" y="884"/>
                </a:lnTo>
                <a:lnTo>
                  <a:pt x="746" y="890"/>
                </a:lnTo>
                <a:lnTo>
                  <a:pt x="742" y="895"/>
                </a:lnTo>
                <a:lnTo>
                  <a:pt x="739" y="901"/>
                </a:lnTo>
                <a:lnTo>
                  <a:pt x="735" y="907"/>
                </a:lnTo>
                <a:lnTo>
                  <a:pt x="731" y="913"/>
                </a:lnTo>
                <a:lnTo>
                  <a:pt x="727" y="919"/>
                </a:lnTo>
                <a:lnTo>
                  <a:pt x="723" y="924"/>
                </a:lnTo>
                <a:lnTo>
                  <a:pt x="719" y="930"/>
                </a:lnTo>
                <a:lnTo>
                  <a:pt x="715" y="936"/>
                </a:lnTo>
                <a:lnTo>
                  <a:pt x="710" y="941"/>
                </a:lnTo>
                <a:lnTo>
                  <a:pt x="706" y="946"/>
                </a:lnTo>
                <a:lnTo>
                  <a:pt x="701" y="951"/>
                </a:lnTo>
                <a:lnTo>
                  <a:pt x="696" y="955"/>
                </a:lnTo>
                <a:lnTo>
                  <a:pt x="690" y="959"/>
                </a:lnTo>
                <a:lnTo>
                  <a:pt x="685" y="963"/>
                </a:lnTo>
                <a:lnTo>
                  <a:pt x="679" y="966"/>
                </a:lnTo>
                <a:lnTo>
                  <a:pt x="673" y="969"/>
                </a:lnTo>
                <a:lnTo>
                  <a:pt x="667" y="971"/>
                </a:lnTo>
                <a:lnTo>
                  <a:pt x="661" y="973"/>
                </a:lnTo>
                <a:lnTo>
                  <a:pt x="654" y="974"/>
                </a:lnTo>
                <a:lnTo>
                  <a:pt x="648" y="975"/>
                </a:lnTo>
                <a:lnTo>
                  <a:pt x="641" y="976"/>
                </a:lnTo>
                <a:lnTo>
                  <a:pt x="634" y="975"/>
                </a:lnTo>
                <a:lnTo>
                  <a:pt x="627" y="975"/>
                </a:lnTo>
                <a:lnTo>
                  <a:pt x="620" y="974"/>
                </a:lnTo>
                <a:lnTo>
                  <a:pt x="614" y="973"/>
                </a:lnTo>
                <a:lnTo>
                  <a:pt x="607" y="971"/>
                </a:lnTo>
                <a:lnTo>
                  <a:pt x="600" y="970"/>
                </a:lnTo>
                <a:lnTo>
                  <a:pt x="593" y="968"/>
                </a:lnTo>
                <a:lnTo>
                  <a:pt x="586" y="966"/>
                </a:lnTo>
                <a:lnTo>
                  <a:pt x="580" y="964"/>
                </a:lnTo>
                <a:lnTo>
                  <a:pt x="573" y="962"/>
                </a:lnTo>
                <a:lnTo>
                  <a:pt x="567" y="959"/>
                </a:lnTo>
                <a:lnTo>
                  <a:pt x="560" y="957"/>
                </a:lnTo>
                <a:lnTo>
                  <a:pt x="554" y="956"/>
                </a:lnTo>
                <a:lnTo>
                  <a:pt x="548" y="954"/>
                </a:lnTo>
                <a:lnTo>
                  <a:pt x="542" y="952"/>
                </a:lnTo>
                <a:lnTo>
                  <a:pt x="536" y="951"/>
                </a:lnTo>
                <a:lnTo>
                  <a:pt x="530" y="950"/>
                </a:lnTo>
                <a:lnTo>
                  <a:pt x="524" y="950"/>
                </a:lnTo>
                <a:lnTo>
                  <a:pt x="518" y="950"/>
                </a:lnTo>
                <a:lnTo>
                  <a:pt x="512" y="950"/>
                </a:lnTo>
                <a:lnTo>
                  <a:pt x="506" y="950"/>
                </a:lnTo>
                <a:lnTo>
                  <a:pt x="500" y="951"/>
                </a:lnTo>
                <a:lnTo>
                  <a:pt x="494" y="952"/>
                </a:lnTo>
                <a:lnTo>
                  <a:pt x="488" y="954"/>
                </a:lnTo>
                <a:lnTo>
                  <a:pt x="482" y="956"/>
                </a:lnTo>
                <a:lnTo>
                  <a:pt x="476" y="958"/>
                </a:lnTo>
                <a:lnTo>
                  <a:pt x="470" y="960"/>
                </a:lnTo>
                <a:lnTo>
                  <a:pt x="464" y="962"/>
                </a:lnTo>
                <a:lnTo>
                  <a:pt x="457" y="965"/>
                </a:lnTo>
                <a:lnTo>
                  <a:pt x="451" y="967"/>
                </a:lnTo>
                <a:lnTo>
                  <a:pt x="444" y="970"/>
                </a:lnTo>
                <a:lnTo>
                  <a:pt x="438" y="972"/>
                </a:lnTo>
                <a:lnTo>
                  <a:pt x="431" y="975"/>
                </a:lnTo>
                <a:lnTo>
                  <a:pt x="424" y="977"/>
                </a:lnTo>
                <a:lnTo>
                  <a:pt x="418" y="979"/>
                </a:lnTo>
                <a:lnTo>
                  <a:pt x="411" y="980"/>
                </a:lnTo>
                <a:lnTo>
                  <a:pt x="404" y="982"/>
                </a:lnTo>
                <a:lnTo>
                  <a:pt x="397" y="983"/>
                </a:lnTo>
                <a:lnTo>
                  <a:pt x="391" y="983"/>
                </a:lnTo>
                <a:lnTo>
                  <a:pt x="384" y="984"/>
                </a:lnTo>
                <a:lnTo>
                  <a:pt x="377" y="983"/>
                </a:lnTo>
                <a:lnTo>
                  <a:pt x="371" y="982"/>
                </a:lnTo>
                <a:lnTo>
                  <a:pt x="364" y="981"/>
                </a:lnTo>
                <a:lnTo>
                  <a:pt x="358" y="979"/>
                </a:lnTo>
                <a:lnTo>
                  <a:pt x="352" y="977"/>
                </a:lnTo>
                <a:lnTo>
                  <a:pt x="346" y="974"/>
                </a:lnTo>
                <a:lnTo>
                  <a:pt x="340" y="971"/>
                </a:lnTo>
                <a:lnTo>
                  <a:pt x="334" y="968"/>
                </a:lnTo>
                <a:lnTo>
                  <a:pt x="329" y="963"/>
                </a:lnTo>
                <a:lnTo>
                  <a:pt x="324" y="959"/>
                </a:lnTo>
                <a:lnTo>
                  <a:pt x="319" y="954"/>
                </a:lnTo>
                <a:lnTo>
                  <a:pt x="314" y="949"/>
                </a:lnTo>
                <a:lnTo>
                  <a:pt x="309" y="944"/>
                </a:lnTo>
                <a:lnTo>
                  <a:pt x="305" y="939"/>
                </a:lnTo>
                <a:lnTo>
                  <a:pt x="300" y="933"/>
                </a:lnTo>
                <a:lnTo>
                  <a:pt x="296" y="928"/>
                </a:lnTo>
                <a:lnTo>
                  <a:pt x="292" y="922"/>
                </a:lnTo>
                <a:lnTo>
                  <a:pt x="288" y="916"/>
                </a:lnTo>
                <a:lnTo>
                  <a:pt x="284" y="911"/>
                </a:lnTo>
                <a:lnTo>
                  <a:pt x="280" y="905"/>
                </a:lnTo>
                <a:lnTo>
                  <a:pt x="276" y="900"/>
                </a:lnTo>
                <a:lnTo>
                  <a:pt x="272" y="895"/>
                </a:lnTo>
                <a:lnTo>
                  <a:pt x="268" y="891"/>
                </a:lnTo>
                <a:lnTo>
                  <a:pt x="263" y="886"/>
                </a:lnTo>
                <a:lnTo>
                  <a:pt x="259" y="882"/>
                </a:lnTo>
                <a:lnTo>
                  <a:pt x="255" y="878"/>
                </a:lnTo>
                <a:lnTo>
                  <a:pt x="250" y="874"/>
                </a:lnTo>
                <a:lnTo>
                  <a:pt x="245" y="871"/>
                </a:lnTo>
                <a:lnTo>
                  <a:pt x="240" y="868"/>
                </a:lnTo>
                <a:lnTo>
                  <a:pt x="235" y="865"/>
                </a:lnTo>
                <a:lnTo>
                  <a:pt x="229" y="863"/>
                </a:lnTo>
                <a:lnTo>
                  <a:pt x="224" y="860"/>
                </a:lnTo>
                <a:lnTo>
                  <a:pt x="218" y="858"/>
                </a:lnTo>
                <a:lnTo>
                  <a:pt x="212" y="856"/>
                </a:lnTo>
                <a:lnTo>
                  <a:pt x="205" y="854"/>
                </a:lnTo>
                <a:lnTo>
                  <a:pt x="199" y="853"/>
                </a:lnTo>
                <a:lnTo>
                  <a:pt x="192" y="851"/>
                </a:lnTo>
                <a:lnTo>
                  <a:pt x="186" y="849"/>
                </a:lnTo>
                <a:lnTo>
                  <a:pt x="179" y="847"/>
                </a:lnTo>
                <a:lnTo>
                  <a:pt x="172" y="846"/>
                </a:lnTo>
                <a:lnTo>
                  <a:pt x="165" y="844"/>
                </a:lnTo>
                <a:lnTo>
                  <a:pt x="159" y="841"/>
                </a:lnTo>
                <a:lnTo>
                  <a:pt x="152" y="839"/>
                </a:lnTo>
                <a:lnTo>
                  <a:pt x="146" y="836"/>
                </a:lnTo>
                <a:lnTo>
                  <a:pt x="139" y="833"/>
                </a:lnTo>
                <a:lnTo>
                  <a:pt x="133" y="830"/>
                </a:lnTo>
                <a:lnTo>
                  <a:pt x="127" y="827"/>
                </a:lnTo>
                <a:lnTo>
                  <a:pt x="122" y="823"/>
                </a:lnTo>
                <a:lnTo>
                  <a:pt x="117" y="819"/>
                </a:lnTo>
                <a:lnTo>
                  <a:pt x="112" y="814"/>
                </a:lnTo>
                <a:lnTo>
                  <a:pt x="107" y="809"/>
                </a:lnTo>
                <a:lnTo>
                  <a:pt x="103" y="804"/>
                </a:lnTo>
                <a:lnTo>
                  <a:pt x="100" y="799"/>
                </a:lnTo>
                <a:lnTo>
                  <a:pt x="96" y="793"/>
                </a:lnTo>
                <a:lnTo>
                  <a:pt x="94" y="787"/>
                </a:lnTo>
                <a:lnTo>
                  <a:pt x="91" y="781"/>
                </a:lnTo>
                <a:lnTo>
                  <a:pt x="89" y="774"/>
                </a:lnTo>
                <a:lnTo>
                  <a:pt x="88" y="768"/>
                </a:lnTo>
                <a:lnTo>
                  <a:pt x="86" y="761"/>
                </a:lnTo>
                <a:lnTo>
                  <a:pt x="85" y="754"/>
                </a:lnTo>
                <a:lnTo>
                  <a:pt x="85" y="747"/>
                </a:lnTo>
                <a:lnTo>
                  <a:pt x="84" y="740"/>
                </a:lnTo>
                <a:lnTo>
                  <a:pt x="84" y="733"/>
                </a:lnTo>
                <a:lnTo>
                  <a:pt x="84" y="726"/>
                </a:lnTo>
                <a:lnTo>
                  <a:pt x="84" y="719"/>
                </a:lnTo>
                <a:lnTo>
                  <a:pt x="84" y="712"/>
                </a:lnTo>
                <a:lnTo>
                  <a:pt x="84" y="705"/>
                </a:lnTo>
                <a:lnTo>
                  <a:pt x="84" y="699"/>
                </a:lnTo>
                <a:lnTo>
                  <a:pt x="83" y="692"/>
                </a:lnTo>
                <a:lnTo>
                  <a:pt x="83" y="686"/>
                </a:lnTo>
                <a:lnTo>
                  <a:pt x="83" y="679"/>
                </a:lnTo>
                <a:lnTo>
                  <a:pt x="82" y="673"/>
                </a:lnTo>
                <a:lnTo>
                  <a:pt x="81" y="667"/>
                </a:lnTo>
                <a:lnTo>
                  <a:pt x="79" y="661"/>
                </a:lnTo>
                <a:lnTo>
                  <a:pt x="78" y="656"/>
                </a:lnTo>
                <a:lnTo>
                  <a:pt x="76" y="650"/>
                </a:lnTo>
                <a:lnTo>
                  <a:pt x="73" y="645"/>
                </a:lnTo>
                <a:lnTo>
                  <a:pt x="71" y="639"/>
                </a:lnTo>
                <a:lnTo>
                  <a:pt x="68" y="634"/>
                </a:lnTo>
                <a:lnTo>
                  <a:pt x="65" y="629"/>
                </a:lnTo>
                <a:lnTo>
                  <a:pt x="61" y="624"/>
                </a:lnTo>
                <a:lnTo>
                  <a:pt x="57" y="619"/>
                </a:lnTo>
                <a:lnTo>
                  <a:pt x="53" y="613"/>
                </a:lnTo>
                <a:lnTo>
                  <a:pt x="49" y="608"/>
                </a:lnTo>
                <a:lnTo>
                  <a:pt x="45" y="603"/>
                </a:lnTo>
                <a:lnTo>
                  <a:pt x="40" y="598"/>
                </a:lnTo>
                <a:lnTo>
                  <a:pt x="36" y="592"/>
                </a:lnTo>
                <a:lnTo>
                  <a:pt x="32" y="587"/>
                </a:lnTo>
                <a:lnTo>
                  <a:pt x="27" y="581"/>
                </a:lnTo>
                <a:lnTo>
                  <a:pt x="23" y="576"/>
                </a:lnTo>
                <a:lnTo>
                  <a:pt x="19" y="570"/>
                </a:lnTo>
                <a:lnTo>
                  <a:pt x="16" y="564"/>
                </a:lnTo>
                <a:lnTo>
                  <a:pt x="12" y="558"/>
                </a:lnTo>
                <a:lnTo>
                  <a:pt x="9" y="552"/>
                </a:lnTo>
                <a:lnTo>
                  <a:pt x="6" y="545"/>
                </a:lnTo>
                <a:lnTo>
                  <a:pt x="4" y="539"/>
                </a:lnTo>
                <a:lnTo>
                  <a:pt x="3" y="533"/>
                </a:lnTo>
                <a:lnTo>
                  <a:pt x="1" y="526"/>
                </a:lnTo>
                <a:lnTo>
                  <a:pt x="0" y="520"/>
                </a:lnTo>
                <a:lnTo>
                  <a:pt x="0" y="513"/>
                </a:lnTo>
                <a:lnTo>
                  <a:pt x="0" y="507"/>
                </a:lnTo>
                <a:lnTo>
                  <a:pt x="1" y="500"/>
                </a:lnTo>
                <a:lnTo>
                  <a:pt x="2" y="493"/>
                </a:lnTo>
                <a:lnTo>
                  <a:pt x="4" y="487"/>
                </a:lnTo>
                <a:lnTo>
                  <a:pt x="6" y="481"/>
                </a:lnTo>
                <a:lnTo>
                  <a:pt x="9" y="474"/>
                </a:lnTo>
                <a:lnTo>
                  <a:pt x="12" y="468"/>
                </a:lnTo>
                <a:lnTo>
                  <a:pt x="15" y="462"/>
                </a:lnTo>
                <a:lnTo>
                  <a:pt x="19" y="456"/>
                </a:lnTo>
                <a:lnTo>
                  <a:pt x="22" y="450"/>
                </a:lnTo>
                <a:lnTo>
                  <a:pt x="26" y="444"/>
                </a:lnTo>
                <a:lnTo>
                  <a:pt x="30" y="438"/>
                </a:lnTo>
                <a:lnTo>
                  <a:pt x="34" y="432"/>
                </a:lnTo>
                <a:lnTo>
                  <a:pt x="38" y="427"/>
                </a:lnTo>
                <a:lnTo>
                  <a:pt x="42" y="421"/>
                </a:lnTo>
                <a:lnTo>
                  <a:pt x="46" y="416"/>
                </a:lnTo>
                <a:lnTo>
                  <a:pt x="50" y="410"/>
                </a:lnTo>
                <a:lnTo>
                  <a:pt x="54" y="405"/>
                </a:lnTo>
                <a:lnTo>
                  <a:pt x="57" y="400"/>
                </a:lnTo>
                <a:lnTo>
                  <a:pt x="60" y="394"/>
                </a:lnTo>
                <a:lnTo>
                  <a:pt x="62" y="389"/>
                </a:lnTo>
                <a:lnTo>
                  <a:pt x="65" y="383"/>
                </a:lnTo>
                <a:lnTo>
                  <a:pt x="67" y="378"/>
                </a:lnTo>
                <a:lnTo>
                  <a:pt x="68" y="372"/>
                </a:lnTo>
                <a:lnTo>
                  <a:pt x="70" y="366"/>
                </a:lnTo>
                <a:lnTo>
                  <a:pt x="71" y="361"/>
                </a:lnTo>
                <a:lnTo>
                  <a:pt x="72" y="355"/>
                </a:lnTo>
                <a:lnTo>
                  <a:pt x="72" y="348"/>
                </a:lnTo>
                <a:lnTo>
                  <a:pt x="72" y="342"/>
                </a:lnTo>
                <a:lnTo>
                  <a:pt x="72" y="336"/>
                </a:lnTo>
                <a:lnTo>
                  <a:pt x="72" y="329"/>
                </a:lnTo>
                <a:lnTo>
                  <a:pt x="72" y="323"/>
                </a:lnTo>
                <a:lnTo>
                  <a:pt x="71" y="316"/>
                </a:lnTo>
                <a:lnTo>
                  <a:pt x="71" y="309"/>
                </a:lnTo>
                <a:lnTo>
                  <a:pt x="70" y="302"/>
                </a:lnTo>
                <a:lnTo>
                  <a:pt x="70" y="295"/>
                </a:lnTo>
                <a:lnTo>
                  <a:pt x="70" y="288"/>
                </a:lnTo>
                <a:lnTo>
                  <a:pt x="70" y="281"/>
                </a:lnTo>
                <a:lnTo>
                  <a:pt x="70" y="274"/>
                </a:lnTo>
                <a:lnTo>
                  <a:pt x="71" y="267"/>
                </a:lnTo>
                <a:lnTo>
                  <a:pt x="71" y="260"/>
                </a:lnTo>
                <a:lnTo>
                  <a:pt x="73" y="253"/>
                </a:lnTo>
                <a:lnTo>
                  <a:pt x="74" y="247"/>
                </a:lnTo>
                <a:lnTo>
                  <a:pt x="76" y="240"/>
                </a:lnTo>
                <a:lnTo>
                  <a:pt x="78" y="234"/>
                </a:lnTo>
                <a:lnTo>
                  <a:pt x="81" y="228"/>
                </a:lnTo>
                <a:lnTo>
                  <a:pt x="84" y="222"/>
                </a:lnTo>
                <a:lnTo>
                  <a:pt x="88" y="217"/>
                </a:lnTo>
                <a:lnTo>
                  <a:pt x="92" y="212"/>
                </a:lnTo>
                <a:lnTo>
                  <a:pt x="96" y="207"/>
                </a:lnTo>
                <a:lnTo>
                  <a:pt x="101" y="202"/>
                </a:lnTo>
                <a:lnTo>
                  <a:pt x="107" y="198"/>
                </a:lnTo>
                <a:lnTo>
                  <a:pt x="112" y="194"/>
                </a:lnTo>
                <a:lnTo>
                  <a:pt x="118" y="191"/>
                </a:lnTo>
                <a:lnTo>
                  <a:pt x="124" y="187"/>
                </a:lnTo>
                <a:lnTo>
                  <a:pt x="130" y="184"/>
                </a:lnTo>
                <a:lnTo>
                  <a:pt x="137" y="181"/>
                </a:lnTo>
                <a:lnTo>
                  <a:pt x="143" y="179"/>
                </a:lnTo>
                <a:lnTo>
                  <a:pt x="150" y="176"/>
                </a:lnTo>
                <a:lnTo>
                  <a:pt x="156" y="174"/>
                </a:lnTo>
                <a:lnTo>
                  <a:pt x="163" y="172"/>
                </a:lnTo>
                <a:lnTo>
                  <a:pt x="170" y="170"/>
                </a:lnTo>
                <a:lnTo>
                  <a:pt x="176" y="167"/>
                </a:lnTo>
                <a:lnTo>
                  <a:pt x="182" y="165"/>
                </a:lnTo>
                <a:lnTo>
                  <a:pt x="189" y="163"/>
                </a:lnTo>
                <a:lnTo>
                  <a:pt x="195" y="161"/>
                </a:lnTo>
                <a:lnTo>
                  <a:pt x="200" y="158"/>
                </a:lnTo>
                <a:lnTo>
                  <a:pt x="206" y="156"/>
                </a:lnTo>
                <a:lnTo>
                  <a:pt x="211" y="153"/>
                </a:lnTo>
                <a:lnTo>
                  <a:pt x="216" y="150"/>
                </a:lnTo>
                <a:lnTo>
                  <a:pt x="221" y="147"/>
                </a:lnTo>
                <a:lnTo>
                  <a:pt x="226" y="143"/>
                </a:lnTo>
                <a:lnTo>
                  <a:pt x="231" y="139"/>
                </a:lnTo>
                <a:lnTo>
                  <a:pt x="235" y="135"/>
                </a:lnTo>
                <a:lnTo>
                  <a:pt x="239" y="131"/>
                </a:lnTo>
                <a:lnTo>
                  <a:pt x="243" y="126"/>
                </a:lnTo>
                <a:lnTo>
                  <a:pt x="247" y="121"/>
                </a:lnTo>
                <a:lnTo>
                  <a:pt x="250" y="116"/>
                </a:lnTo>
                <a:lnTo>
                  <a:pt x="254" y="110"/>
                </a:lnTo>
                <a:lnTo>
                  <a:pt x="258" y="105"/>
                </a:lnTo>
                <a:lnTo>
                  <a:pt x="261" y="99"/>
                </a:lnTo>
                <a:lnTo>
                  <a:pt x="265" y="93"/>
                </a:lnTo>
                <a:lnTo>
                  <a:pt x="269" y="87"/>
                </a:lnTo>
                <a:lnTo>
                  <a:pt x="273" y="81"/>
                </a:lnTo>
                <a:lnTo>
                  <a:pt x="277" y="76"/>
                </a:lnTo>
                <a:lnTo>
                  <a:pt x="281" y="70"/>
                </a:lnTo>
                <a:lnTo>
                  <a:pt x="285" y="64"/>
                </a:lnTo>
                <a:lnTo>
                  <a:pt x="290" y="59"/>
                </a:lnTo>
                <a:lnTo>
                  <a:pt x="294" y="54"/>
                </a:lnTo>
                <a:lnTo>
                  <a:pt x="299" y="49"/>
                </a:lnTo>
                <a:lnTo>
                  <a:pt x="304" y="45"/>
                </a:lnTo>
                <a:lnTo>
                  <a:pt x="310" y="41"/>
                </a:lnTo>
                <a:lnTo>
                  <a:pt x="315" y="37"/>
                </a:lnTo>
                <a:lnTo>
                  <a:pt x="321" y="34"/>
                </a:lnTo>
                <a:lnTo>
                  <a:pt x="327" y="31"/>
                </a:lnTo>
                <a:lnTo>
                  <a:pt x="333" y="29"/>
                </a:lnTo>
                <a:lnTo>
                  <a:pt x="339" y="27"/>
                </a:lnTo>
                <a:lnTo>
                  <a:pt x="346" y="26"/>
                </a:lnTo>
                <a:lnTo>
                  <a:pt x="352" y="25"/>
                </a:lnTo>
                <a:lnTo>
                  <a:pt x="359" y="24"/>
                </a:lnTo>
                <a:lnTo>
                  <a:pt x="366" y="25"/>
                </a:lnTo>
                <a:lnTo>
                  <a:pt x="373" y="25"/>
                </a:lnTo>
                <a:lnTo>
                  <a:pt x="380" y="26"/>
                </a:lnTo>
                <a:lnTo>
                  <a:pt x="386" y="27"/>
                </a:lnTo>
                <a:lnTo>
                  <a:pt x="393" y="29"/>
                </a:lnTo>
                <a:lnTo>
                  <a:pt x="400" y="30"/>
                </a:lnTo>
                <a:lnTo>
                  <a:pt x="407" y="32"/>
                </a:lnTo>
                <a:lnTo>
                  <a:pt x="414" y="34"/>
                </a:lnTo>
                <a:lnTo>
                  <a:pt x="420" y="36"/>
                </a:lnTo>
                <a:lnTo>
                  <a:pt x="427" y="38"/>
                </a:lnTo>
                <a:lnTo>
                  <a:pt x="433" y="41"/>
                </a:lnTo>
                <a:lnTo>
                  <a:pt x="440" y="43"/>
                </a:lnTo>
                <a:lnTo>
                  <a:pt x="446" y="44"/>
                </a:lnTo>
                <a:lnTo>
                  <a:pt x="452" y="46"/>
                </a:lnTo>
                <a:lnTo>
                  <a:pt x="458" y="48"/>
                </a:lnTo>
                <a:lnTo>
                  <a:pt x="464" y="49"/>
                </a:lnTo>
                <a:lnTo>
                  <a:pt x="470" y="50"/>
                </a:lnTo>
                <a:lnTo>
                  <a:pt x="476" y="50"/>
                </a:lnTo>
                <a:lnTo>
                  <a:pt x="482" y="50"/>
                </a:lnTo>
                <a:lnTo>
                  <a:pt x="488" y="50"/>
                </a:lnTo>
                <a:lnTo>
                  <a:pt x="494" y="50"/>
                </a:lnTo>
                <a:lnTo>
                  <a:pt x="500" y="49"/>
                </a:lnTo>
                <a:lnTo>
                  <a:pt x="506" y="48"/>
                </a:lnTo>
                <a:lnTo>
                  <a:pt x="512" y="46"/>
                </a:lnTo>
                <a:lnTo>
                  <a:pt x="518" y="44"/>
                </a:lnTo>
                <a:lnTo>
                  <a:pt x="524" y="42"/>
                </a:lnTo>
                <a:lnTo>
                  <a:pt x="530" y="40"/>
                </a:lnTo>
                <a:lnTo>
                  <a:pt x="536" y="38"/>
                </a:lnTo>
                <a:lnTo>
                  <a:pt x="543" y="35"/>
                </a:lnTo>
                <a:lnTo>
                  <a:pt x="549" y="33"/>
                </a:lnTo>
                <a:lnTo>
                  <a:pt x="556" y="30"/>
                </a:lnTo>
                <a:lnTo>
                  <a:pt x="562" y="28"/>
                </a:lnTo>
                <a:lnTo>
                  <a:pt x="569" y="25"/>
                </a:lnTo>
                <a:lnTo>
                  <a:pt x="576" y="23"/>
                </a:lnTo>
                <a:lnTo>
                  <a:pt x="582" y="21"/>
                </a:lnTo>
                <a:lnTo>
                  <a:pt x="589" y="20"/>
                </a:lnTo>
                <a:lnTo>
                  <a:pt x="596" y="18"/>
                </a:lnTo>
                <a:lnTo>
                  <a:pt x="603" y="17"/>
                </a:lnTo>
                <a:lnTo>
                  <a:pt x="609" y="17"/>
                </a:lnTo>
                <a:lnTo>
                  <a:pt x="616" y="16"/>
                </a:lnTo>
                <a:lnTo>
                  <a:pt x="623" y="17"/>
                </a:lnTo>
                <a:lnTo>
                  <a:pt x="629" y="18"/>
                </a:lnTo>
                <a:lnTo>
                  <a:pt x="636" y="19"/>
                </a:lnTo>
                <a:lnTo>
                  <a:pt x="642" y="21"/>
                </a:lnTo>
                <a:lnTo>
                  <a:pt x="648" y="23"/>
                </a:lnTo>
                <a:lnTo>
                  <a:pt x="654" y="26"/>
                </a:lnTo>
                <a:lnTo>
                  <a:pt x="660" y="29"/>
                </a:lnTo>
                <a:lnTo>
                  <a:pt x="666" y="32"/>
                </a:lnTo>
                <a:lnTo>
                  <a:pt x="671" y="37"/>
                </a:lnTo>
                <a:lnTo>
                  <a:pt x="676" y="41"/>
                </a:lnTo>
                <a:lnTo>
                  <a:pt x="681" y="46"/>
                </a:lnTo>
                <a:lnTo>
                  <a:pt x="686" y="51"/>
                </a:lnTo>
                <a:lnTo>
                  <a:pt x="691" y="56"/>
                </a:lnTo>
                <a:lnTo>
                  <a:pt x="695" y="61"/>
                </a:lnTo>
                <a:lnTo>
                  <a:pt x="700" y="67"/>
                </a:lnTo>
                <a:lnTo>
                  <a:pt x="704" y="72"/>
                </a:lnTo>
                <a:lnTo>
                  <a:pt x="708" y="78"/>
                </a:lnTo>
                <a:lnTo>
                  <a:pt x="712" y="84"/>
                </a:lnTo>
                <a:lnTo>
                  <a:pt x="716" y="89"/>
                </a:lnTo>
                <a:lnTo>
                  <a:pt x="720" y="95"/>
                </a:lnTo>
                <a:lnTo>
                  <a:pt x="724" y="100"/>
                </a:lnTo>
                <a:lnTo>
                  <a:pt x="728" y="105"/>
                </a:lnTo>
                <a:lnTo>
                  <a:pt x="732" y="109"/>
                </a:lnTo>
                <a:lnTo>
                  <a:pt x="737" y="114"/>
                </a:lnTo>
                <a:lnTo>
                  <a:pt x="741" y="118"/>
                </a:lnTo>
                <a:lnTo>
                  <a:pt x="745" y="122"/>
                </a:lnTo>
                <a:lnTo>
                  <a:pt x="750" y="126"/>
                </a:lnTo>
                <a:lnTo>
                  <a:pt x="755" y="129"/>
                </a:lnTo>
                <a:lnTo>
                  <a:pt x="760" y="132"/>
                </a:lnTo>
                <a:lnTo>
                  <a:pt x="765" y="135"/>
                </a:lnTo>
                <a:lnTo>
                  <a:pt x="771" y="137"/>
                </a:lnTo>
                <a:lnTo>
                  <a:pt x="776" y="140"/>
                </a:lnTo>
                <a:lnTo>
                  <a:pt x="782" y="142"/>
                </a:lnTo>
                <a:lnTo>
                  <a:pt x="788" y="144"/>
                </a:lnTo>
                <a:lnTo>
                  <a:pt x="795" y="146"/>
                </a:lnTo>
                <a:lnTo>
                  <a:pt x="801" y="147"/>
                </a:lnTo>
                <a:lnTo>
                  <a:pt x="808" y="149"/>
                </a:lnTo>
                <a:lnTo>
                  <a:pt x="814" y="151"/>
                </a:lnTo>
                <a:lnTo>
                  <a:pt x="821" y="153"/>
                </a:lnTo>
                <a:lnTo>
                  <a:pt x="828" y="154"/>
                </a:lnTo>
                <a:lnTo>
                  <a:pt x="835" y="156"/>
                </a:lnTo>
                <a:lnTo>
                  <a:pt x="841" y="159"/>
                </a:lnTo>
                <a:lnTo>
                  <a:pt x="848" y="161"/>
                </a:lnTo>
                <a:lnTo>
                  <a:pt x="854" y="164"/>
                </a:lnTo>
                <a:lnTo>
                  <a:pt x="861" y="167"/>
                </a:lnTo>
                <a:lnTo>
                  <a:pt x="867" y="170"/>
                </a:lnTo>
                <a:lnTo>
                  <a:pt x="873" y="173"/>
                </a:lnTo>
                <a:lnTo>
                  <a:pt x="878" y="177"/>
                </a:lnTo>
                <a:lnTo>
                  <a:pt x="883" y="181"/>
                </a:lnTo>
                <a:lnTo>
                  <a:pt x="888" y="186"/>
                </a:lnTo>
                <a:lnTo>
                  <a:pt x="893" y="191"/>
                </a:lnTo>
                <a:lnTo>
                  <a:pt x="897" y="196"/>
                </a:lnTo>
                <a:lnTo>
                  <a:pt x="900" y="201"/>
                </a:lnTo>
                <a:lnTo>
                  <a:pt x="904" y="207"/>
                </a:lnTo>
                <a:lnTo>
                  <a:pt x="906" y="213"/>
                </a:lnTo>
                <a:lnTo>
                  <a:pt x="909" y="219"/>
                </a:lnTo>
                <a:lnTo>
                  <a:pt x="911" y="226"/>
                </a:lnTo>
                <a:lnTo>
                  <a:pt x="912" y="232"/>
                </a:lnTo>
                <a:lnTo>
                  <a:pt x="914" y="239"/>
                </a:lnTo>
                <a:lnTo>
                  <a:pt x="915" y="246"/>
                </a:lnTo>
                <a:lnTo>
                  <a:pt x="915" y="253"/>
                </a:lnTo>
                <a:lnTo>
                  <a:pt x="916" y="260"/>
                </a:lnTo>
                <a:lnTo>
                  <a:pt x="916" y="267"/>
                </a:lnTo>
                <a:lnTo>
                  <a:pt x="916" y="274"/>
                </a:lnTo>
                <a:lnTo>
                  <a:pt x="916" y="281"/>
                </a:lnTo>
                <a:lnTo>
                  <a:pt x="916" y="288"/>
                </a:lnTo>
                <a:lnTo>
                  <a:pt x="916" y="295"/>
                </a:lnTo>
                <a:lnTo>
                  <a:pt x="916" y="301"/>
                </a:lnTo>
                <a:lnTo>
                  <a:pt x="917" y="308"/>
                </a:lnTo>
                <a:lnTo>
                  <a:pt x="917" y="314"/>
                </a:lnTo>
                <a:lnTo>
                  <a:pt x="917" y="321"/>
                </a:lnTo>
                <a:lnTo>
                  <a:pt x="918" y="327"/>
                </a:lnTo>
                <a:lnTo>
                  <a:pt x="919" y="333"/>
                </a:lnTo>
                <a:lnTo>
                  <a:pt x="921" y="339"/>
                </a:lnTo>
                <a:lnTo>
                  <a:pt x="922" y="344"/>
                </a:lnTo>
                <a:lnTo>
                  <a:pt x="924" y="350"/>
                </a:lnTo>
                <a:lnTo>
                  <a:pt x="927" y="355"/>
                </a:lnTo>
                <a:lnTo>
                  <a:pt x="929" y="361"/>
                </a:lnTo>
                <a:lnTo>
                  <a:pt x="932" y="366"/>
                </a:lnTo>
                <a:lnTo>
                  <a:pt x="935" y="371"/>
                </a:lnTo>
                <a:lnTo>
                  <a:pt x="939" y="376"/>
                </a:lnTo>
                <a:lnTo>
                  <a:pt x="943" y="381"/>
                </a:lnTo>
                <a:lnTo>
                  <a:pt x="947" y="387"/>
                </a:lnTo>
                <a:lnTo>
                  <a:pt x="951" y="392"/>
                </a:lnTo>
                <a:lnTo>
                  <a:pt x="955" y="397"/>
                </a:lnTo>
                <a:lnTo>
                  <a:pt x="960" y="402"/>
                </a:lnTo>
                <a:lnTo>
                  <a:pt x="964" y="408"/>
                </a:lnTo>
                <a:lnTo>
                  <a:pt x="968" y="413"/>
                </a:lnTo>
                <a:lnTo>
                  <a:pt x="973" y="419"/>
                </a:lnTo>
                <a:lnTo>
                  <a:pt x="977" y="424"/>
                </a:lnTo>
                <a:lnTo>
                  <a:pt x="981" y="430"/>
                </a:lnTo>
                <a:lnTo>
                  <a:pt x="984" y="436"/>
                </a:lnTo>
                <a:lnTo>
                  <a:pt x="988" y="442"/>
                </a:lnTo>
                <a:lnTo>
                  <a:pt x="991" y="448"/>
                </a:lnTo>
                <a:lnTo>
                  <a:pt x="994" y="455"/>
                </a:lnTo>
                <a:lnTo>
                  <a:pt x="996" y="461"/>
                </a:lnTo>
                <a:lnTo>
                  <a:pt x="997" y="467"/>
                </a:lnTo>
                <a:lnTo>
                  <a:pt x="999" y="474"/>
                </a:lnTo>
                <a:lnTo>
                  <a:pt x="1000" y="480"/>
                </a:lnTo>
                <a:lnTo>
                  <a:pt x="1000" y="487"/>
                </a:lnTo>
                <a:lnTo>
                  <a:pt x="1000" y="493"/>
                </a:lnTo>
                <a:close/>
              </a:path>
            </a:pathLst>
          </a:cu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03920" y="12984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72600" y="1143000"/>
            <a:ext cx="9144000" cy="457200"/>
          </a:xfrm>
          <a:prstGeom prst="rect">
            <a:avLst/>
          </a:prstGeom>
          <a:noFill/>
        </p:spPr>
        <p:txBody>
          <a:bodyPr wrap="square" anchor="t" lIns="0" rIns="0" tIns="0" bIns="0">
            <a:spAutoFit/>
          </a:bodyPr>
          <a:lstStyle/>
          <a:p>
            <a:pPr algn="l">
              <a:lnSpc>
                <a:spcPct val="100000"/>
              </a:lnSpc>
            </a:pPr>
            <a:r>
              <a:rPr sz="2000" b="1" spc="300">
                <a:solidFill>
                  <a:srgbClr val="5E9E17"/>
                </a:solidFill>
                <a:latin typeface="Montserrat"/>
              </a:rPr>
              <a:t>PARTE 2 · O FILTRO</a:t>
            </a:r>
          </a:p>
        </p:txBody>
      </p:sp>
      <p:sp>
        <p:nvSpPr>
          <p:cNvPr id="9" name="TextBox 8"/>
          <p:cNvSpPr txBox="1"/>
          <p:nvPr/>
        </p:nvSpPr>
        <p:spPr>
          <a:xfrm>
            <a:off x="8503920" y="1920240"/>
            <a:ext cx="9144000" cy="5120640"/>
          </a:xfrm>
          <a:prstGeom prst="rect">
            <a:avLst/>
          </a:prstGeom>
          <a:noFill/>
        </p:spPr>
        <p:txBody>
          <a:bodyPr wrap="square" anchor="ctr" lIns="0" rIns="0" tIns="0" bIns="0">
            <a:spAutoFit/>
          </a:bodyPr>
          <a:lstStyle/>
          <a:p>
            <a:pPr algn="l">
              <a:lnSpc>
                <a:spcPct val="95000"/>
              </a:lnSpc>
            </a:pPr>
            <a:r>
              <a:rPr sz="10800" b="1" spc="-200">
                <a:solidFill>
                  <a:srgbClr val="004380"/>
                </a:solidFill>
                <a:latin typeface="Montserrat"/>
              </a:rPr>
              <a:t>Construa</a:t>
            </a:r>
          </a:p>
          <a:p>
            <a:pPr algn="l">
              <a:lnSpc>
                <a:spcPct val="95000"/>
              </a:lnSpc>
            </a:pPr>
            <a:r>
              <a:rPr sz="7300" b="0" spc="-100">
                <a:solidFill>
                  <a:srgbClr val="004380"/>
                </a:solidFill>
                <a:latin typeface="Montserrat"/>
              </a:rPr>
              <a:t>seu filho com</a:t>
            </a:r>
          </a:p>
          <a:p>
            <a:pPr algn="l">
              <a:lnSpc>
                <a:spcPct val="95000"/>
              </a:lnSpc>
            </a:pPr>
            <a:r>
              <a:rPr sz="6200" b="1" spc="-150">
                <a:solidFill>
                  <a:srgbClr val="0263BA"/>
                </a:solidFill>
                <a:latin typeface="Montserrat"/>
              </a:rPr>
              <a:t>intencionalidade!</a:t>
            </a:r>
          </a:p>
        </p:txBody>
      </p:sp>
      <p:sp>
        <p:nvSpPr>
          <p:cNvPr id="10" name="Rectangle 9"/>
          <p:cNvSpPr/>
          <p:nvPr/>
        </p:nvSpPr>
        <p:spPr>
          <a:xfrm>
            <a:off x="8503920" y="7315200"/>
            <a:ext cx="1463040" cy="109728"/>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gradFill rotWithShape="1">
            <a:gsLst>
              <a:gs pos="0">
                <a:srgbClr val="002B52"/>
              </a:gs>
              <a:gs pos="100000">
                <a:srgbClr val="036554"/>
              </a:gs>
            </a:gsLst>
            <a:lin ang="7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155680" y="640080"/>
            <a:ext cx="5486400" cy="5486400"/>
          </a:xfrm>
          <a:prstGeom prst="ellipse">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0d91e0c7e2d0.png"/>
          <p:cNvPicPr>
            <a:picLocks noChangeAspect="1"/>
          </p:cNvPicPr>
          <p:nvPr/>
        </p:nvPicPr>
        <p:blipFill>
          <a:blip r:embed="rId2"/>
          <a:stretch>
            <a:fillRect/>
          </a:stretch>
        </p:blipFill>
        <p:spPr>
          <a:xfrm>
            <a:off x="11338560" y="822960"/>
            <a:ext cx="5120640" cy="5120640"/>
          </a:xfrm>
          <a:prstGeom prst="rect">
            <a:avLst/>
          </a:prstGeom>
        </p:spPr>
      </p:pic>
      <p:sp>
        <p:nvSpPr>
          <p:cNvPr id="5" name="Oval 4"/>
          <p:cNvSpPr/>
          <p:nvPr/>
        </p:nvSpPr>
        <p:spPr>
          <a:xfrm>
            <a:off x="13350240" y="4572000"/>
            <a:ext cx="4572000" cy="4572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9fdcd4457133.png"/>
          <p:cNvPicPr>
            <a:picLocks noChangeAspect="1"/>
          </p:cNvPicPr>
          <p:nvPr/>
        </p:nvPicPr>
        <p:blipFill>
          <a:blip r:embed="rId3"/>
          <a:stretch>
            <a:fillRect/>
          </a:stretch>
        </p:blipFill>
        <p:spPr>
          <a:xfrm>
            <a:off x="13533120" y="4754880"/>
            <a:ext cx="4206240" cy="4206240"/>
          </a:xfrm>
          <a:prstGeom prst="rect">
            <a:avLst/>
          </a:prstGeom>
        </p:spPr>
      </p:pic>
      <p:sp>
        <p:nvSpPr>
          <p:cNvPr id="7" name="Rectangle 6"/>
          <p:cNvSpPr/>
          <p:nvPr/>
        </p:nvSpPr>
        <p:spPr>
          <a:xfrm>
            <a:off x="1097280" y="12984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65960" y="1143000"/>
            <a:ext cx="9144000" cy="457200"/>
          </a:xfrm>
          <a:prstGeom prst="rect">
            <a:avLst/>
          </a:prstGeom>
          <a:noFill/>
        </p:spPr>
        <p:txBody>
          <a:bodyPr wrap="square" anchor="t" lIns="0" rIns="0" tIns="0" bIns="0">
            <a:spAutoFit/>
          </a:bodyPr>
          <a:lstStyle/>
          <a:p>
            <a:pPr algn="l">
              <a:lnSpc>
                <a:spcPct val="100000"/>
              </a:lnSpc>
            </a:pPr>
            <a:r>
              <a:rPr sz="2000" b="1" spc="300">
                <a:solidFill>
                  <a:srgbClr val="85C227"/>
                </a:solidFill>
                <a:latin typeface="Montserrat"/>
              </a:rPr>
              <a:t>PARTE 3 · LIMITES E ROTINA</a:t>
            </a:r>
          </a:p>
        </p:txBody>
      </p:sp>
      <p:sp>
        <p:nvSpPr>
          <p:cNvPr id="9" name="TextBox 8"/>
          <p:cNvSpPr txBox="1"/>
          <p:nvPr/>
        </p:nvSpPr>
        <p:spPr>
          <a:xfrm>
            <a:off x="1097280" y="2377440"/>
            <a:ext cx="10058400" cy="2194560"/>
          </a:xfrm>
          <a:prstGeom prst="rect">
            <a:avLst/>
          </a:prstGeom>
          <a:noFill/>
        </p:spPr>
        <p:txBody>
          <a:bodyPr wrap="square" anchor="ctr" lIns="0" rIns="0" tIns="0" bIns="0">
            <a:spAutoFit/>
          </a:bodyPr>
          <a:lstStyle/>
          <a:p>
            <a:pPr algn="l">
              <a:lnSpc>
                <a:spcPct val="100000"/>
              </a:lnSpc>
            </a:pPr>
            <a:r>
              <a:rPr sz="14000" b="1" spc="-100">
                <a:solidFill>
                  <a:srgbClr val="FFFFFF"/>
                </a:solidFill>
                <a:latin typeface="Montserrat"/>
              </a:rPr>
              <a:t>LIMITES</a:t>
            </a:r>
          </a:p>
        </p:txBody>
      </p:sp>
      <p:sp>
        <p:nvSpPr>
          <p:cNvPr id="10" name="TextBox 9"/>
          <p:cNvSpPr txBox="1"/>
          <p:nvPr/>
        </p:nvSpPr>
        <p:spPr>
          <a:xfrm>
            <a:off x="1097280" y="4892040"/>
            <a:ext cx="8229600" cy="2011680"/>
          </a:xfrm>
          <a:prstGeom prst="rect">
            <a:avLst/>
          </a:prstGeom>
          <a:noFill/>
        </p:spPr>
        <p:txBody>
          <a:bodyPr wrap="square" anchor="t" lIns="0" rIns="0" tIns="0" bIns="0">
            <a:spAutoFit/>
          </a:bodyPr>
          <a:lstStyle/>
          <a:p>
            <a:pPr algn="l">
              <a:lnSpc>
                <a:spcPct val="95000"/>
              </a:lnSpc>
            </a:pPr>
            <a:r>
              <a:rPr sz="7800" b="0" spc="-100">
                <a:solidFill>
                  <a:srgbClr val="85C227"/>
                </a:solidFill>
                <a:latin typeface="Montserrat"/>
              </a:rPr>
              <a:t>Afasta ou</a:t>
            </a:r>
          </a:p>
          <a:p>
            <a:pPr algn="l">
              <a:lnSpc>
                <a:spcPct val="95000"/>
              </a:lnSpc>
            </a:pPr>
            <a:r>
              <a:rPr sz="7800" b="1" spc="-100">
                <a:solidFill>
                  <a:srgbClr val="85C227"/>
                </a:solidFill>
                <a:latin typeface="Montserrat"/>
              </a:rPr>
              <a:t>aproxima?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932920" y="548640"/>
            <a:ext cx="5212080" cy="5212080"/>
          </a:xfrm>
          <a:custGeom>
            <a:avLst/>
            <a:gdLst/>
            <a:ahLst/>
            <a:cxnLst/>
            <a:rect l="0" t="0" r="r" b="b"/>
            <a:pathLst>
              <a:path w="1000" h="1000">
                <a:moveTo>
                  <a:pt x="1000" y="500"/>
                </a:moveTo>
                <a:lnTo>
                  <a:pt x="1000" y="507"/>
                </a:lnTo>
                <a:lnTo>
                  <a:pt x="999" y="513"/>
                </a:lnTo>
                <a:lnTo>
                  <a:pt x="998" y="520"/>
                </a:lnTo>
                <a:lnTo>
                  <a:pt x="996" y="526"/>
                </a:lnTo>
                <a:lnTo>
                  <a:pt x="994" y="532"/>
                </a:lnTo>
                <a:lnTo>
                  <a:pt x="991" y="539"/>
                </a:lnTo>
                <a:lnTo>
                  <a:pt x="988" y="545"/>
                </a:lnTo>
                <a:lnTo>
                  <a:pt x="985" y="551"/>
                </a:lnTo>
                <a:lnTo>
                  <a:pt x="981" y="557"/>
                </a:lnTo>
                <a:lnTo>
                  <a:pt x="977" y="563"/>
                </a:lnTo>
                <a:lnTo>
                  <a:pt x="973" y="569"/>
                </a:lnTo>
                <a:lnTo>
                  <a:pt x="969" y="574"/>
                </a:lnTo>
                <a:lnTo>
                  <a:pt x="965" y="580"/>
                </a:lnTo>
                <a:lnTo>
                  <a:pt x="961" y="585"/>
                </a:lnTo>
                <a:lnTo>
                  <a:pt x="956" y="591"/>
                </a:lnTo>
                <a:lnTo>
                  <a:pt x="952" y="596"/>
                </a:lnTo>
                <a:lnTo>
                  <a:pt x="948" y="601"/>
                </a:lnTo>
                <a:lnTo>
                  <a:pt x="945" y="607"/>
                </a:lnTo>
                <a:lnTo>
                  <a:pt x="941" y="612"/>
                </a:lnTo>
                <a:lnTo>
                  <a:pt x="938" y="617"/>
                </a:lnTo>
                <a:lnTo>
                  <a:pt x="935" y="623"/>
                </a:lnTo>
                <a:lnTo>
                  <a:pt x="932" y="628"/>
                </a:lnTo>
                <a:lnTo>
                  <a:pt x="930" y="634"/>
                </a:lnTo>
                <a:lnTo>
                  <a:pt x="928" y="639"/>
                </a:lnTo>
                <a:lnTo>
                  <a:pt x="926" y="645"/>
                </a:lnTo>
                <a:lnTo>
                  <a:pt x="925" y="650"/>
                </a:lnTo>
                <a:lnTo>
                  <a:pt x="924" y="656"/>
                </a:lnTo>
                <a:lnTo>
                  <a:pt x="923" y="662"/>
                </a:lnTo>
                <a:lnTo>
                  <a:pt x="923" y="669"/>
                </a:lnTo>
                <a:lnTo>
                  <a:pt x="923" y="675"/>
                </a:lnTo>
                <a:lnTo>
                  <a:pt x="922" y="681"/>
                </a:lnTo>
                <a:lnTo>
                  <a:pt x="923" y="688"/>
                </a:lnTo>
                <a:lnTo>
                  <a:pt x="923" y="695"/>
                </a:lnTo>
                <a:lnTo>
                  <a:pt x="923" y="702"/>
                </a:lnTo>
                <a:lnTo>
                  <a:pt x="923" y="709"/>
                </a:lnTo>
                <a:lnTo>
                  <a:pt x="923" y="716"/>
                </a:lnTo>
                <a:lnTo>
                  <a:pt x="923" y="723"/>
                </a:lnTo>
                <a:lnTo>
                  <a:pt x="923" y="730"/>
                </a:lnTo>
                <a:lnTo>
                  <a:pt x="923" y="737"/>
                </a:lnTo>
                <a:lnTo>
                  <a:pt x="922" y="744"/>
                </a:lnTo>
                <a:lnTo>
                  <a:pt x="921" y="751"/>
                </a:lnTo>
                <a:lnTo>
                  <a:pt x="920" y="757"/>
                </a:lnTo>
                <a:lnTo>
                  <a:pt x="918" y="764"/>
                </a:lnTo>
                <a:lnTo>
                  <a:pt x="917" y="770"/>
                </a:lnTo>
                <a:lnTo>
                  <a:pt x="914" y="777"/>
                </a:lnTo>
                <a:lnTo>
                  <a:pt x="911" y="783"/>
                </a:lnTo>
                <a:lnTo>
                  <a:pt x="908" y="788"/>
                </a:lnTo>
                <a:lnTo>
                  <a:pt x="905" y="794"/>
                </a:lnTo>
                <a:lnTo>
                  <a:pt x="900" y="799"/>
                </a:lnTo>
                <a:lnTo>
                  <a:pt x="896" y="804"/>
                </a:lnTo>
                <a:lnTo>
                  <a:pt x="891" y="808"/>
                </a:lnTo>
                <a:lnTo>
                  <a:pt x="886" y="813"/>
                </a:lnTo>
                <a:lnTo>
                  <a:pt x="880" y="816"/>
                </a:lnTo>
                <a:lnTo>
                  <a:pt x="875" y="820"/>
                </a:lnTo>
                <a:lnTo>
                  <a:pt x="869" y="823"/>
                </a:lnTo>
                <a:lnTo>
                  <a:pt x="862" y="826"/>
                </a:lnTo>
                <a:lnTo>
                  <a:pt x="856" y="829"/>
                </a:lnTo>
                <a:lnTo>
                  <a:pt x="849" y="831"/>
                </a:lnTo>
                <a:lnTo>
                  <a:pt x="843" y="834"/>
                </a:lnTo>
                <a:lnTo>
                  <a:pt x="836" y="836"/>
                </a:lnTo>
                <a:lnTo>
                  <a:pt x="829" y="838"/>
                </a:lnTo>
                <a:lnTo>
                  <a:pt x="823" y="840"/>
                </a:lnTo>
                <a:lnTo>
                  <a:pt x="816" y="842"/>
                </a:lnTo>
                <a:lnTo>
                  <a:pt x="809" y="844"/>
                </a:lnTo>
                <a:lnTo>
                  <a:pt x="803" y="846"/>
                </a:lnTo>
                <a:lnTo>
                  <a:pt x="797" y="848"/>
                </a:lnTo>
                <a:lnTo>
                  <a:pt x="791" y="850"/>
                </a:lnTo>
                <a:lnTo>
                  <a:pt x="785" y="852"/>
                </a:lnTo>
                <a:lnTo>
                  <a:pt x="780" y="855"/>
                </a:lnTo>
                <a:lnTo>
                  <a:pt x="774" y="858"/>
                </a:lnTo>
                <a:lnTo>
                  <a:pt x="769" y="861"/>
                </a:lnTo>
                <a:lnTo>
                  <a:pt x="765" y="864"/>
                </a:lnTo>
                <a:lnTo>
                  <a:pt x="760" y="868"/>
                </a:lnTo>
                <a:lnTo>
                  <a:pt x="755" y="872"/>
                </a:lnTo>
                <a:lnTo>
                  <a:pt x="751" y="876"/>
                </a:lnTo>
                <a:lnTo>
                  <a:pt x="747" y="880"/>
                </a:lnTo>
                <a:lnTo>
                  <a:pt x="743" y="885"/>
                </a:lnTo>
                <a:lnTo>
                  <a:pt x="739" y="890"/>
                </a:lnTo>
                <a:lnTo>
                  <a:pt x="735" y="895"/>
                </a:lnTo>
                <a:lnTo>
                  <a:pt x="731" y="901"/>
                </a:lnTo>
                <a:lnTo>
                  <a:pt x="727" y="906"/>
                </a:lnTo>
                <a:lnTo>
                  <a:pt x="724" y="912"/>
                </a:lnTo>
                <a:lnTo>
                  <a:pt x="720" y="917"/>
                </a:lnTo>
                <a:lnTo>
                  <a:pt x="716" y="923"/>
                </a:lnTo>
                <a:lnTo>
                  <a:pt x="712" y="929"/>
                </a:lnTo>
                <a:lnTo>
                  <a:pt x="707" y="935"/>
                </a:lnTo>
                <a:lnTo>
                  <a:pt x="703" y="940"/>
                </a:lnTo>
                <a:lnTo>
                  <a:pt x="698" y="945"/>
                </a:lnTo>
                <a:lnTo>
                  <a:pt x="694" y="950"/>
                </a:lnTo>
                <a:lnTo>
                  <a:pt x="689" y="955"/>
                </a:lnTo>
                <a:lnTo>
                  <a:pt x="683" y="960"/>
                </a:lnTo>
                <a:lnTo>
                  <a:pt x="678" y="964"/>
                </a:lnTo>
                <a:lnTo>
                  <a:pt x="672" y="967"/>
                </a:lnTo>
                <a:lnTo>
                  <a:pt x="667" y="971"/>
                </a:lnTo>
                <a:lnTo>
                  <a:pt x="661" y="973"/>
                </a:lnTo>
                <a:lnTo>
                  <a:pt x="655" y="976"/>
                </a:lnTo>
                <a:lnTo>
                  <a:pt x="648" y="977"/>
                </a:lnTo>
                <a:lnTo>
                  <a:pt x="642" y="979"/>
                </a:lnTo>
                <a:lnTo>
                  <a:pt x="635" y="979"/>
                </a:lnTo>
                <a:lnTo>
                  <a:pt x="629" y="980"/>
                </a:lnTo>
                <a:lnTo>
                  <a:pt x="622" y="980"/>
                </a:lnTo>
                <a:lnTo>
                  <a:pt x="615" y="979"/>
                </a:lnTo>
                <a:lnTo>
                  <a:pt x="608" y="978"/>
                </a:lnTo>
                <a:lnTo>
                  <a:pt x="601" y="977"/>
                </a:lnTo>
                <a:lnTo>
                  <a:pt x="595" y="975"/>
                </a:lnTo>
                <a:lnTo>
                  <a:pt x="588" y="973"/>
                </a:lnTo>
                <a:lnTo>
                  <a:pt x="581" y="971"/>
                </a:lnTo>
                <a:lnTo>
                  <a:pt x="574" y="969"/>
                </a:lnTo>
                <a:lnTo>
                  <a:pt x="568" y="967"/>
                </a:lnTo>
                <a:lnTo>
                  <a:pt x="561" y="965"/>
                </a:lnTo>
                <a:lnTo>
                  <a:pt x="555" y="962"/>
                </a:lnTo>
                <a:lnTo>
                  <a:pt x="548" y="960"/>
                </a:lnTo>
                <a:lnTo>
                  <a:pt x="542" y="958"/>
                </a:lnTo>
                <a:lnTo>
                  <a:pt x="536" y="956"/>
                </a:lnTo>
                <a:lnTo>
                  <a:pt x="530" y="954"/>
                </a:lnTo>
                <a:lnTo>
                  <a:pt x="524" y="953"/>
                </a:lnTo>
                <a:lnTo>
                  <a:pt x="518" y="952"/>
                </a:lnTo>
                <a:lnTo>
                  <a:pt x="512" y="951"/>
                </a:lnTo>
                <a:lnTo>
                  <a:pt x="506" y="950"/>
                </a:lnTo>
                <a:lnTo>
                  <a:pt x="500" y="950"/>
                </a:lnTo>
                <a:lnTo>
                  <a:pt x="494" y="950"/>
                </a:lnTo>
                <a:lnTo>
                  <a:pt x="488" y="951"/>
                </a:lnTo>
                <a:lnTo>
                  <a:pt x="482" y="952"/>
                </a:lnTo>
                <a:lnTo>
                  <a:pt x="476" y="953"/>
                </a:lnTo>
                <a:lnTo>
                  <a:pt x="470" y="954"/>
                </a:lnTo>
                <a:lnTo>
                  <a:pt x="464" y="956"/>
                </a:lnTo>
                <a:lnTo>
                  <a:pt x="458" y="958"/>
                </a:lnTo>
                <a:lnTo>
                  <a:pt x="452" y="960"/>
                </a:lnTo>
                <a:lnTo>
                  <a:pt x="445" y="962"/>
                </a:lnTo>
                <a:lnTo>
                  <a:pt x="439" y="965"/>
                </a:lnTo>
                <a:lnTo>
                  <a:pt x="432" y="967"/>
                </a:lnTo>
                <a:lnTo>
                  <a:pt x="426" y="969"/>
                </a:lnTo>
                <a:lnTo>
                  <a:pt x="419" y="971"/>
                </a:lnTo>
                <a:lnTo>
                  <a:pt x="412" y="973"/>
                </a:lnTo>
                <a:lnTo>
                  <a:pt x="405" y="975"/>
                </a:lnTo>
                <a:lnTo>
                  <a:pt x="399" y="977"/>
                </a:lnTo>
                <a:lnTo>
                  <a:pt x="392" y="978"/>
                </a:lnTo>
                <a:lnTo>
                  <a:pt x="385" y="979"/>
                </a:lnTo>
                <a:lnTo>
                  <a:pt x="378" y="980"/>
                </a:lnTo>
                <a:lnTo>
                  <a:pt x="371" y="980"/>
                </a:lnTo>
                <a:lnTo>
                  <a:pt x="365" y="979"/>
                </a:lnTo>
                <a:lnTo>
                  <a:pt x="358" y="979"/>
                </a:lnTo>
                <a:lnTo>
                  <a:pt x="352" y="977"/>
                </a:lnTo>
                <a:lnTo>
                  <a:pt x="345" y="976"/>
                </a:lnTo>
                <a:lnTo>
                  <a:pt x="339" y="973"/>
                </a:lnTo>
                <a:lnTo>
                  <a:pt x="333" y="971"/>
                </a:lnTo>
                <a:lnTo>
                  <a:pt x="328" y="967"/>
                </a:lnTo>
                <a:lnTo>
                  <a:pt x="322" y="964"/>
                </a:lnTo>
                <a:lnTo>
                  <a:pt x="317" y="960"/>
                </a:lnTo>
                <a:lnTo>
                  <a:pt x="311" y="955"/>
                </a:lnTo>
                <a:lnTo>
                  <a:pt x="306" y="950"/>
                </a:lnTo>
                <a:lnTo>
                  <a:pt x="302" y="945"/>
                </a:lnTo>
                <a:lnTo>
                  <a:pt x="297" y="940"/>
                </a:lnTo>
                <a:lnTo>
                  <a:pt x="293" y="935"/>
                </a:lnTo>
                <a:lnTo>
                  <a:pt x="288" y="929"/>
                </a:lnTo>
                <a:lnTo>
                  <a:pt x="284" y="923"/>
                </a:lnTo>
                <a:lnTo>
                  <a:pt x="280" y="917"/>
                </a:lnTo>
                <a:lnTo>
                  <a:pt x="276" y="912"/>
                </a:lnTo>
                <a:lnTo>
                  <a:pt x="273" y="906"/>
                </a:lnTo>
                <a:lnTo>
                  <a:pt x="269" y="901"/>
                </a:lnTo>
                <a:lnTo>
                  <a:pt x="265" y="895"/>
                </a:lnTo>
                <a:lnTo>
                  <a:pt x="261" y="890"/>
                </a:lnTo>
                <a:lnTo>
                  <a:pt x="257" y="885"/>
                </a:lnTo>
                <a:lnTo>
                  <a:pt x="253" y="880"/>
                </a:lnTo>
                <a:lnTo>
                  <a:pt x="249" y="876"/>
                </a:lnTo>
                <a:lnTo>
                  <a:pt x="245" y="872"/>
                </a:lnTo>
                <a:lnTo>
                  <a:pt x="240" y="868"/>
                </a:lnTo>
                <a:lnTo>
                  <a:pt x="235" y="864"/>
                </a:lnTo>
                <a:lnTo>
                  <a:pt x="231" y="861"/>
                </a:lnTo>
                <a:lnTo>
                  <a:pt x="226" y="858"/>
                </a:lnTo>
                <a:lnTo>
                  <a:pt x="220" y="855"/>
                </a:lnTo>
                <a:lnTo>
                  <a:pt x="215" y="852"/>
                </a:lnTo>
                <a:lnTo>
                  <a:pt x="209" y="850"/>
                </a:lnTo>
                <a:lnTo>
                  <a:pt x="203" y="848"/>
                </a:lnTo>
                <a:lnTo>
                  <a:pt x="197" y="846"/>
                </a:lnTo>
                <a:lnTo>
                  <a:pt x="191" y="844"/>
                </a:lnTo>
                <a:lnTo>
                  <a:pt x="184" y="842"/>
                </a:lnTo>
                <a:lnTo>
                  <a:pt x="177" y="840"/>
                </a:lnTo>
                <a:lnTo>
                  <a:pt x="171" y="838"/>
                </a:lnTo>
                <a:lnTo>
                  <a:pt x="164" y="836"/>
                </a:lnTo>
                <a:lnTo>
                  <a:pt x="157" y="834"/>
                </a:lnTo>
                <a:lnTo>
                  <a:pt x="151" y="831"/>
                </a:lnTo>
                <a:lnTo>
                  <a:pt x="144" y="829"/>
                </a:lnTo>
                <a:lnTo>
                  <a:pt x="138" y="826"/>
                </a:lnTo>
                <a:lnTo>
                  <a:pt x="131" y="823"/>
                </a:lnTo>
                <a:lnTo>
                  <a:pt x="125" y="820"/>
                </a:lnTo>
                <a:lnTo>
                  <a:pt x="120" y="816"/>
                </a:lnTo>
                <a:lnTo>
                  <a:pt x="114" y="813"/>
                </a:lnTo>
                <a:lnTo>
                  <a:pt x="109" y="808"/>
                </a:lnTo>
                <a:lnTo>
                  <a:pt x="104" y="804"/>
                </a:lnTo>
                <a:lnTo>
                  <a:pt x="100" y="799"/>
                </a:lnTo>
                <a:lnTo>
                  <a:pt x="95" y="794"/>
                </a:lnTo>
                <a:lnTo>
                  <a:pt x="92" y="788"/>
                </a:lnTo>
                <a:lnTo>
                  <a:pt x="89" y="783"/>
                </a:lnTo>
                <a:lnTo>
                  <a:pt x="86" y="777"/>
                </a:lnTo>
                <a:lnTo>
                  <a:pt x="83" y="770"/>
                </a:lnTo>
                <a:lnTo>
                  <a:pt x="82" y="764"/>
                </a:lnTo>
                <a:lnTo>
                  <a:pt x="80" y="757"/>
                </a:lnTo>
                <a:lnTo>
                  <a:pt x="79" y="751"/>
                </a:lnTo>
                <a:lnTo>
                  <a:pt x="78" y="744"/>
                </a:lnTo>
                <a:lnTo>
                  <a:pt x="77" y="737"/>
                </a:lnTo>
                <a:lnTo>
                  <a:pt x="77" y="730"/>
                </a:lnTo>
                <a:lnTo>
                  <a:pt x="77" y="723"/>
                </a:lnTo>
                <a:lnTo>
                  <a:pt x="77" y="716"/>
                </a:lnTo>
                <a:lnTo>
                  <a:pt x="77" y="709"/>
                </a:lnTo>
                <a:lnTo>
                  <a:pt x="77" y="702"/>
                </a:lnTo>
                <a:lnTo>
                  <a:pt x="77" y="695"/>
                </a:lnTo>
                <a:lnTo>
                  <a:pt x="77" y="688"/>
                </a:lnTo>
                <a:lnTo>
                  <a:pt x="78" y="681"/>
                </a:lnTo>
                <a:lnTo>
                  <a:pt x="77" y="675"/>
                </a:lnTo>
                <a:lnTo>
                  <a:pt x="77" y="669"/>
                </a:lnTo>
                <a:lnTo>
                  <a:pt x="77" y="662"/>
                </a:lnTo>
                <a:lnTo>
                  <a:pt x="76" y="656"/>
                </a:lnTo>
                <a:lnTo>
                  <a:pt x="75" y="650"/>
                </a:lnTo>
                <a:lnTo>
                  <a:pt x="74" y="645"/>
                </a:lnTo>
                <a:lnTo>
                  <a:pt x="72" y="639"/>
                </a:lnTo>
                <a:lnTo>
                  <a:pt x="70" y="634"/>
                </a:lnTo>
                <a:lnTo>
                  <a:pt x="68" y="628"/>
                </a:lnTo>
                <a:lnTo>
                  <a:pt x="65" y="623"/>
                </a:lnTo>
                <a:lnTo>
                  <a:pt x="62" y="617"/>
                </a:lnTo>
                <a:lnTo>
                  <a:pt x="59" y="612"/>
                </a:lnTo>
                <a:lnTo>
                  <a:pt x="55" y="607"/>
                </a:lnTo>
                <a:lnTo>
                  <a:pt x="52" y="601"/>
                </a:lnTo>
                <a:lnTo>
                  <a:pt x="48" y="596"/>
                </a:lnTo>
                <a:lnTo>
                  <a:pt x="44" y="591"/>
                </a:lnTo>
                <a:lnTo>
                  <a:pt x="39" y="585"/>
                </a:lnTo>
                <a:lnTo>
                  <a:pt x="35" y="580"/>
                </a:lnTo>
                <a:lnTo>
                  <a:pt x="31" y="574"/>
                </a:lnTo>
                <a:lnTo>
                  <a:pt x="27" y="569"/>
                </a:lnTo>
                <a:lnTo>
                  <a:pt x="23" y="563"/>
                </a:lnTo>
                <a:lnTo>
                  <a:pt x="19" y="557"/>
                </a:lnTo>
                <a:lnTo>
                  <a:pt x="15" y="551"/>
                </a:lnTo>
                <a:lnTo>
                  <a:pt x="12" y="545"/>
                </a:lnTo>
                <a:lnTo>
                  <a:pt x="9" y="539"/>
                </a:lnTo>
                <a:lnTo>
                  <a:pt x="6" y="532"/>
                </a:lnTo>
                <a:lnTo>
                  <a:pt x="4" y="526"/>
                </a:lnTo>
                <a:lnTo>
                  <a:pt x="2" y="520"/>
                </a:lnTo>
                <a:lnTo>
                  <a:pt x="1" y="513"/>
                </a:lnTo>
                <a:lnTo>
                  <a:pt x="0" y="507"/>
                </a:lnTo>
                <a:lnTo>
                  <a:pt x="0" y="500"/>
                </a:lnTo>
                <a:lnTo>
                  <a:pt x="0" y="493"/>
                </a:lnTo>
                <a:lnTo>
                  <a:pt x="1" y="487"/>
                </a:lnTo>
                <a:lnTo>
                  <a:pt x="2" y="480"/>
                </a:lnTo>
                <a:lnTo>
                  <a:pt x="4" y="474"/>
                </a:lnTo>
                <a:lnTo>
                  <a:pt x="6" y="468"/>
                </a:lnTo>
                <a:lnTo>
                  <a:pt x="9" y="461"/>
                </a:lnTo>
                <a:lnTo>
                  <a:pt x="12" y="455"/>
                </a:lnTo>
                <a:lnTo>
                  <a:pt x="15" y="449"/>
                </a:lnTo>
                <a:lnTo>
                  <a:pt x="19" y="443"/>
                </a:lnTo>
                <a:lnTo>
                  <a:pt x="23" y="437"/>
                </a:lnTo>
                <a:lnTo>
                  <a:pt x="27" y="431"/>
                </a:lnTo>
                <a:lnTo>
                  <a:pt x="31" y="426"/>
                </a:lnTo>
                <a:lnTo>
                  <a:pt x="35" y="420"/>
                </a:lnTo>
                <a:lnTo>
                  <a:pt x="39" y="415"/>
                </a:lnTo>
                <a:lnTo>
                  <a:pt x="44" y="409"/>
                </a:lnTo>
                <a:lnTo>
                  <a:pt x="48" y="404"/>
                </a:lnTo>
                <a:lnTo>
                  <a:pt x="52" y="399"/>
                </a:lnTo>
                <a:lnTo>
                  <a:pt x="55" y="393"/>
                </a:lnTo>
                <a:lnTo>
                  <a:pt x="59" y="388"/>
                </a:lnTo>
                <a:lnTo>
                  <a:pt x="62" y="383"/>
                </a:lnTo>
                <a:lnTo>
                  <a:pt x="65" y="377"/>
                </a:lnTo>
                <a:lnTo>
                  <a:pt x="68" y="372"/>
                </a:lnTo>
                <a:lnTo>
                  <a:pt x="70" y="366"/>
                </a:lnTo>
                <a:lnTo>
                  <a:pt x="72" y="361"/>
                </a:lnTo>
                <a:lnTo>
                  <a:pt x="74" y="355"/>
                </a:lnTo>
                <a:lnTo>
                  <a:pt x="75" y="350"/>
                </a:lnTo>
                <a:lnTo>
                  <a:pt x="76" y="344"/>
                </a:lnTo>
                <a:lnTo>
                  <a:pt x="77" y="338"/>
                </a:lnTo>
                <a:lnTo>
                  <a:pt x="77" y="331"/>
                </a:lnTo>
                <a:lnTo>
                  <a:pt x="77" y="325"/>
                </a:lnTo>
                <a:lnTo>
                  <a:pt x="78" y="319"/>
                </a:lnTo>
                <a:lnTo>
                  <a:pt x="77" y="312"/>
                </a:lnTo>
                <a:lnTo>
                  <a:pt x="77" y="305"/>
                </a:lnTo>
                <a:lnTo>
                  <a:pt x="77" y="298"/>
                </a:lnTo>
                <a:lnTo>
                  <a:pt x="77" y="291"/>
                </a:lnTo>
                <a:lnTo>
                  <a:pt x="77" y="284"/>
                </a:lnTo>
                <a:lnTo>
                  <a:pt x="77" y="277"/>
                </a:lnTo>
                <a:lnTo>
                  <a:pt x="77" y="270"/>
                </a:lnTo>
                <a:lnTo>
                  <a:pt x="77" y="263"/>
                </a:lnTo>
                <a:lnTo>
                  <a:pt x="78" y="256"/>
                </a:lnTo>
                <a:lnTo>
                  <a:pt x="79" y="249"/>
                </a:lnTo>
                <a:lnTo>
                  <a:pt x="80" y="243"/>
                </a:lnTo>
                <a:lnTo>
                  <a:pt x="82" y="236"/>
                </a:lnTo>
                <a:lnTo>
                  <a:pt x="83" y="230"/>
                </a:lnTo>
                <a:lnTo>
                  <a:pt x="86" y="223"/>
                </a:lnTo>
                <a:lnTo>
                  <a:pt x="89" y="217"/>
                </a:lnTo>
                <a:lnTo>
                  <a:pt x="92" y="212"/>
                </a:lnTo>
                <a:lnTo>
                  <a:pt x="95" y="206"/>
                </a:lnTo>
                <a:lnTo>
                  <a:pt x="100" y="201"/>
                </a:lnTo>
                <a:lnTo>
                  <a:pt x="104" y="196"/>
                </a:lnTo>
                <a:lnTo>
                  <a:pt x="109" y="192"/>
                </a:lnTo>
                <a:lnTo>
                  <a:pt x="114" y="187"/>
                </a:lnTo>
                <a:lnTo>
                  <a:pt x="120" y="184"/>
                </a:lnTo>
                <a:lnTo>
                  <a:pt x="125" y="180"/>
                </a:lnTo>
                <a:lnTo>
                  <a:pt x="131" y="177"/>
                </a:lnTo>
                <a:lnTo>
                  <a:pt x="138" y="174"/>
                </a:lnTo>
                <a:lnTo>
                  <a:pt x="144" y="171"/>
                </a:lnTo>
                <a:lnTo>
                  <a:pt x="151" y="169"/>
                </a:lnTo>
                <a:lnTo>
                  <a:pt x="157" y="166"/>
                </a:lnTo>
                <a:lnTo>
                  <a:pt x="164" y="164"/>
                </a:lnTo>
                <a:lnTo>
                  <a:pt x="171" y="162"/>
                </a:lnTo>
                <a:lnTo>
                  <a:pt x="177" y="160"/>
                </a:lnTo>
                <a:lnTo>
                  <a:pt x="184" y="158"/>
                </a:lnTo>
                <a:lnTo>
                  <a:pt x="191" y="156"/>
                </a:lnTo>
                <a:lnTo>
                  <a:pt x="197" y="154"/>
                </a:lnTo>
                <a:lnTo>
                  <a:pt x="203" y="152"/>
                </a:lnTo>
                <a:lnTo>
                  <a:pt x="209" y="150"/>
                </a:lnTo>
                <a:lnTo>
                  <a:pt x="215" y="148"/>
                </a:lnTo>
                <a:lnTo>
                  <a:pt x="220" y="145"/>
                </a:lnTo>
                <a:lnTo>
                  <a:pt x="226" y="142"/>
                </a:lnTo>
                <a:lnTo>
                  <a:pt x="231" y="139"/>
                </a:lnTo>
                <a:lnTo>
                  <a:pt x="235" y="136"/>
                </a:lnTo>
                <a:lnTo>
                  <a:pt x="240" y="132"/>
                </a:lnTo>
                <a:lnTo>
                  <a:pt x="245" y="128"/>
                </a:lnTo>
                <a:lnTo>
                  <a:pt x="249" y="124"/>
                </a:lnTo>
                <a:lnTo>
                  <a:pt x="253" y="120"/>
                </a:lnTo>
                <a:lnTo>
                  <a:pt x="257" y="115"/>
                </a:lnTo>
                <a:lnTo>
                  <a:pt x="261" y="110"/>
                </a:lnTo>
                <a:lnTo>
                  <a:pt x="265" y="105"/>
                </a:lnTo>
                <a:lnTo>
                  <a:pt x="269" y="99"/>
                </a:lnTo>
                <a:lnTo>
                  <a:pt x="273" y="94"/>
                </a:lnTo>
                <a:lnTo>
                  <a:pt x="276" y="88"/>
                </a:lnTo>
                <a:lnTo>
                  <a:pt x="280" y="83"/>
                </a:lnTo>
                <a:lnTo>
                  <a:pt x="284" y="77"/>
                </a:lnTo>
                <a:lnTo>
                  <a:pt x="288" y="71"/>
                </a:lnTo>
                <a:lnTo>
                  <a:pt x="293" y="65"/>
                </a:lnTo>
                <a:lnTo>
                  <a:pt x="297" y="60"/>
                </a:lnTo>
                <a:lnTo>
                  <a:pt x="302" y="55"/>
                </a:lnTo>
                <a:lnTo>
                  <a:pt x="306" y="50"/>
                </a:lnTo>
                <a:lnTo>
                  <a:pt x="311" y="45"/>
                </a:lnTo>
                <a:lnTo>
                  <a:pt x="317" y="40"/>
                </a:lnTo>
                <a:lnTo>
                  <a:pt x="322" y="36"/>
                </a:lnTo>
                <a:lnTo>
                  <a:pt x="328" y="33"/>
                </a:lnTo>
                <a:lnTo>
                  <a:pt x="333" y="29"/>
                </a:lnTo>
                <a:lnTo>
                  <a:pt x="339" y="27"/>
                </a:lnTo>
                <a:lnTo>
                  <a:pt x="345" y="24"/>
                </a:lnTo>
                <a:lnTo>
                  <a:pt x="352" y="23"/>
                </a:lnTo>
                <a:lnTo>
                  <a:pt x="358" y="21"/>
                </a:lnTo>
                <a:lnTo>
                  <a:pt x="365" y="21"/>
                </a:lnTo>
                <a:lnTo>
                  <a:pt x="371" y="20"/>
                </a:lnTo>
                <a:lnTo>
                  <a:pt x="378" y="20"/>
                </a:lnTo>
                <a:lnTo>
                  <a:pt x="385" y="21"/>
                </a:lnTo>
                <a:lnTo>
                  <a:pt x="392" y="22"/>
                </a:lnTo>
                <a:lnTo>
                  <a:pt x="399" y="23"/>
                </a:lnTo>
                <a:lnTo>
                  <a:pt x="405" y="25"/>
                </a:lnTo>
                <a:lnTo>
                  <a:pt x="412" y="27"/>
                </a:lnTo>
                <a:lnTo>
                  <a:pt x="419" y="29"/>
                </a:lnTo>
                <a:lnTo>
                  <a:pt x="426" y="31"/>
                </a:lnTo>
                <a:lnTo>
                  <a:pt x="432" y="33"/>
                </a:lnTo>
                <a:lnTo>
                  <a:pt x="439" y="35"/>
                </a:lnTo>
                <a:lnTo>
                  <a:pt x="445" y="38"/>
                </a:lnTo>
                <a:lnTo>
                  <a:pt x="452" y="40"/>
                </a:lnTo>
                <a:lnTo>
                  <a:pt x="458" y="42"/>
                </a:lnTo>
                <a:lnTo>
                  <a:pt x="464" y="44"/>
                </a:lnTo>
                <a:lnTo>
                  <a:pt x="470" y="46"/>
                </a:lnTo>
                <a:lnTo>
                  <a:pt x="476" y="47"/>
                </a:lnTo>
                <a:lnTo>
                  <a:pt x="482" y="48"/>
                </a:lnTo>
                <a:lnTo>
                  <a:pt x="488" y="49"/>
                </a:lnTo>
                <a:lnTo>
                  <a:pt x="494" y="50"/>
                </a:lnTo>
                <a:lnTo>
                  <a:pt x="500" y="50"/>
                </a:lnTo>
                <a:lnTo>
                  <a:pt x="506" y="50"/>
                </a:lnTo>
                <a:lnTo>
                  <a:pt x="512" y="49"/>
                </a:lnTo>
                <a:lnTo>
                  <a:pt x="518" y="48"/>
                </a:lnTo>
                <a:lnTo>
                  <a:pt x="524" y="47"/>
                </a:lnTo>
                <a:lnTo>
                  <a:pt x="530" y="46"/>
                </a:lnTo>
                <a:lnTo>
                  <a:pt x="536" y="44"/>
                </a:lnTo>
                <a:lnTo>
                  <a:pt x="542" y="42"/>
                </a:lnTo>
                <a:lnTo>
                  <a:pt x="548" y="40"/>
                </a:lnTo>
                <a:lnTo>
                  <a:pt x="555" y="38"/>
                </a:lnTo>
                <a:lnTo>
                  <a:pt x="561" y="35"/>
                </a:lnTo>
                <a:lnTo>
                  <a:pt x="568" y="33"/>
                </a:lnTo>
                <a:lnTo>
                  <a:pt x="574" y="31"/>
                </a:lnTo>
                <a:lnTo>
                  <a:pt x="581" y="29"/>
                </a:lnTo>
                <a:lnTo>
                  <a:pt x="588" y="27"/>
                </a:lnTo>
                <a:lnTo>
                  <a:pt x="595" y="25"/>
                </a:lnTo>
                <a:lnTo>
                  <a:pt x="601" y="23"/>
                </a:lnTo>
                <a:lnTo>
                  <a:pt x="608" y="22"/>
                </a:lnTo>
                <a:lnTo>
                  <a:pt x="615" y="21"/>
                </a:lnTo>
                <a:lnTo>
                  <a:pt x="622" y="20"/>
                </a:lnTo>
                <a:lnTo>
                  <a:pt x="629" y="20"/>
                </a:lnTo>
                <a:lnTo>
                  <a:pt x="635" y="21"/>
                </a:lnTo>
                <a:lnTo>
                  <a:pt x="642" y="21"/>
                </a:lnTo>
                <a:lnTo>
                  <a:pt x="648" y="23"/>
                </a:lnTo>
                <a:lnTo>
                  <a:pt x="655" y="24"/>
                </a:lnTo>
                <a:lnTo>
                  <a:pt x="661" y="27"/>
                </a:lnTo>
                <a:lnTo>
                  <a:pt x="667" y="29"/>
                </a:lnTo>
                <a:lnTo>
                  <a:pt x="672" y="33"/>
                </a:lnTo>
                <a:lnTo>
                  <a:pt x="678" y="36"/>
                </a:lnTo>
                <a:lnTo>
                  <a:pt x="683" y="40"/>
                </a:lnTo>
                <a:lnTo>
                  <a:pt x="689" y="45"/>
                </a:lnTo>
                <a:lnTo>
                  <a:pt x="694" y="50"/>
                </a:lnTo>
                <a:lnTo>
                  <a:pt x="698" y="55"/>
                </a:lnTo>
                <a:lnTo>
                  <a:pt x="703" y="60"/>
                </a:lnTo>
                <a:lnTo>
                  <a:pt x="707" y="65"/>
                </a:lnTo>
                <a:lnTo>
                  <a:pt x="712" y="71"/>
                </a:lnTo>
                <a:lnTo>
                  <a:pt x="716" y="77"/>
                </a:lnTo>
                <a:lnTo>
                  <a:pt x="720" y="83"/>
                </a:lnTo>
                <a:lnTo>
                  <a:pt x="724" y="88"/>
                </a:lnTo>
                <a:lnTo>
                  <a:pt x="727" y="94"/>
                </a:lnTo>
                <a:lnTo>
                  <a:pt x="731" y="99"/>
                </a:lnTo>
                <a:lnTo>
                  <a:pt x="735" y="105"/>
                </a:lnTo>
                <a:lnTo>
                  <a:pt x="739" y="110"/>
                </a:lnTo>
                <a:lnTo>
                  <a:pt x="743" y="115"/>
                </a:lnTo>
                <a:lnTo>
                  <a:pt x="747" y="120"/>
                </a:lnTo>
                <a:lnTo>
                  <a:pt x="751" y="124"/>
                </a:lnTo>
                <a:lnTo>
                  <a:pt x="755" y="128"/>
                </a:lnTo>
                <a:lnTo>
                  <a:pt x="760" y="132"/>
                </a:lnTo>
                <a:lnTo>
                  <a:pt x="765" y="136"/>
                </a:lnTo>
                <a:lnTo>
                  <a:pt x="769" y="139"/>
                </a:lnTo>
                <a:lnTo>
                  <a:pt x="774" y="142"/>
                </a:lnTo>
                <a:lnTo>
                  <a:pt x="780" y="145"/>
                </a:lnTo>
                <a:lnTo>
                  <a:pt x="785" y="148"/>
                </a:lnTo>
                <a:lnTo>
                  <a:pt x="791" y="150"/>
                </a:lnTo>
                <a:lnTo>
                  <a:pt x="797" y="152"/>
                </a:lnTo>
                <a:lnTo>
                  <a:pt x="803" y="154"/>
                </a:lnTo>
                <a:lnTo>
                  <a:pt x="809" y="156"/>
                </a:lnTo>
                <a:lnTo>
                  <a:pt x="816" y="158"/>
                </a:lnTo>
                <a:lnTo>
                  <a:pt x="823" y="160"/>
                </a:lnTo>
                <a:lnTo>
                  <a:pt x="829" y="162"/>
                </a:lnTo>
                <a:lnTo>
                  <a:pt x="836" y="164"/>
                </a:lnTo>
                <a:lnTo>
                  <a:pt x="843" y="166"/>
                </a:lnTo>
                <a:lnTo>
                  <a:pt x="849" y="169"/>
                </a:lnTo>
                <a:lnTo>
                  <a:pt x="856" y="171"/>
                </a:lnTo>
                <a:lnTo>
                  <a:pt x="862" y="174"/>
                </a:lnTo>
                <a:lnTo>
                  <a:pt x="869" y="177"/>
                </a:lnTo>
                <a:lnTo>
                  <a:pt x="875" y="180"/>
                </a:lnTo>
                <a:lnTo>
                  <a:pt x="880" y="184"/>
                </a:lnTo>
                <a:lnTo>
                  <a:pt x="886" y="187"/>
                </a:lnTo>
                <a:lnTo>
                  <a:pt x="891" y="192"/>
                </a:lnTo>
                <a:lnTo>
                  <a:pt x="896" y="196"/>
                </a:lnTo>
                <a:lnTo>
                  <a:pt x="900" y="201"/>
                </a:lnTo>
                <a:lnTo>
                  <a:pt x="905" y="206"/>
                </a:lnTo>
                <a:lnTo>
                  <a:pt x="908" y="212"/>
                </a:lnTo>
                <a:lnTo>
                  <a:pt x="911" y="217"/>
                </a:lnTo>
                <a:lnTo>
                  <a:pt x="914" y="223"/>
                </a:lnTo>
                <a:lnTo>
                  <a:pt x="917" y="230"/>
                </a:lnTo>
                <a:lnTo>
                  <a:pt x="918" y="236"/>
                </a:lnTo>
                <a:lnTo>
                  <a:pt x="920" y="243"/>
                </a:lnTo>
                <a:lnTo>
                  <a:pt x="921" y="249"/>
                </a:lnTo>
                <a:lnTo>
                  <a:pt x="922" y="256"/>
                </a:lnTo>
                <a:lnTo>
                  <a:pt x="923" y="263"/>
                </a:lnTo>
                <a:lnTo>
                  <a:pt x="923" y="270"/>
                </a:lnTo>
                <a:lnTo>
                  <a:pt x="923" y="277"/>
                </a:lnTo>
                <a:lnTo>
                  <a:pt x="923" y="284"/>
                </a:lnTo>
                <a:lnTo>
                  <a:pt x="923" y="291"/>
                </a:lnTo>
                <a:lnTo>
                  <a:pt x="923" y="298"/>
                </a:lnTo>
                <a:lnTo>
                  <a:pt x="923" y="305"/>
                </a:lnTo>
                <a:lnTo>
                  <a:pt x="923" y="312"/>
                </a:lnTo>
                <a:lnTo>
                  <a:pt x="922" y="319"/>
                </a:lnTo>
                <a:lnTo>
                  <a:pt x="923" y="325"/>
                </a:lnTo>
                <a:lnTo>
                  <a:pt x="923" y="331"/>
                </a:lnTo>
                <a:lnTo>
                  <a:pt x="923" y="338"/>
                </a:lnTo>
                <a:lnTo>
                  <a:pt x="924" y="344"/>
                </a:lnTo>
                <a:lnTo>
                  <a:pt x="925" y="350"/>
                </a:lnTo>
                <a:lnTo>
                  <a:pt x="926" y="355"/>
                </a:lnTo>
                <a:lnTo>
                  <a:pt x="928" y="361"/>
                </a:lnTo>
                <a:lnTo>
                  <a:pt x="930" y="366"/>
                </a:lnTo>
                <a:lnTo>
                  <a:pt x="932" y="372"/>
                </a:lnTo>
                <a:lnTo>
                  <a:pt x="935" y="377"/>
                </a:lnTo>
                <a:lnTo>
                  <a:pt x="938" y="383"/>
                </a:lnTo>
                <a:lnTo>
                  <a:pt x="941" y="388"/>
                </a:lnTo>
                <a:lnTo>
                  <a:pt x="945" y="393"/>
                </a:lnTo>
                <a:lnTo>
                  <a:pt x="948" y="399"/>
                </a:lnTo>
                <a:lnTo>
                  <a:pt x="952" y="404"/>
                </a:lnTo>
                <a:lnTo>
                  <a:pt x="956" y="409"/>
                </a:lnTo>
                <a:lnTo>
                  <a:pt x="961" y="415"/>
                </a:lnTo>
                <a:lnTo>
                  <a:pt x="965" y="420"/>
                </a:lnTo>
                <a:lnTo>
                  <a:pt x="969" y="426"/>
                </a:lnTo>
                <a:lnTo>
                  <a:pt x="973" y="431"/>
                </a:lnTo>
                <a:lnTo>
                  <a:pt x="977" y="437"/>
                </a:lnTo>
                <a:lnTo>
                  <a:pt x="981" y="443"/>
                </a:lnTo>
                <a:lnTo>
                  <a:pt x="985" y="449"/>
                </a:lnTo>
                <a:lnTo>
                  <a:pt x="988" y="455"/>
                </a:lnTo>
                <a:lnTo>
                  <a:pt x="991" y="461"/>
                </a:lnTo>
                <a:lnTo>
                  <a:pt x="994" y="468"/>
                </a:lnTo>
                <a:lnTo>
                  <a:pt x="996" y="474"/>
                </a:lnTo>
                <a:lnTo>
                  <a:pt x="998" y="480"/>
                </a:lnTo>
                <a:lnTo>
                  <a:pt x="999" y="487"/>
                </a:lnTo>
                <a:lnTo>
                  <a:pt x="1000" y="493"/>
                </a:lnTo>
                <a:close/>
              </a:path>
            </a:pathLst>
          </a:custGeom>
          <a:solidFill>
            <a:srgbClr val="85C227"/>
          </a:solidFill>
          <a:ln w="762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610490" y="1226210"/>
            <a:ext cx="3856939" cy="385693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ac382f69f4d.png"/>
          <p:cNvPicPr>
            <a:picLocks noChangeAspect="1"/>
          </p:cNvPicPr>
          <p:nvPr/>
        </p:nvPicPr>
        <p:blipFill>
          <a:blip r:embed="rId2"/>
          <a:stretch>
            <a:fillRect/>
          </a:stretch>
        </p:blipFill>
        <p:spPr>
          <a:xfrm>
            <a:off x="12740792" y="1356512"/>
            <a:ext cx="3596335" cy="3596335"/>
          </a:xfrm>
          <a:prstGeom prst="rect">
            <a:avLst/>
          </a:prstGeom>
        </p:spPr>
      </p:pic>
      <p:sp>
        <p:nvSpPr>
          <p:cNvPr id="6" name="Rectangle 5"/>
          <p:cNvSpPr/>
          <p:nvPr/>
        </p:nvSpPr>
        <p:spPr>
          <a:xfrm>
            <a:off x="1097280" y="12984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65960" y="1143000"/>
            <a:ext cx="9144000" cy="457200"/>
          </a:xfrm>
          <a:prstGeom prst="rect">
            <a:avLst/>
          </a:prstGeom>
          <a:noFill/>
        </p:spPr>
        <p:txBody>
          <a:bodyPr wrap="square" anchor="t" lIns="0" rIns="0" tIns="0" bIns="0">
            <a:spAutoFit/>
          </a:bodyPr>
          <a:lstStyle/>
          <a:p>
            <a:pPr algn="l">
              <a:lnSpc>
                <a:spcPct val="100000"/>
              </a:lnSpc>
            </a:pPr>
            <a:r>
              <a:rPr sz="2000" b="1" spc="300">
                <a:solidFill>
                  <a:srgbClr val="5E9E17"/>
                </a:solidFill>
                <a:latin typeface="Montserrat"/>
              </a:rPr>
              <a:t>PARTE 3 · LIMITES E ROTINA</a:t>
            </a:r>
          </a:p>
        </p:txBody>
      </p:sp>
      <p:sp>
        <p:nvSpPr>
          <p:cNvPr id="8" name="TextBox 7"/>
          <p:cNvSpPr txBox="1"/>
          <p:nvPr/>
        </p:nvSpPr>
        <p:spPr>
          <a:xfrm>
            <a:off x="1097280" y="2011680"/>
            <a:ext cx="10058400" cy="3291840"/>
          </a:xfrm>
          <a:prstGeom prst="rect">
            <a:avLst/>
          </a:prstGeom>
          <a:noFill/>
        </p:spPr>
        <p:txBody>
          <a:bodyPr wrap="square" anchor="ctr" lIns="0" rIns="0" tIns="0" bIns="0">
            <a:spAutoFit/>
          </a:bodyPr>
          <a:lstStyle/>
          <a:p>
            <a:pPr algn="l">
              <a:lnSpc>
                <a:spcPct val="100000"/>
              </a:lnSpc>
            </a:pPr>
            <a:r>
              <a:rPr sz="14000" b="1" spc="-250">
                <a:solidFill>
                  <a:srgbClr val="004380"/>
                </a:solidFill>
                <a:latin typeface="Montserrat"/>
              </a:rPr>
              <a:t>Limite é…</a:t>
            </a:r>
          </a:p>
        </p:txBody>
      </p:sp>
      <p:sp>
        <p:nvSpPr>
          <p:cNvPr id="9" name="Rounded Rectangle 8"/>
          <p:cNvSpPr/>
          <p:nvPr/>
        </p:nvSpPr>
        <p:spPr>
          <a:xfrm>
            <a:off x="1097280" y="6263640"/>
            <a:ext cx="5166360" cy="2468880"/>
          </a:xfrm>
          <a:prstGeom prst="roundRect">
            <a:avLst>
              <a:gd name="adj" fmla="val 16000"/>
            </a:avLst>
          </a:prstGeom>
          <a:solidFill>
            <a:srgbClr val="026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08760" y="6537960"/>
            <a:ext cx="1828800" cy="548640"/>
          </a:xfrm>
          <a:prstGeom prst="rect">
            <a:avLst/>
          </a:prstGeom>
          <a:noFill/>
        </p:spPr>
        <p:txBody>
          <a:bodyPr wrap="square" anchor="t" lIns="0" rIns="0" tIns="0" bIns="0">
            <a:spAutoFit/>
          </a:bodyPr>
          <a:lstStyle/>
          <a:p>
            <a:pPr algn="l">
              <a:lnSpc>
                <a:spcPct val="100000"/>
              </a:lnSpc>
            </a:pPr>
            <a:r>
              <a:rPr sz="2700" b="1" spc="200">
                <a:solidFill>
                  <a:srgbClr val="FFFFFF"/>
                </a:solidFill>
                <a:latin typeface="Montserrat"/>
              </a:rPr>
              <a:t>01</a:t>
            </a:r>
          </a:p>
        </p:txBody>
      </p:sp>
      <p:sp>
        <p:nvSpPr>
          <p:cNvPr id="11" name="TextBox 10"/>
          <p:cNvSpPr txBox="1"/>
          <p:nvPr/>
        </p:nvSpPr>
        <p:spPr>
          <a:xfrm>
            <a:off x="1508760" y="7086600"/>
            <a:ext cx="4572000" cy="1371600"/>
          </a:xfrm>
          <a:prstGeom prst="rect">
            <a:avLst/>
          </a:prstGeom>
          <a:noFill/>
        </p:spPr>
        <p:txBody>
          <a:bodyPr wrap="square" anchor="ctr" lIns="0" rIns="0" tIns="0" bIns="0">
            <a:spAutoFit/>
          </a:bodyPr>
          <a:lstStyle/>
          <a:p>
            <a:pPr algn="l">
              <a:lnSpc>
                <a:spcPct val="100000"/>
              </a:lnSpc>
            </a:pPr>
            <a:r>
              <a:rPr sz="3900" b="1" spc="-100">
                <a:solidFill>
                  <a:srgbClr val="FFFFFF"/>
                </a:solidFill>
                <a:latin typeface="Montserrat"/>
              </a:rPr>
              <a:t>cuidado</a:t>
            </a:r>
          </a:p>
        </p:txBody>
      </p:sp>
      <p:sp>
        <p:nvSpPr>
          <p:cNvPr id="12" name="Rounded Rectangle 11"/>
          <p:cNvSpPr/>
          <p:nvPr/>
        </p:nvSpPr>
        <p:spPr>
          <a:xfrm>
            <a:off x="6537960" y="6263640"/>
            <a:ext cx="5166360" cy="2468880"/>
          </a:xfrm>
          <a:prstGeom prst="roundRect">
            <a:avLst>
              <a:gd name="adj" fmla="val 16000"/>
            </a:avLst>
          </a:prstGeom>
          <a:solidFill>
            <a:srgbClr val="036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0" y="6537960"/>
            <a:ext cx="1828800" cy="548640"/>
          </a:xfrm>
          <a:prstGeom prst="rect">
            <a:avLst/>
          </a:prstGeom>
          <a:noFill/>
        </p:spPr>
        <p:txBody>
          <a:bodyPr wrap="square" anchor="t" lIns="0" rIns="0" tIns="0" bIns="0">
            <a:spAutoFit/>
          </a:bodyPr>
          <a:lstStyle/>
          <a:p>
            <a:pPr algn="l">
              <a:lnSpc>
                <a:spcPct val="100000"/>
              </a:lnSpc>
            </a:pPr>
            <a:r>
              <a:rPr sz="2700" b="1" spc="200">
                <a:solidFill>
                  <a:srgbClr val="FFFFFF"/>
                </a:solidFill>
                <a:latin typeface="Montserrat"/>
              </a:rPr>
              <a:t>02</a:t>
            </a:r>
          </a:p>
        </p:txBody>
      </p:sp>
      <p:sp>
        <p:nvSpPr>
          <p:cNvPr id="14" name="TextBox 13"/>
          <p:cNvSpPr txBox="1"/>
          <p:nvPr/>
        </p:nvSpPr>
        <p:spPr>
          <a:xfrm>
            <a:off x="6949440" y="7086600"/>
            <a:ext cx="4572000" cy="1371600"/>
          </a:xfrm>
          <a:prstGeom prst="rect">
            <a:avLst/>
          </a:prstGeom>
          <a:noFill/>
        </p:spPr>
        <p:txBody>
          <a:bodyPr wrap="square" anchor="ctr" lIns="0" rIns="0" tIns="0" bIns="0">
            <a:spAutoFit/>
          </a:bodyPr>
          <a:lstStyle/>
          <a:p>
            <a:pPr algn="l">
              <a:lnSpc>
                <a:spcPct val="100000"/>
              </a:lnSpc>
            </a:pPr>
            <a:r>
              <a:rPr sz="3900" b="1" spc="-100">
                <a:solidFill>
                  <a:srgbClr val="FFFFFF"/>
                </a:solidFill>
                <a:latin typeface="Montserrat"/>
              </a:rPr>
              <a:t>segurança</a:t>
            </a:r>
          </a:p>
        </p:txBody>
      </p:sp>
      <p:sp>
        <p:nvSpPr>
          <p:cNvPr id="15" name="Rounded Rectangle 14"/>
          <p:cNvSpPr/>
          <p:nvPr/>
        </p:nvSpPr>
        <p:spPr>
          <a:xfrm>
            <a:off x="11978640" y="6263640"/>
            <a:ext cx="5166360" cy="2468880"/>
          </a:xfrm>
          <a:prstGeom prst="roundRect">
            <a:avLst>
              <a:gd name="adj" fmla="val 16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90119" y="6537960"/>
            <a:ext cx="1828800" cy="548640"/>
          </a:xfrm>
          <a:prstGeom prst="rect">
            <a:avLst/>
          </a:prstGeom>
          <a:noFill/>
        </p:spPr>
        <p:txBody>
          <a:bodyPr wrap="square" anchor="t" lIns="0" rIns="0" tIns="0" bIns="0">
            <a:spAutoFit/>
          </a:bodyPr>
          <a:lstStyle/>
          <a:p>
            <a:pPr algn="l">
              <a:lnSpc>
                <a:spcPct val="100000"/>
              </a:lnSpc>
            </a:pPr>
            <a:r>
              <a:rPr sz="2700" b="1" spc="200">
                <a:solidFill>
                  <a:srgbClr val="004380"/>
                </a:solidFill>
                <a:latin typeface="Montserrat"/>
              </a:rPr>
              <a:t>03</a:t>
            </a:r>
          </a:p>
        </p:txBody>
      </p:sp>
      <p:sp>
        <p:nvSpPr>
          <p:cNvPr id="17" name="TextBox 16"/>
          <p:cNvSpPr txBox="1"/>
          <p:nvPr/>
        </p:nvSpPr>
        <p:spPr>
          <a:xfrm>
            <a:off x="12390119" y="7086600"/>
            <a:ext cx="4572000" cy="1371600"/>
          </a:xfrm>
          <a:prstGeom prst="rect">
            <a:avLst/>
          </a:prstGeom>
          <a:noFill/>
        </p:spPr>
        <p:txBody>
          <a:bodyPr wrap="square" anchor="ctr" lIns="0" rIns="0" tIns="0" bIns="0">
            <a:spAutoFit/>
          </a:bodyPr>
          <a:lstStyle/>
          <a:p>
            <a:pPr algn="l">
              <a:lnSpc>
                <a:spcPct val="100000"/>
              </a:lnSpc>
            </a:pPr>
            <a:r>
              <a:rPr sz="3900" b="1" spc="-100">
                <a:solidFill>
                  <a:srgbClr val="004380"/>
                </a:solidFill>
                <a:latin typeface="Montserrat"/>
              </a:rPr>
              <a:t>amor que ensina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2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48640" y="914400"/>
            <a:ext cx="7498079" cy="7498079"/>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77100d4be550.png"/>
          <p:cNvPicPr>
            <a:picLocks noChangeAspect="1"/>
          </p:cNvPicPr>
          <p:nvPr/>
        </p:nvPicPr>
        <p:blipFill>
          <a:blip r:embed="rId2"/>
          <a:stretch>
            <a:fillRect/>
          </a:stretch>
        </p:blipFill>
        <p:spPr>
          <a:xfrm>
            <a:off x="777240" y="1143000"/>
            <a:ext cx="7040880" cy="7040880"/>
          </a:xfrm>
          <a:prstGeom prst="rect">
            <a:avLst/>
          </a:prstGeom>
        </p:spPr>
      </p:pic>
      <p:sp>
        <p:nvSpPr>
          <p:cNvPr id="5" name="Oval 4"/>
          <p:cNvSpPr/>
          <p:nvPr/>
        </p:nvSpPr>
        <p:spPr>
          <a:xfrm>
            <a:off x="5303520" y="5120640"/>
            <a:ext cx="4572000" cy="4572000"/>
          </a:xfrm>
          <a:prstGeom prst="ellipse">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38c75f6ba5f.png"/>
          <p:cNvPicPr>
            <a:picLocks noChangeAspect="1"/>
          </p:cNvPicPr>
          <p:nvPr/>
        </p:nvPicPr>
        <p:blipFill>
          <a:blip r:embed="rId3"/>
          <a:stretch>
            <a:fillRect/>
          </a:stretch>
        </p:blipFill>
        <p:spPr>
          <a:xfrm>
            <a:off x="5532120" y="5349240"/>
            <a:ext cx="4114800" cy="4114800"/>
          </a:xfrm>
          <a:prstGeom prst="rect">
            <a:avLst/>
          </a:prstGeom>
        </p:spPr>
      </p:pic>
      <p:sp>
        <p:nvSpPr>
          <p:cNvPr id="7" name="Rectangle 6"/>
          <p:cNvSpPr/>
          <p:nvPr/>
        </p:nvSpPr>
        <p:spPr>
          <a:xfrm>
            <a:off x="10789920" y="12984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658600" y="1143000"/>
            <a:ext cx="9144000" cy="457200"/>
          </a:xfrm>
          <a:prstGeom prst="rect">
            <a:avLst/>
          </a:prstGeom>
          <a:noFill/>
        </p:spPr>
        <p:txBody>
          <a:bodyPr wrap="square" anchor="t" lIns="0" rIns="0" tIns="0" bIns="0">
            <a:spAutoFit/>
          </a:bodyPr>
          <a:lstStyle/>
          <a:p>
            <a:pPr algn="l">
              <a:lnSpc>
                <a:spcPct val="100000"/>
              </a:lnSpc>
            </a:pPr>
            <a:r>
              <a:rPr sz="2000" b="1" spc="300">
                <a:solidFill>
                  <a:srgbClr val="5E9E17"/>
                </a:solidFill>
                <a:latin typeface="Montserrat"/>
              </a:rPr>
              <a:t>PARTE 3 · LIMITES E ROTINA</a:t>
            </a:r>
          </a:p>
        </p:txBody>
      </p:sp>
      <p:sp>
        <p:nvSpPr>
          <p:cNvPr id="9" name="TextBox 8"/>
          <p:cNvSpPr txBox="1"/>
          <p:nvPr/>
        </p:nvSpPr>
        <p:spPr>
          <a:xfrm>
            <a:off x="10789920" y="2011680"/>
            <a:ext cx="7132320" cy="3840480"/>
          </a:xfrm>
          <a:prstGeom prst="rect">
            <a:avLst/>
          </a:prstGeom>
          <a:noFill/>
        </p:spPr>
        <p:txBody>
          <a:bodyPr wrap="square" anchor="b" lIns="0" rIns="0" tIns="0" bIns="0">
            <a:spAutoFit/>
          </a:bodyPr>
          <a:lstStyle/>
          <a:p>
            <a:pPr algn="l">
              <a:lnSpc>
                <a:spcPct val="100000"/>
              </a:lnSpc>
            </a:pPr>
            <a:r>
              <a:rPr sz="6200" b="1" spc="-100">
                <a:solidFill>
                  <a:srgbClr val="004380"/>
                </a:solidFill>
                <a:latin typeface="Montserrat"/>
              </a:rPr>
              <a:t>Nosso dia a dia</a:t>
            </a:r>
          </a:p>
          <a:p>
            <a:pPr algn="l">
              <a:lnSpc>
                <a:spcPct val="100000"/>
              </a:lnSpc>
            </a:pPr>
            <a:r>
              <a:rPr sz="6200" b="0" spc="-100">
                <a:solidFill>
                  <a:srgbClr val="004380"/>
                </a:solidFill>
                <a:latin typeface="Montserrat"/>
              </a:rPr>
              <a:t>está cada vez mais</a:t>
            </a:r>
          </a:p>
        </p:txBody>
      </p:sp>
      <p:sp>
        <p:nvSpPr>
          <p:cNvPr id="10" name="TextBox 9"/>
          <p:cNvSpPr txBox="1"/>
          <p:nvPr/>
        </p:nvSpPr>
        <p:spPr>
          <a:xfrm>
            <a:off x="10789920" y="5943600"/>
            <a:ext cx="7315200" cy="1463040"/>
          </a:xfrm>
          <a:prstGeom prst="rect">
            <a:avLst/>
          </a:prstGeom>
          <a:noFill/>
        </p:spPr>
        <p:txBody>
          <a:bodyPr wrap="square" anchor="t" lIns="0" rIns="0" tIns="0" bIns="0">
            <a:spAutoFit/>
          </a:bodyPr>
          <a:lstStyle/>
          <a:p>
            <a:pPr algn="l">
              <a:lnSpc>
                <a:spcPct val="100000"/>
              </a:lnSpc>
            </a:pPr>
            <a:r>
              <a:rPr sz="9700" b="1" spc="-200">
                <a:solidFill>
                  <a:srgbClr val="0263BA"/>
                </a:solidFill>
                <a:latin typeface="Montserrat"/>
              </a:rPr>
              <a:t>acelerado!</a:t>
            </a:r>
          </a:p>
        </p:txBody>
      </p:sp>
      <p:sp>
        <p:nvSpPr>
          <p:cNvPr id="11" name="Rounded Rectangle 10"/>
          <p:cNvSpPr/>
          <p:nvPr/>
        </p:nvSpPr>
        <p:spPr>
          <a:xfrm>
            <a:off x="10789920" y="7543800"/>
            <a:ext cx="2926080"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789920" y="7927848"/>
            <a:ext cx="2011680" cy="146304"/>
          </a:xfrm>
          <a:prstGeom prst="roundRect">
            <a:avLst>
              <a:gd name="adj" fmla="val 50000"/>
            </a:avLst>
          </a:prstGeom>
          <a:solidFill>
            <a:srgbClr val="026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789920" y="8311896"/>
            <a:ext cx="1188720" cy="146304"/>
          </a:xfrm>
          <a:prstGeom prst="roundRect">
            <a:avLst>
              <a:gd name="adj" fmla="val 50000"/>
            </a:avLst>
          </a:prstGeom>
          <a:solidFill>
            <a:srgbClr val="24A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0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132897007e3b.jpg"/>
          <p:cNvPicPr>
            <a:picLocks noChangeAspect="1"/>
          </p:cNvPicPr>
          <p:nvPr/>
        </p:nvPicPr>
        <p:blipFill>
          <a:blip r:embed="rId2"/>
          <a:stretch>
            <a:fillRect/>
          </a:stretch>
        </p:blipFill>
        <p:spPr>
          <a:xfrm>
            <a:off x="0" y="0"/>
            <a:ext cx="18288000" cy="10287000"/>
          </a:xfrm>
          <a:prstGeom prst="rect">
            <a:avLst/>
          </a:prstGeom>
        </p:spPr>
      </p:pic>
      <p:sp>
        <p:nvSpPr>
          <p:cNvPr id="4" name="Rectangle 3"/>
          <p:cNvSpPr/>
          <p:nvPr/>
        </p:nvSpPr>
        <p:spPr>
          <a:xfrm>
            <a:off x="0" y="0"/>
            <a:ext cx="18288000" cy="10287000"/>
          </a:xfrm>
          <a:prstGeom prst="rect">
            <a:avLst/>
          </a:prstGeom>
          <a:gradFill rotWithShape="1">
            <a:gsLst>
              <a:gs pos="0">
                <a:srgbClr val="002B52">
                  <a:alpha val="95000"/>
                </a:srgbClr>
              </a:gs>
              <a:gs pos="48000">
                <a:srgbClr val="002B52">
                  <a:alpha val="75000"/>
                </a:srgbClr>
              </a:gs>
              <a:gs pos="72000">
                <a:srgbClr val="002B52">
                  <a:alpha val="0"/>
                </a:srgb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 y="12984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65960" y="1143000"/>
            <a:ext cx="9144000" cy="457200"/>
          </a:xfrm>
          <a:prstGeom prst="rect">
            <a:avLst/>
          </a:prstGeom>
          <a:noFill/>
        </p:spPr>
        <p:txBody>
          <a:bodyPr wrap="square" anchor="t" lIns="0" rIns="0" tIns="0" bIns="0">
            <a:spAutoFit/>
          </a:bodyPr>
          <a:lstStyle/>
          <a:p>
            <a:pPr algn="l">
              <a:lnSpc>
                <a:spcPct val="100000"/>
              </a:lnSpc>
            </a:pPr>
            <a:r>
              <a:rPr sz="2000" b="1" spc="300">
                <a:solidFill>
                  <a:srgbClr val="85C227"/>
                </a:solidFill>
                <a:latin typeface="Montserrat"/>
              </a:rPr>
              <a:t>PARTE 3 · LIMITES E ROTINA</a:t>
            </a:r>
          </a:p>
        </p:txBody>
      </p:sp>
      <p:sp>
        <p:nvSpPr>
          <p:cNvPr id="7" name="TextBox 6"/>
          <p:cNvSpPr txBox="1"/>
          <p:nvPr/>
        </p:nvSpPr>
        <p:spPr>
          <a:xfrm>
            <a:off x="1097280" y="2103120"/>
            <a:ext cx="9144000" cy="6583680"/>
          </a:xfrm>
          <a:prstGeom prst="rect">
            <a:avLst/>
          </a:prstGeom>
          <a:noFill/>
        </p:spPr>
        <p:txBody>
          <a:bodyPr wrap="square" anchor="ctr" lIns="0" rIns="0" tIns="0" bIns="0">
            <a:spAutoFit/>
          </a:bodyPr>
          <a:lstStyle/>
          <a:p>
            <a:pPr algn="l">
              <a:lnSpc>
                <a:spcPct val="95000"/>
              </a:lnSpc>
            </a:pPr>
            <a:r>
              <a:rPr sz="5400" b="0" spc="-50">
                <a:solidFill>
                  <a:srgbClr val="FFFFFF"/>
                </a:solidFill>
                <a:latin typeface="Montserrat"/>
              </a:rPr>
              <a:t>Quando você está só</a:t>
            </a:r>
          </a:p>
          <a:p>
            <a:pPr algn="l">
              <a:lnSpc>
                <a:spcPct val="95000"/>
              </a:lnSpc>
            </a:pPr>
            <a:r>
              <a:rPr sz="11300" b="1" spc="-200">
                <a:solidFill>
                  <a:srgbClr val="85C227"/>
                </a:solidFill>
                <a:latin typeface="Montserrat"/>
              </a:rPr>
              <a:t>apagando</a:t>
            </a:r>
          </a:p>
          <a:p>
            <a:pPr algn="l">
              <a:lnSpc>
                <a:spcPct val="95000"/>
              </a:lnSpc>
            </a:pPr>
            <a:r>
              <a:rPr sz="11300" b="1" spc="-200">
                <a:solidFill>
                  <a:srgbClr val="85C227"/>
                </a:solidFill>
                <a:latin typeface="Montserrat"/>
              </a:rPr>
              <a:t>incêndios</a:t>
            </a:r>
          </a:p>
          <a:p>
            <a:pPr algn="l">
              <a:lnSpc>
                <a:spcPct val="95000"/>
              </a:lnSpc>
            </a:pPr>
            <a:r>
              <a:rPr sz="1800">
                <a:latin typeface="Montserrat"/>
              </a:rPr>
              <a:t> </a:t>
            </a:r>
          </a:p>
          <a:p>
            <a:pPr algn="l">
              <a:lnSpc>
                <a:spcPct val="95000"/>
              </a:lnSpc>
            </a:pPr>
            <a:r>
              <a:rPr sz="5400" b="0" spc="-50">
                <a:solidFill>
                  <a:srgbClr val="FFFFFF"/>
                </a:solidFill>
                <a:latin typeface="Montserrat"/>
              </a:rPr>
              <a:t>não está educando com</a:t>
            </a:r>
          </a:p>
          <a:p>
            <a:pPr algn="l">
              <a:lnSpc>
                <a:spcPct val="95000"/>
              </a:lnSpc>
            </a:pPr>
            <a:r>
              <a:rPr sz="5400" b="1" spc="-50">
                <a:solidFill>
                  <a:srgbClr val="FFFFFF"/>
                </a:solidFill>
                <a:latin typeface="Montserrat"/>
              </a:rPr>
              <a:t>intencionalidade!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0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bda14c9c21b.jpg"/>
          <p:cNvPicPr>
            <a:picLocks noChangeAspect="1"/>
          </p:cNvPicPr>
          <p:nvPr/>
        </p:nvPicPr>
        <p:blipFill>
          <a:blip r:embed="rId2"/>
          <a:stretch>
            <a:fillRect/>
          </a:stretch>
        </p:blipFill>
        <p:spPr>
          <a:xfrm>
            <a:off x="0" y="0"/>
            <a:ext cx="18288000" cy="10287000"/>
          </a:xfrm>
          <a:prstGeom prst="rect">
            <a:avLst/>
          </a:prstGeom>
        </p:spPr>
      </p:pic>
      <p:sp>
        <p:nvSpPr>
          <p:cNvPr id="4" name="Rectangle 3"/>
          <p:cNvSpPr/>
          <p:nvPr/>
        </p:nvSpPr>
        <p:spPr>
          <a:xfrm>
            <a:off x="0" y="0"/>
            <a:ext cx="18288000" cy="10287000"/>
          </a:xfrm>
          <a:prstGeom prst="rect">
            <a:avLst/>
          </a:prstGeom>
          <a:gradFill rotWithShape="1">
            <a:gsLst>
              <a:gs pos="0">
                <a:srgbClr val="002B52">
                  <a:alpha val="70000"/>
                </a:srgbClr>
              </a:gs>
              <a:gs pos="100000">
                <a:srgbClr val="002B52">
                  <a:alpha val="88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309360" y="1737360"/>
            <a:ext cx="5669280" cy="685800"/>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0" y="1737360"/>
            <a:ext cx="5669280" cy="685800"/>
          </a:xfrm>
          <a:prstGeom prst="rect">
            <a:avLst/>
          </a:prstGeom>
          <a:noFill/>
        </p:spPr>
        <p:txBody>
          <a:bodyPr wrap="square" anchor="ctr" lIns="0" rIns="0" tIns="0" bIns="0">
            <a:spAutoFit/>
          </a:bodyPr>
          <a:lstStyle/>
          <a:p>
            <a:pPr algn="ctr">
              <a:lnSpc>
                <a:spcPct val="100000"/>
              </a:lnSpc>
            </a:pPr>
            <a:r>
              <a:rPr sz="2200" b="1" spc="300">
                <a:solidFill>
                  <a:srgbClr val="002B52"/>
                </a:solidFill>
                <a:latin typeface="Montserrat"/>
              </a:rPr>
              <a:t>PARA LEVAR PARA CASA</a:t>
            </a:r>
          </a:p>
        </p:txBody>
      </p:sp>
      <p:sp>
        <p:nvSpPr>
          <p:cNvPr id="7" name="TextBox 6"/>
          <p:cNvSpPr txBox="1"/>
          <p:nvPr/>
        </p:nvSpPr>
        <p:spPr>
          <a:xfrm>
            <a:off x="457200" y="2834640"/>
            <a:ext cx="17373600" cy="1828800"/>
          </a:xfrm>
          <a:prstGeom prst="rect">
            <a:avLst/>
          </a:prstGeom>
          <a:noFill/>
        </p:spPr>
        <p:txBody>
          <a:bodyPr wrap="square" anchor="ctr" lIns="0" rIns="0" tIns="0" bIns="0">
            <a:spAutoFit/>
          </a:bodyPr>
          <a:lstStyle/>
          <a:p>
            <a:pPr algn="ctr">
              <a:lnSpc>
                <a:spcPct val="100000"/>
              </a:lnSpc>
            </a:pPr>
            <a:r>
              <a:rPr sz="14000" b="1" spc="-250">
                <a:solidFill>
                  <a:srgbClr val="FFFFFF"/>
                </a:solidFill>
                <a:latin typeface="Montserrat"/>
              </a:rPr>
              <a:t>Proprietário</a:t>
            </a:r>
          </a:p>
        </p:txBody>
      </p:sp>
      <p:sp>
        <p:nvSpPr>
          <p:cNvPr id="8" name="Oval 7"/>
          <p:cNvSpPr/>
          <p:nvPr/>
        </p:nvSpPr>
        <p:spPr>
          <a:xfrm>
            <a:off x="8458200" y="4800600"/>
            <a:ext cx="1371600" cy="1371600"/>
          </a:xfrm>
          <a:prstGeom prst="ellipse">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58200" y="4800600"/>
            <a:ext cx="1371600" cy="1371600"/>
          </a:xfrm>
          <a:prstGeom prst="rect">
            <a:avLst/>
          </a:prstGeom>
          <a:noFill/>
        </p:spPr>
        <p:txBody>
          <a:bodyPr wrap="square" anchor="ctr" lIns="0" rIns="0" tIns="0" bIns="0">
            <a:spAutoFit/>
          </a:bodyPr>
          <a:lstStyle/>
          <a:p>
            <a:pPr algn="ctr">
              <a:lnSpc>
                <a:spcPct val="100000"/>
              </a:lnSpc>
            </a:pPr>
            <a:r>
              <a:rPr sz="4600" b="1">
                <a:solidFill>
                  <a:srgbClr val="002B52"/>
                </a:solidFill>
                <a:latin typeface="Montserrat"/>
              </a:rPr>
              <a:t>ou</a:t>
            </a:r>
          </a:p>
        </p:txBody>
      </p:sp>
      <p:sp>
        <p:nvSpPr>
          <p:cNvPr id="10" name="TextBox 9"/>
          <p:cNvSpPr txBox="1"/>
          <p:nvPr/>
        </p:nvSpPr>
        <p:spPr>
          <a:xfrm>
            <a:off x="457200" y="6309360"/>
            <a:ext cx="17373600" cy="1828800"/>
          </a:xfrm>
          <a:prstGeom prst="rect">
            <a:avLst/>
          </a:prstGeom>
          <a:noFill/>
        </p:spPr>
        <p:txBody>
          <a:bodyPr wrap="square" anchor="ctr" lIns="0" rIns="0" tIns="0" bIns="0">
            <a:spAutoFit/>
          </a:bodyPr>
          <a:lstStyle/>
          <a:p>
            <a:pPr algn="ctr">
              <a:lnSpc>
                <a:spcPct val="100000"/>
              </a:lnSpc>
            </a:pPr>
            <a:r>
              <a:rPr sz="14000" b="1" spc="-250">
                <a:solidFill>
                  <a:srgbClr val="85C227"/>
                </a:solidFill>
                <a:latin typeface="Montserrat"/>
              </a:rPr>
              <a:t>Embaixador?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0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4ba887d331f7.jpg"/>
          <p:cNvPicPr>
            <a:picLocks noChangeAspect="1"/>
          </p:cNvPicPr>
          <p:nvPr/>
        </p:nvPicPr>
        <p:blipFill>
          <a:blip r:embed="rId2"/>
          <a:stretch>
            <a:fillRect/>
          </a:stretch>
        </p:blipFill>
        <p:spPr>
          <a:xfrm>
            <a:off x="0" y="0"/>
            <a:ext cx="18288000" cy="10287000"/>
          </a:xfrm>
          <a:prstGeom prst="rect">
            <a:avLst/>
          </a:prstGeom>
        </p:spPr>
      </p:pic>
      <p:sp>
        <p:nvSpPr>
          <p:cNvPr id="4" name="Rectangle 3"/>
          <p:cNvSpPr/>
          <p:nvPr/>
        </p:nvSpPr>
        <p:spPr>
          <a:xfrm>
            <a:off x="0" y="0"/>
            <a:ext cx="18288000" cy="10287000"/>
          </a:xfrm>
          <a:prstGeom prst="rect">
            <a:avLst/>
          </a:prstGeom>
          <a:gradFill rotWithShape="1">
            <a:gsLst>
              <a:gs pos="0">
                <a:srgbClr val="002B52">
                  <a:alpha val="70000"/>
                </a:srgbClr>
              </a:gs>
              <a:gs pos="30000">
                <a:srgbClr val="002B52">
                  <a:alpha val="0"/>
                </a:srgbClr>
              </a:gs>
              <a:gs pos="100000">
                <a:srgbClr val="002B52">
                  <a:alpha val="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7280" y="868680"/>
            <a:ext cx="6766560" cy="731520"/>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868680"/>
            <a:ext cx="6766560" cy="731520"/>
          </a:xfrm>
          <a:prstGeom prst="rect">
            <a:avLst/>
          </a:prstGeom>
          <a:noFill/>
        </p:spPr>
        <p:txBody>
          <a:bodyPr wrap="square" anchor="ctr" lIns="0" rIns="0" tIns="0" bIns="0">
            <a:spAutoFit/>
          </a:bodyPr>
          <a:lstStyle/>
          <a:p>
            <a:pPr algn="ctr">
              <a:lnSpc>
                <a:spcPct val="100000"/>
              </a:lnSpc>
            </a:pPr>
            <a:r>
              <a:rPr sz="2000" b="1" spc="250">
                <a:solidFill>
                  <a:srgbClr val="002B52"/>
                </a:solidFill>
                <a:latin typeface="Montserrat"/>
              </a:rPr>
              <a:t>PARTE 4 · O PLANO EDUCATIVO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795760" y="640080"/>
            <a:ext cx="5852160" cy="5852160"/>
          </a:xfrm>
          <a:prstGeom prst="ellipse">
            <a:avLst/>
          </a:prstGeom>
          <a:solidFill>
            <a:srgbClr val="85C227">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3f9714a36fb5.png"/>
          <p:cNvPicPr>
            <a:picLocks noChangeAspect="1"/>
          </p:cNvPicPr>
          <p:nvPr/>
        </p:nvPicPr>
        <p:blipFill>
          <a:blip r:embed="rId2"/>
          <a:stretch>
            <a:fillRect/>
          </a:stretch>
        </p:blipFill>
        <p:spPr>
          <a:xfrm>
            <a:off x="10698480" y="1143000"/>
            <a:ext cx="6400800" cy="8183879"/>
          </a:xfrm>
          <a:prstGeom prst="rect">
            <a:avLst/>
          </a:prstGeom>
        </p:spPr>
      </p:pic>
      <p:sp>
        <p:nvSpPr>
          <p:cNvPr id="5" name="Rectangle 4"/>
          <p:cNvSpPr/>
          <p:nvPr/>
        </p:nvSpPr>
        <p:spPr>
          <a:xfrm>
            <a:off x="1097280" y="12984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65960" y="1143000"/>
            <a:ext cx="9144000" cy="457200"/>
          </a:xfrm>
          <a:prstGeom prst="rect">
            <a:avLst/>
          </a:prstGeom>
          <a:noFill/>
        </p:spPr>
        <p:txBody>
          <a:bodyPr wrap="square" anchor="t" lIns="0" rIns="0" tIns="0" bIns="0">
            <a:spAutoFit/>
          </a:bodyPr>
          <a:lstStyle/>
          <a:p>
            <a:pPr algn="l">
              <a:lnSpc>
                <a:spcPct val="100000"/>
              </a:lnSpc>
            </a:pPr>
            <a:r>
              <a:rPr sz="2000" b="1" spc="300">
                <a:solidFill>
                  <a:srgbClr val="5E9E17"/>
                </a:solidFill>
                <a:latin typeface="Montserrat"/>
              </a:rPr>
              <a:t>PARTE 4 · O PLANO EDUCATIVO</a:t>
            </a:r>
          </a:p>
        </p:txBody>
      </p:sp>
      <p:sp>
        <p:nvSpPr>
          <p:cNvPr id="7" name="TextBox 6"/>
          <p:cNvSpPr txBox="1"/>
          <p:nvPr/>
        </p:nvSpPr>
        <p:spPr>
          <a:xfrm>
            <a:off x="1097280" y="1920240"/>
            <a:ext cx="9144000" cy="4023360"/>
          </a:xfrm>
          <a:prstGeom prst="rect">
            <a:avLst/>
          </a:prstGeom>
          <a:noFill/>
        </p:spPr>
        <p:txBody>
          <a:bodyPr wrap="square" anchor="ctr" lIns="0" rIns="0" tIns="0" bIns="0">
            <a:spAutoFit/>
          </a:bodyPr>
          <a:lstStyle/>
          <a:p>
            <a:pPr algn="l">
              <a:lnSpc>
                <a:spcPct val="92000"/>
              </a:lnSpc>
            </a:pPr>
            <a:r>
              <a:rPr sz="9700" b="1" spc="-200">
                <a:solidFill>
                  <a:srgbClr val="004380"/>
                </a:solidFill>
                <a:latin typeface="Montserrat"/>
              </a:rPr>
              <a:t>Quais tijolos</a:t>
            </a:r>
          </a:p>
          <a:p>
            <a:pPr algn="l">
              <a:lnSpc>
                <a:spcPct val="92000"/>
              </a:lnSpc>
            </a:pPr>
            <a:r>
              <a:rPr sz="9700" b="1" spc="-200">
                <a:solidFill>
                  <a:srgbClr val="004380"/>
                </a:solidFill>
                <a:latin typeface="Montserrat"/>
              </a:rPr>
              <a:t>são</a:t>
            </a:r>
          </a:p>
          <a:p>
            <a:pPr algn="l">
              <a:lnSpc>
                <a:spcPct val="92000"/>
              </a:lnSpc>
            </a:pPr>
            <a:r>
              <a:rPr sz="9700" b="1" spc="-200">
                <a:solidFill>
                  <a:srgbClr val="0263BA"/>
                </a:solidFill>
                <a:latin typeface="Montserrat"/>
              </a:rPr>
              <a:t>importantes?</a:t>
            </a:r>
          </a:p>
        </p:txBody>
      </p:sp>
      <p:sp>
        <p:nvSpPr>
          <p:cNvPr id="8" name="Rounded Rectangle 7"/>
          <p:cNvSpPr/>
          <p:nvPr/>
        </p:nvSpPr>
        <p:spPr>
          <a:xfrm>
            <a:off x="1097280" y="8732520"/>
            <a:ext cx="1417320" cy="502920"/>
          </a:xfrm>
          <a:prstGeom prst="roundRect">
            <a:avLst>
              <a:gd name="adj" fmla="val 25000"/>
            </a:avLst>
          </a:prstGeom>
          <a:solidFill>
            <a:srgbClr val="026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651760" y="8732520"/>
            <a:ext cx="1417320" cy="502920"/>
          </a:xfrm>
          <a:prstGeom prst="roundRect">
            <a:avLst>
              <a:gd name="adj" fmla="val 25000"/>
            </a:avLst>
          </a:prstGeom>
          <a:solidFill>
            <a:srgbClr val="036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06240" y="8732520"/>
            <a:ext cx="1417320" cy="502920"/>
          </a:xfrm>
          <a:prstGeom prst="roundRect">
            <a:avLst>
              <a:gd name="adj" fmla="val 25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760720" y="8732520"/>
            <a:ext cx="1417320" cy="502920"/>
          </a:xfrm>
          <a:prstGeom prst="roundRect">
            <a:avLst>
              <a:gd name="adj" fmla="val 25000"/>
            </a:avLst>
          </a:prstGeom>
          <a:solidFill>
            <a:srgbClr val="24A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0" y="8732520"/>
            <a:ext cx="1417320" cy="502920"/>
          </a:xfrm>
          <a:prstGeom prst="roundRect">
            <a:avLst>
              <a:gd name="adj" fmla="val 25000"/>
            </a:avLst>
          </a:prstGeom>
          <a:solidFill>
            <a:srgbClr val="026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874519" y="8110728"/>
            <a:ext cx="1417320" cy="502920"/>
          </a:xfrm>
          <a:prstGeom prst="roundRect">
            <a:avLst>
              <a:gd name="adj" fmla="val 25000"/>
            </a:avLst>
          </a:prstGeom>
          <a:solidFill>
            <a:srgbClr val="036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29000" y="8110728"/>
            <a:ext cx="1417320" cy="502920"/>
          </a:xfrm>
          <a:prstGeom prst="roundRect">
            <a:avLst>
              <a:gd name="adj" fmla="val 25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83479" y="8110728"/>
            <a:ext cx="1417320" cy="502920"/>
          </a:xfrm>
          <a:prstGeom prst="roundRect">
            <a:avLst>
              <a:gd name="adj" fmla="val 25000"/>
            </a:avLst>
          </a:prstGeom>
          <a:solidFill>
            <a:srgbClr val="24A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37959" y="8110728"/>
            <a:ext cx="1417320" cy="502920"/>
          </a:xfrm>
          <a:prstGeom prst="roundRect">
            <a:avLst>
              <a:gd name="adj" fmla="val 25000"/>
            </a:avLst>
          </a:prstGeom>
          <a:solidFill>
            <a:srgbClr val="026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97280" y="7488936"/>
            <a:ext cx="1417320" cy="502920"/>
          </a:xfrm>
          <a:prstGeom prst="roundRect">
            <a:avLst>
              <a:gd name="adj" fmla="val 25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651760" y="7488936"/>
            <a:ext cx="1417320" cy="502920"/>
          </a:xfrm>
          <a:prstGeom prst="roundRect">
            <a:avLst>
              <a:gd name="adj" fmla="val 25000"/>
            </a:avLst>
          </a:prstGeom>
          <a:solidFill>
            <a:srgbClr val="24A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206240" y="7488936"/>
            <a:ext cx="1417320" cy="502920"/>
          </a:xfrm>
          <a:prstGeom prst="roundRect">
            <a:avLst>
              <a:gd name="adj" fmla="val 25000"/>
            </a:avLst>
          </a:prstGeom>
          <a:solidFill>
            <a:srgbClr val="0263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760720" y="7488936"/>
            <a:ext cx="1417320" cy="502920"/>
          </a:xfrm>
          <a:prstGeom prst="roundRect">
            <a:avLst>
              <a:gd name="adj" fmla="val 25000"/>
            </a:avLst>
          </a:prstGeom>
          <a:solidFill>
            <a:srgbClr val="036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315200" y="7488936"/>
            <a:ext cx="1417320" cy="502920"/>
          </a:xfrm>
          <a:prstGeom prst="roundRect">
            <a:avLst>
              <a:gd name="adj" fmla="val 25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02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9d324481d267.jpg"/>
          <p:cNvPicPr>
            <a:picLocks noChangeAspect="1"/>
          </p:cNvPicPr>
          <p:nvPr/>
        </p:nvPicPr>
        <p:blipFill>
          <a:blip r:embed="rId2"/>
          <a:stretch>
            <a:fillRect/>
          </a:stretch>
        </p:blipFill>
        <p:spPr>
          <a:xfrm>
            <a:off x="0" y="0"/>
            <a:ext cx="18288000" cy="10287000"/>
          </a:xfrm>
          <a:prstGeom prst="rect">
            <a:avLst/>
          </a:prstGeom>
        </p:spPr>
      </p:pic>
      <p:sp>
        <p:nvSpPr>
          <p:cNvPr id="4" name="Rectangle 3"/>
          <p:cNvSpPr/>
          <p:nvPr/>
        </p:nvSpPr>
        <p:spPr>
          <a:xfrm>
            <a:off x="0" y="0"/>
            <a:ext cx="18288000" cy="10287000"/>
          </a:xfrm>
          <a:prstGeom prst="rect">
            <a:avLst/>
          </a:prstGeom>
          <a:gradFill rotWithShape="1">
            <a:gsLst>
              <a:gs pos="0">
                <a:srgbClr val="002B52">
                  <a:alpha val="0"/>
                </a:srgbClr>
              </a:gs>
              <a:gs pos="38000">
                <a:srgbClr val="002B52">
                  <a:alpha val="10000"/>
                </a:srgbClr>
              </a:gs>
              <a:gs pos="100000">
                <a:srgbClr val="002B52">
                  <a:alpha val="92000"/>
                </a:srgb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 y="10698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65960" y="914400"/>
            <a:ext cx="9144000" cy="457200"/>
          </a:xfrm>
          <a:prstGeom prst="rect">
            <a:avLst/>
          </a:prstGeom>
          <a:noFill/>
        </p:spPr>
        <p:txBody>
          <a:bodyPr wrap="square" anchor="t" lIns="0" rIns="0" tIns="0" bIns="0">
            <a:spAutoFit/>
          </a:bodyPr>
          <a:lstStyle/>
          <a:p>
            <a:pPr algn="l">
              <a:lnSpc>
                <a:spcPct val="100000"/>
              </a:lnSpc>
            </a:pPr>
            <a:r>
              <a:rPr sz="2000" b="1" spc="300">
                <a:solidFill>
                  <a:srgbClr val="002B52"/>
                </a:solidFill>
                <a:latin typeface="Montserrat"/>
              </a:rPr>
              <a:t>PARTE 4 · O PLANO EDUCATIVO</a:t>
            </a:r>
          </a:p>
        </p:txBody>
      </p:sp>
      <p:sp>
        <p:nvSpPr>
          <p:cNvPr id="7" name="TextBox 6"/>
          <p:cNvSpPr txBox="1"/>
          <p:nvPr/>
        </p:nvSpPr>
        <p:spPr>
          <a:xfrm>
            <a:off x="1097280" y="5120640"/>
            <a:ext cx="16093440" cy="4206240"/>
          </a:xfrm>
          <a:prstGeom prst="rect">
            <a:avLst/>
          </a:prstGeom>
          <a:noFill/>
        </p:spPr>
        <p:txBody>
          <a:bodyPr wrap="square" anchor="b" lIns="0" rIns="0" tIns="0" bIns="0">
            <a:spAutoFit/>
          </a:bodyPr>
          <a:lstStyle/>
          <a:p>
            <a:pPr algn="l">
              <a:lnSpc>
                <a:spcPct val="95000"/>
              </a:lnSpc>
            </a:pPr>
            <a:r>
              <a:rPr sz="6500" b="1" spc="-100">
                <a:solidFill>
                  <a:srgbClr val="FFFFFF"/>
                </a:solidFill>
                <a:latin typeface="Montserrat"/>
              </a:rPr>
              <a:t>É preciso criar uma rota,</a:t>
            </a:r>
          </a:p>
          <a:p>
            <a:pPr algn="l">
              <a:lnSpc>
                <a:spcPct val="95000"/>
              </a:lnSpc>
            </a:pPr>
            <a:r>
              <a:rPr sz="10300" b="1" spc="-200">
                <a:solidFill>
                  <a:srgbClr val="85C227"/>
                </a:solidFill>
                <a:latin typeface="Montserrat"/>
              </a:rPr>
              <a:t>um plano educativo!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2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508760"/>
            <a:ext cx="6400800" cy="6400800"/>
          </a:xfrm>
          <a:custGeom>
            <a:avLst/>
            <a:gdLst/>
            <a:ahLst/>
            <a:cxnLst/>
            <a:rect l="0" t="0" r="r" b="b"/>
            <a:pathLst>
              <a:path w="1000" h="1000">
                <a:moveTo>
                  <a:pt x="1000" y="500"/>
                </a:moveTo>
                <a:lnTo>
                  <a:pt x="1000" y="507"/>
                </a:lnTo>
                <a:lnTo>
                  <a:pt x="999" y="513"/>
                </a:lnTo>
                <a:lnTo>
                  <a:pt x="998" y="520"/>
                </a:lnTo>
                <a:lnTo>
                  <a:pt x="996" y="526"/>
                </a:lnTo>
                <a:lnTo>
                  <a:pt x="994" y="532"/>
                </a:lnTo>
                <a:lnTo>
                  <a:pt x="991" y="539"/>
                </a:lnTo>
                <a:lnTo>
                  <a:pt x="988" y="545"/>
                </a:lnTo>
                <a:lnTo>
                  <a:pt x="985" y="551"/>
                </a:lnTo>
                <a:lnTo>
                  <a:pt x="981" y="557"/>
                </a:lnTo>
                <a:lnTo>
                  <a:pt x="977" y="563"/>
                </a:lnTo>
                <a:lnTo>
                  <a:pt x="973" y="569"/>
                </a:lnTo>
                <a:lnTo>
                  <a:pt x="969" y="574"/>
                </a:lnTo>
                <a:lnTo>
                  <a:pt x="965" y="580"/>
                </a:lnTo>
                <a:lnTo>
                  <a:pt x="961" y="585"/>
                </a:lnTo>
                <a:lnTo>
                  <a:pt x="956" y="591"/>
                </a:lnTo>
                <a:lnTo>
                  <a:pt x="952" y="596"/>
                </a:lnTo>
                <a:lnTo>
                  <a:pt x="948" y="601"/>
                </a:lnTo>
                <a:lnTo>
                  <a:pt x="945" y="607"/>
                </a:lnTo>
                <a:lnTo>
                  <a:pt x="941" y="612"/>
                </a:lnTo>
                <a:lnTo>
                  <a:pt x="938" y="617"/>
                </a:lnTo>
                <a:lnTo>
                  <a:pt x="935" y="623"/>
                </a:lnTo>
                <a:lnTo>
                  <a:pt x="932" y="628"/>
                </a:lnTo>
                <a:lnTo>
                  <a:pt x="930" y="634"/>
                </a:lnTo>
                <a:lnTo>
                  <a:pt x="928" y="639"/>
                </a:lnTo>
                <a:lnTo>
                  <a:pt x="926" y="645"/>
                </a:lnTo>
                <a:lnTo>
                  <a:pt x="925" y="650"/>
                </a:lnTo>
                <a:lnTo>
                  <a:pt x="924" y="656"/>
                </a:lnTo>
                <a:lnTo>
                  <a:pt x="923" y="662"/>
                </a:lnTo>
                <a:lnTo>
                  <a:pt x="923" y="669"/>
                </a:lnTo>
                <a:lnTo>
                  <a:pt x="923" y="675"/>
                </a:lnTo>
                <a:lnTo>
                  <a:pt x="922" y="681"/>
                </a:lnTo>
                <a:lnTo>
                  <a:pt x="923" y="688"/>
                </a:lnTo>
                <a:lnTo>
                  <a:pt x="923" y="695"/>
                </a:lnTo>
                <a:lnTo>
                  <a:pt x="923" y="702"/>
                </a:lnTo>
                <a:lnTo>
                  <a:pt x="923" y="709"/>
                </a:lnTo>
                <a:lnTo>
                  <a:pt x="923" y="716"/>
                </a:lnTo>
                <a:lnTo>
                  <a:pt x="923" y="723"/>
                </a:lnTo>
                <a:lnTo>
                  <a:pt x="923" y="730"/>
                </a:lnTo>
                <a:lnTo>
                  <a:pt x="923" y="737"/>
                </a:lnTo>
                <a:lnTo>
                  <a:pt x="922" y="744"/>
                </a:lnTo>
                <a:lnTo>
                  <a:pt x="921" y="751"/>
                </a:lnTo>
                <a:lnTo>
                  <a:pt x="920" y="757"/>
                </a:lnTo>
                <a:lnTo>
                  <a:pt x="918" y="764"/>
                </a:lnTo>
                <a:lnTo>
                  <a:pt x="917" y="770"/>
                </a:lnTo>
                <a:lnTo>
                  <a:pt x="914" y="777"/>
                </a:lnTo>
                <a:lnTo>
                  <a:pt x="911" y="783"/>
                </a:lnTo>
                <a:lnTo>
                  <a:pt x="908" y="788"/>
                </a:lnTo>
                <a:lnTo>
                  <a:pt x="905" y="794"/>
                </a:lnTo>
                <a:lnTo>
                  <a:pt x="900" y="799"/>
                </a:lnTo>
                <a:lnTo>
                  <a:pt x="896" y="804"/>
                </a:lnTo>
                <a:lnTo>
                  <a:pt x="891" y="808"/>
                </a:lnTo>
                <a:lnTo>
                  <a:pt x="886" y="813"/>
                </a:lnTo>
                <a:lnTo>
                  <a:pt x="880" y="816"/>
                </a:lnTo>
                <a:lnTo>
                  <a:pt x="875" y="820"/>
                </a:lnTo>
                <a:lnTo>
                  <a:pt x="869" y="823"/>
                </a:lnTo>
                <a:lnTo>
                  <a:pt x="862" y="826"/>
                </a:lnTo>
                <a:lnTo>
                  <a:pt x="856" y="829"/>
                </a:lnTo>
                <a:lnTo>
                  <a:pt x="849" y="831"/>
                </a:lnTo>
                <a:lnTo>
                  <a:pt x="843" y="834"/>
                </a:lnTo>
                <a:lnTo>
                  <a:pt x="836" y="836"/>
                </a:lnTo>
                <a:lnTo>
                  <a:pt x="829" y="838"/>
                </a:lnTo>
                <a:lnTo>
                  <a:pt x="823" y="840"/>
                </a:lnTo>
                <a:lnTo>
                  <a:pt x="816" y="842"/>
                </a:lnTo>
                <a:lnTo>
                  <a:pt x="809" y="844"/>
                </a:lnTo>
                <a:lnTo>
                  <a:pt x="803" y="846"/>
                </a:lnTo>
                <a:lnTo>
                  <a:pt x="797" y="848"/>
                </a:lnTo>
                <a:lnTo>
                  <a:pt x="791" y="850"/>
                </a:lnTo>
                <a:lnTo>
                  <a:pt x="785" y="852"/>
                </a:lnTo>
                <a:lnTo>
                  <a:pt x="780" y="855"/>
                </a:lnTo>
                <a:lnTo>
                  <a:pt x="774" y="858"/>
                </a:lnTo>
                <a:lnTo>
                  <a:pt x="769" y="861"/>
                </a:lnTo>
                <a:lnTo>
                  <a:pt x="765" y="864"/>
                </a:lnTo>
                <a:lnTo>
                  <a:pt x="760" y="868"/>
                </a:lnTo>
                <a:lnTo>
                  <a:pt x="755" y="872"/>
                </a:lnTo>
                <a:lnTo>
                  <a:pt x="751" y="876"/>
                </a:lnTo>
                <a:lnTo>
                  <a:pt x="747" y="880"/>
                </a:lnTo>
                <a:lnTo>
                  <a:pt x="743" y="885"/>
                </a:lnTo>
                <a:lnTo>
                  <a:pt x="739" y="890"/>
                </a:lnTo>
                <a:lnTo>
                  <a:pt x="735" y="895"/>
                </a:lnTo>
                <a:lnTo>
                  <a:pt x="731" y="901"/>
                </a:lnTo>
                <a:lnTo>
                  <a:pt x="727" y="906"/>
                </a:lnTo>
                <a:lnTo>
                  <a:pt x="724" y="912"/>
                </a:lnTo>
                <a:lnTo>
                  <a:pt x="720" y="917"/>
                </a:lnTo>
                <a:lnTo>
                  <a:pt x="716" y="923"/>
                </a:lnTo>
                <a:lnTo>
                  <a:pt x="712" y="929"/>
                </a:lnTo>
                <a:lnTo>
                  <a:pt x="707" y="935"/>
                </a:lnTo>
                <a:lnTo>
                  <a:pt x="703" y="940"/>
                </a:lnTo>
                <a:lnTo>
                  <a:pt x="698" y="945"/>
                </a:lnTo>
                <a:lnTo>
                  <a:pt x="694" y="950"/>
                </a:lnTo>
                <a:lnTo>
                  <a:pt x="689" y="955"/>
                </a:lnTo>
                <a:lnTo>
                  <a:pt x="683" y="960"/>
                </a:lnTo>
                <a:lnTo>
                  <a:pt x="678" y="964"/>
                </a:lnTo>
                <a:lnTo>
                  <a:pt x="672" y="967"/>
                </a:lnTo>
                <a:lnTo>
                  <a:pt x="667" y="971"/>
                </a:lnTo>
                <a:lnTo>
                  <a:pt x="661" y="973"/>
                </a:lnTo>
                <a:lnTo>
                  <a:pt x="655" y="976"/>
                </a:lnTo>
                <a:lnTo>
                  <a:pt x="648" y="977"/>
                </a:lnTo>
                <a:lnTo>
                  <a:pt x="642" y="979"/>
                </a:lnTo>
                <a:lnTo>
                  <a:pt x="635" y="979"/>
                </a:lnTo>
                <a:lnTo>
                  <a:pt x="629" y="980"/>
                </a:lnTo>
                <a:lnTo>
                  <a:pt x="622" y="980"/>
                </a:lnTo>
                <a:lnTo>
                  <a:pt x="615" y="979"/>
                </a:lnTo>
                <a:lnTo>
                  <a:pt x="608" y="978"/>
                </a:lnTo>
                <a:lnTo>
                  <a:pt x="601" y="977"/>
                </a:lnTo>
                <a:lnTo>
                  <a:pt x="595" y="975"/>
                </a:lnTo>
                <a:lnTo>
                  <a:pt x="588" y="973"/>
                </a:lnTo>
                <a:lnTo>
                  <a:pt x="581" y="971"/>
                </a:lnTo>
                <a:lnTo>
                  <a:pt x="574" y="969"/>
                </a:lnTo>
                <a:lnTo>
                  <a:pt x="568" y="967"/>
                </a:lnTo>
                <a:lnTo>
                  <a:pt x="561" y="965"/>
                </a:lnTo>
                <a:lnTo>
                  <a:pt x="555" y="962"/>
                </a:lnTo>
                <a:lnTo>
                  <a:pt x="548" y="960"/>
                </a:lnTo>
                <a:lnTo>
                  <a:pt x="542" y="958"/>
                </a:lnTo>
                <a:lnTo>
                  <a:pt x="536" y="956"/>
                </a:lnTo>
                <a:lnTo>
                  <a:pt x="530" y="954"/>
                </a:lnTo>
                <a:lnTo>
                  <a:pt x="524" y="953"/>
                </a:lnTo>
                <a:lnTo>
                  <a:pt x="518" y="952"/>
                </a:lnTo>
                <a:lnTo>
                  <a:pt x="512" y="951"/>
                </a:lnTo>
                <a:lnTo>
                  <a:pt x="506" y="950"/>
                </a:lnTo>
                <a:lnTo>
                  <a:pt x="500" y="950"/>
                </a:lnTo>
                <a:lnTo>
                  <a:pt x="494" y="950"/>
                </a:lnTo>
                <a:lnTo>
                  <a:pt x="488" y="951"/>
                </a:lnTo>
                <a:lnTo>
                  <a:pt x="482" y="952"/>
                </a:lnTo>
                <a:lnTo>
                  <a:pt x="476" y="953"/>
                </a:lnTo>
                <a:lnTo>
                  <a:pt x="470" y="954"/>
                </a:lnTo>
                <a:lnTo>
                  <a:pt x="464" y="956"/>
                </a:lnTo>
                <a:lnTo>
                  <a:pt x="458" y="958"/>
                </a:lnTo>
                <a:lnTo>
                  <a:pt x="452" y="960"/>
                </a:lnTo>
                <a:lnTo>
                  <a:pt x="445" y="962"/>
                </a:lnTo>
                <a:lnTo>
                  <a:pt x="439" y="965"/>
                </a:lnTo>
                <a:lnTo>
                  <a:pt x="432" y="967"/>
                </a:lnTo>
                <a:lnTo>
                  <a:pt x="426" y="969"/>
                </a:lnTo>
                <a:lnTo>
                  <a:pt x="419" y="971"/>
                </a:lnTo>
                <a:lnTo>
                  <a:pt x="412" y="973"/>
                </a:lnTo>
                <a:lnTo>
                  <a:pt x="405" y="975"/>
                </a:lnTo>
                <a:lnTo>
                  <a:pt x="399" y="977"/>
                </a:lnTo>
                <a:lnTo>
                  <a:pt x="392" y="978"/>
                </a:lnTo>
                <a:lnTo>
                  <a:pt x="385" y="979"/>
                </a:lnTo>
                <a:lnTo>
                  <a:pt x="378" y="980"/>
                </a:lnTo>
                <a:lnTo>
                  <a:pt x="371" y="980"/>
                </a:lnTo>
                <a:lnTo>
                  <a:pt x="365" y="979"/>
                </a:lnTo>
                <a:lnTo>
                  <a:pt x="358" y="979"/>
                </a:lnTo>
                <a:lnTo>
                  <a:pt x="352" y="977"/>
                </a:lnTo>
                <a:lnTo>
                  <a:pt x="345" y="976"/>
                </a:lnTo>
                <a:lnTo>
                  <a:pt x="339" y="973"/>
                </a:lnTo>
                <a:lnTo>
                  <a:pt x="333" y="971"/>
                </a:lnTo>
                <a:lnTo>
                  <a:pt x="328" y="967"/>
                </a:lnTo>
                <a:lnTo>
                  <a:pt x="322" y="964"/>
                </a:lnTo>
                <a:lnTo>
                  <a:pt x="317" y="960"/>
                </a:lnTo>
                <a:lnTo>
                  <a:pt x="311" y="955"/>
                </a:lnTo>
                <a:lnTo>
                  <a:pt x="306" y="950"/>
                </a:lnTo>
                <a:lnTo>
                  <a:pt x="302" y="945"/>
                </a:lnTo>
                <a:lnTo>
                  <a:pt x="297" y="940"/>
                </a:lnTo>
                <a:lnTo>
                  <a:pt x="293" y="935"/>
                </a:lnTo>
                <a:lnTo>
                  <a:pt x="288" y="929"/>
                </a:lnTo>
                <a:lnTo>
                  <a:pt x="284" y="923"/>
                </a:lnTo>
                <a:lnTo>
                  <a:pt x="280" y="917"/>
                </a:lnTo>
                <a:lnTo>
                  <a:pt x="276" y="912"/>
                </a:lnTo>
                <a:lnTo>
                  <a:pt x="273" y="906"/>
                </a:lnTo>
                <a:lnTo>
                  <a:pt x="269" y="901"/>
                </a:lnTo>
                <a:lnTo>
                  <a:pt x="265" y="895"/>
                </a:lnTo>
                <a:lnTo>
                  <a:pt x="261" y="890"/>
                </a:lnTo>
                <a:lnTo>
                  <a:pt x="257" y="885"/>
                </a:lnTo>
                <a:lnTo>
                  <a:pt x="253" y="880"/>
                </a:lnTo>
                <a:lnTo>
                  <a:pt x="249" y="876"/>
                </a:lnTo>
                <a:lnTo>
                  <a:pt x="245" y="872"/>
                </a:lnTo>
                <a:lnTo>
                  <a:pt x="240" y="868"/>
                </a:lnTo>
                <a:lnTo>
                  <a:pt x="235" y="864"/>
                </a:lnTo>
                <a:lnTo>
                  <a:pt x="231" y="861"/>
                </a:lnTo>
                <a:lnTo>
                  <a:pt x="226" y="858"/>
                </a:lnTo>
                <a:lnTo>
                  <a:pt x="220" y="855"/>
                </a:lnTo>
                <a:lnTo>
                  <a:pt x="215" y="852"/>
                </a:lnTo>
                <a:lnTo>
                  <a:pt x="209" y="850"/>
                </a:lnTo>
                <a:lnTo>
                  <a:pt x="203" y="848"/>
                </a:lnTo>
                <a:lnTo>
                  <a:pt x="197" y="846"/>
                </a:lnTo>
                <a:lnTo>
                  <a:pt x="191" y="844"/>
                </a:lnTo>
                <a:lnTo>
                  <a:pt x="184" y="842"/>
                </a:lnTo>
                <a:lnTo>
                  <a:pt x="177" y="840"/>
                </a:lnTo>
                <a:lnTo>
                  <a:pt x="171" y="838"/>
                </a:lnTo>
                <a:lnTo>
                  <a:pt x="164" y="836"/>
                </a:lnTo>
                <a:lnTo>
                  <a:pt x="157" y="834"/>
                </a:lnTo>
                <a:lnTo>
                  <a:pt x="151" y="831"/>
                </a:lnTo>
                <a:lnTo>
                  <a:pt x="144" y="829"/>
                </a:lnTo>
                <a:lnTo>
                  <a:pt x="138" y="826"/>
                </a:lnTo>
                <a:lnTo>
                  <a:pt x="131" y="823"/>
                </a:lnTo>
                <a:lnTo>
                  <a:pt x="125" y="820"/>
                </a:lnTo>
                <a:lnTo>
                  <a:pt x="120" y="816"/>
                </a:lnTo>
                <a:lnTo>
                  <a:pt x="114" y="813"/>
                </a:lnTo>
                <a:lnTo>
                  <a:pt x="109" y="808"/>
                </a:lnTo>
                <a:lnTo>
                  <a:pt x="104" y="804"/>
                </a:lnTo>
                <a:lnTo>
                  <a:pt x="100" y="799"/>
                </a:lnTo>
                <a:lnTo>
                  <a:pt x="95" y="794"/>
                </a:lnTo>
                <a:lnTo>
                  <a:pt x="92" y="788"/>
                </a:lnTo>
                <a:lnTo>
                  <a:pt x="89" y="783"/>
                </a:lnTo>
                <a:lnTo>
                  <a:pt x="86" y="777"/>
                </a:lnTo>
                <a:lnTo>
                  <a:pt x="83" y="770"/>
                </a:lnTo>
                <a:lnTo>
                  <a:pt x="82" y="764"/>
                </a:lnTo>
                <a:lnTo>
                  <a:pt x="80" y="757"/>
                </a:lnTo>
                <a:lnTo>
                  <a:pt x="79" y="751"/>
                </a:lnTo>
                <a:lnTo>
                  <a:pt x="78" y="744"/>
                </a:lnTo>
                <a:lnTo>
                  <a:pt x="77" y="737"/>
                </a:lnTo>
                <a:lnTo>
                  <a:pt x="77" y="730"/>
                </a:lnTo>
                <a:lnTo>
                  <a:pt x="77" y="723"/>
                </a:lnTo>
                <a:lnTo>
                  <a:pt x="77" y="716"/>
                </a:lnTo>
                <a:lnTo>
                  <a:pt x="77" y="709"/>
                </a:lnTo>
                <a:lnTo>
                  <a:pt x="77" y="702"/>
                </a:lnTo>
                <a:lnTo>
                  <a:pt x="77" y="695"/>
                </a:lnTo>
                <a:lnTo>
                  <a:pt x="77" y="688"/>
                </a:lnTo>
                <a:lnTo>
                  <a:pt x="78" y="681"/>
                </a:lnTo>
                <a:lnTo>
                  <a:pt x="77" y="675"/>
                </a:lnTo>
                <a:lnTo>
                  <a:pt x="77" y="669"/>
                </a:lnTo>
                <a:lnTo>
                  <a:pt x="77" y="662"/>
                </a:lnTo>
                <a:lnTo>
                  <a:pt x="76" y="656"/>
                </a:lnTo>
                <a:lnTo>
                  <a:pt x="75" y="650"/>
                </a:lnTo>
                <a:lnTo>
                  <a:pt x="74" y="645"/>
                </a:lnTo>
                <a:lnTo>
                  <a:pt x="72" y="639"/>
                </a:lnTo>
                <a:lnTo>
                  <a:pt x="70" y="634"/>
                </a:lnTo>
                <a:lnTo>
                  <a:pt x="68" y="628"/>
                </a:lnTo>
                <a:lnTo>
                  <a:pt x="65" y="623"/>
                </a:lnTo>
                <a:lnTo>
                  <a:pt x="62" y="617"/>
                </a:lnTo>
                <a:lnTo>
                  <a:pt x="59" y="612"/>
                </a:lnTo>
                <a:lnTo>
                  <a:pt x="55" y="607"/>
                </a:lnTo>
                <a:lnTo>
                  <a:pt x="52" y="601"/>
                </a:lnTo>
                <a:lnTo>
                  <a:pt x="48" y="596"/>
                </a:lnTo>
                <a:lnTo>
                  <a:pt x="44" y="591"/>
                </a:lnTo>
                <a:lnTo>
                  <a:pt x="39" y="585"/>
                </a:lnTo>
                <a:lnTo>
                  <a:pt x="35" y="580"/>
                </a:lnTo>
                <a:lnTo>
                  <a:pt x="31" y="574"/>
                </a:lnTo>
                <a:lnTo>
                  <a:pt x="27" y="569"/>
                </a:lnTo>
                <a:lnTo>
                  <a:pt x="23" y="563"/>
                </a:lnTo>
                <a:lnTo>
                  <a:pt x="19" y="557"/>
                </a:lnTo>
                <a:lnTo>
                  <a:pt x="15" y="551"/>
                </a:lnTo>
                <a:lnTo>
                  <a:pt x="12" y="545"/>
                </a:lnTo>
                <a:lnTo>
                  <a:pt x="9" y="539"/>
                </a:lnTo>
                <a:lnTo>
                  <a:pt x="6" y="532"/>
                </a:lnTo>
                <a:lnTo>
                  <a:pt x="4" y="526"/>
                </a:lnTo>
                <a:lnTo>
                  <a:pt x="2" y="520"/>
                </a:lnTo>
                <a:lnTo>
                  <a:pt x="1" y="513"/>
                </a:lnTo>
                <a:lnTo>
                  <a:pt x="0" y="507"/>
                </a:lnTo>
                <a:lnTo>
                  <a:pt x="0" y="500"/>
                </a:lnTo>
                <a:lnTo>
                  <a:pt x="0" y="493"/>
                </a:lnTo>
                <a:lnTo>
                  <a:pt x="1" y="487"/>
                </a:lnTo>
                <a:lnTo>
                  <a:pt x="2" y="480"/>
                </a:lnTo>
                <a:lnTo>
                  <a:pt x="4" y="474"/>
                </a:lnTo>
                <a:lnTo>
                  <a:pt x="6" y="468"/>
                </a:lnTo>
                <a:lnTo>
                  <a:pt x="9" y="461"/>
                </a:lnTo>
                <a:lnTo>
                  <a:pt x="12" y="455"/>
                </a:lnTo>
                <a:lnTo>
                  <a:pt x="15" y="449"/>
                </a:lnTo>
                <a:lnTo>
                  <a:pt x="19" y="443"/>
                </a:lnTo>
                <a:lnTo>
                  <a:pt x="23" y="437"/>
                </a:lnTo>
                <a:lnTo>
                  <a:pt x="27" y="431"/>
                </a:lnTo>
                <a:lnTo>
                  <a:pt x="31" y="426"/>
                </a:lnTo>
                <a:lnTo>
                  <a:pt x="35" y="420"/>
                </a:lnTo>
                <a:lnTo>
                  <a:pt x="39" y="415"/>
                </a:lnTo>
                <a:lnTo>
                  <a:pt x="44" y="409"/>
                </a:lnTo>
                <a:lnTo>
                  <a:pt x="48" y="404"/>
                </a:lnTo>
                <a:lnTo>
                  <a:pt x="52" y="399"/>
                </a:lnTo>
                <a:lnTo>
                  <a:pt x="55" y="393"/>
                </a:lnTo>
                <a:lnTo>
                  <a:pt x="59" y="388"/>
                </a:lnTo>
                <a:lnTo>
                  <a:pt x="62" y="383"/>
                </a:lnTo>
                <a:lnTo>
                  <a:pt x="65" y="377"/>
                </a:lnTo>
                <a:lnTo>
                  <a:pt x="68" y="372"/>
                </a:lnTo>
                <a:lnTo>
                  <a:pt x="70" y="366"/>
                </a:lnTo>
                <a:lnTo>
                  <a:pt x="72" y="361"/>
                </a:lnTo>
                <a:lnTo>
                  <a:pt x="74" y="355"/>
                </a:lnTo>
                <a:lnTo>
                  <a:pt x="75" y="350"/>
                </a:lnTo>
                <a:lnTo>
                  <a:pt x="76" y="344"/>
                </a:lnTo>
                <a:lnTo>
                  <a:pt x="77" y="338"/>
                </a:lnTo>
                <a:lnTo>
                  <a:pt x="77" y="331"/>
                </a:lnTo>
                <a:lnTo>
                  <a:pt x="77" y="325"/>
                </a:lnTo>
                <a:lnTo>
                  <a:pt x="78" y="319"/>
                </a:lnTo>
                <a:lnTo>
                  <a:pt x="77" y="312"/>
                </a:lnTo>
                <a:lnTo>
                  <a:pt x="77" y="305"/>
                </a:lnTo>
                <a:lnTo>
                  <a:pt x="77" y="298"/>
                </a:lnTo>
                <a:lnTo>
                  <a:pt x="77" y="291"/>
                </a:lnTo>
                <a:lnTo>
                  <a:pt x="77" y="284"/>
                </a:lnTo>
                <a:lnTo>
                  <a:pt x="77" y="277"/>
                </a:lnTo>
                <a:lnTo>
                  <a:pt x="77" y="270"/>
                </a:lnTo>
                <a:lnTo>
                  <a:pt x="77" y="263"/>
                </a:lnTo>
                <a:lnTo>
                  <a:pt x="78" y="256"/>
                </a:lnTo>
                <a:lnTo>
                  <a:pt x="79" y="249"/>
                </a:lnTo>
                <a:lnTo>
                  <a:pt x="80" y="243"/>
                </a:lnTo>
                <a:lnTo>
                  <a:pt x="82" y="236"/>
                </a:lnTo>
                <a:lnTo>
                  <a:pt x="83" y="230"/>
                </a:lnTo>
                <a:lnTo>
                  <a:pt x="86" y="223"/>
                </a:lnTo>
                <a:lnTo>
                  <a:pt x="89" y="217"/>
                </a:lnTo>
                <a:lnTo>
                  <a:pt x="92" y="212"/>
                </a:lnTo>
                <a:lnTo>
                  <a:pt x="95" y="206"/>
                </a:lnTo>
                <a:lnTo>
                  <a:pt x="100" y="201"/>
                </a:lnTo>
                <a:lnTo>
                  <a:pt x="104" y="196"/>
                </a:lnTo>
                <a:lnTo>
                  <a:pt x="109" y="192"/>
                </a:lnTo>
                <a:lnTo>
                  <a:pt x="114" y="187"/>
                </a:lnTo>
                <a:lnTo>
                  <a:pt x="120" y="184"/>
                </a:lnTo>
                <a:lnTo>
                  <a:pt x="125" y="180"/>
                </a:lnTo>
                <a:lnTo>
                  <a:pt x="131" y="177"/>
                </a:lnTo>
                <a:lnTo>
                  <a:pt x="138" y="174"/>
                </a:lnTo>
                <a:lnTo>
                  <a:pt x="144" y="171"/>
                </a:lnTo>
                <a:lnTo>
                  <a:pt x="151" y="169"/>
                </a:lnTo>
                <a:lnTo>
                  <a:pt x="157" y="166"/>
                </a:lnTo>
                <a:lnTo>
                  <a:pt x="164" y="164"/>
                </a:lnTo>
                <a:lnTo>
                  <a:pt x="171" y="162"/>
                </a:lnTo>
                <a:lnTo>
                  <a:pt x="177" y="160"/>
                </a:lnTo>
                <a:lnTo>
                  <a:pt x="184" y="158"/>
                </a:lnTo>
                <a:lnTo>
                  <a:pt x="191" y="156"/>
                </a:lnTo>
                <a:lnTo>
                  <a:pt x="197" y="154"/>
                </a:lnTo>
                <a:lnTo>
                  <a:pt x="203" y="152"/>
                </a:lnTo>
                <a:lnTo>
                  <a:pt x="209" y="150"/>
                </a:lnTo>
                <a:lnTo>
                  <a:pt x="215" y="148"/>
                </a:lnTo>
                <a:lnTo>
                  <a:pt x="220" y="145"/>
                </a:lnTo>
                <a:lnTo>
                  <a:pt x="226" y="142"/>
                </a:lnTo>
                <a:lnTo>
                  <a:pt x="231" y="139"/>
                </a:lnTo>
                <a:lnTo>
                  <a:pt x="235" y="136"/>
                </a:lnTo>
                <a:lnTo>
                  <a:pt x="240" y="132"/>
                </a:lnTo>
                <a:lnTo>
                  <a:pt x="245" y="128"/>
                </a:lnTo>
                <a:lnTo>
                  <a:pt x="249" y="124"/>
                </a:lnTo>
                <a:lnTo>
                  <a:pt x="253" y="120"/>
                </a:lnTo>
                <a:lnTo>
                  <a:pt x="257" y="115"/>
                </a:lnTo>
                <a:lnTo>
                  <a:pt x="261" y="110"/>
                </a:lnTo>
                <a:lnTo>
                  <a:pt x="265" y="105"/>
                </a:lnTo>
                <a:lnTo>
                  <a:pt x="269" y="99"/>
                </a:lnTo>
                <a:lnTo>
                  <a:pt x="273" y="94"/>
                </a:lnTo>
                <a:lnTo>
                  <a:pt x="276" y="88"/>
                </a:lnTo>
                <a:lnTo>
                  <a:pt x="280" y="83"/>
                </a:lnTo>
                <a:lnTo>
                  <a:pt x="284" y="77"/>
                </a:lnTo>
                <a:lnTo>
                  <a:pt x="288" y="71"/>
                </a:lnTo>
                <a:lnTo>
                  <a:pt x="293" y="65"/>
                </a:lnTo>
                <a:lnTo>
                  <a:pt x="297" y="60"/>
                </a:lnTo>
                <a:lnTo>
                  <a:pt x="302" y="55"/>
                </a:lnTo>
                <a:lnTo>
                  <a:pt x="306" y="50"/>
                </a:lnTo>
                <a:lnTo>
                  <a:pt x="311" y="45"/>
                </a:lnTo>
                <a:lnTo>
                  <a:pt x="317" y="40"/>
                </a:lnTo>
                <a:lnTo>
                  <a:pt x="322" y="36"/>
                </a:lnTo>
                <a:lnTo>
                  <a:pt x="328" y="33"/>
                </a:lnTo>
                <a:lnTo>
                  <a:pt x="333" y="29"/>
                </a:lnTo>
                <a:lnTo>
                  <a:pt x="339" y="27"/>
                </a:lnTo>
                <a:lnTo>
                  <a:pt x="345" y="24"/>
                </a:lnTo>
                <a:lnTo>
                  <a:pt x="352" y="23"/>
                </a:lnTo>
                <a:lnTo>
                  <a:pt x="358" y="21"/>
                </a:lnTo>
                <a:lnTo>
                  <a:pt x="365" y="21"/>
                </a:lnTo>
                <a:lnTo>
                  <a:pt x="371" y="20"/>
                </a:lnTo>
                <a:lnTo>
                  <a:pt x="378" y="20"/>
                </a:lnTo>
                <a:lnTo>
                  <a:pt x="385" y="21"/>
                </a:lnTo>
                <a:lnTo>
                  <a:pt x="392" y="22"/>
                </a:lnTo>
                <a:lnTo>
                  <a:pt x="399" y="23"/>
                </a:lnTo>
                <a:lnTo>
                  <a:pt x="405" y="25"/>
                </a:lnTo>
                <a:lnTo>
                  <a:pt x="412" y="27"/>
                </a:lnTo>
                <a:lnTo>
                  <a:pt x="419" y="29"/>
                </a:lnTo>
                <a:lnTo>
                  <a:pt x="426" y="31"/>
                </a:lnTo>
                <a:lnTo>
                  <a:pt x="432" y="33"/>
                </a:lnTo>
                <a:lnTo>
                  <a:pt x="439" y="35"/>
                </a:lnTo>
                <a:lnTo>
                  <a:pt x="445" y="38"/>
                </a:lnTo>
                <a:lnTo>
                  <a:pt x="452" y="40"/>
                </a:lnTo>
                <a:lnTo>
                  <a:pt x="458" y="42"/>
                </a:lnTo>
                <a:lnTo>
                  <a:pt x="464" y="44"/>
                </a:lnTo>
                <a:lnTo>
                  <a:pt x="470" y="46"/>
                </a:lnTo>
                <a:lnTo>
                  <a:pt x="476" y="47"/>
                </a:lnTo>
                <a:lnTo>
                  <a:pt x="482" y="48"/>
                </a:lnTo>
                <a:lnTo>
                  <a:pt x="488" y="49"/>
                </a:lnTo>
                <a:lnTo>
                  <a:pt x="494" y="50"/>
                </a:lnTo>
                <a:lnTo>
                  <a:pt x="500" y="50"/>
                </a:lnTo>
                <a:lnTo>
                  <a:pt x="506" y="50"/>
                </a:lnTo>
                <a:lnTo>
                  <a:pt x="512" y="49"/>
                </a:lnTo>
                <a:lnTo>
                  <a:pt x="518" y="48"/>
                </a:lnTo>
                <a:lnTo>
                  <a:pt x="524" y="47"/>
                </a:lnTo>
                <a:lnTo>
                  <a:pt x="530" y="46"/>
                </a:lnTo>
                <a:lnTo>
                  <a:pt x="536" y="44"/>
                </a:lnTo>
                <a:lnTo>
                  <a:pt x="542" y="42"/>
                </a:lnTo>
                <a:lnTo>
                  <a:pt x="548" y="40"/>
                </a:lnTo>
                <a:lnTo>
                  <a:pt x="555" y="38"/>
                </a:lnTo>
                <a:lnTo>
                  <a:pt x="561" y="35"/>
                </a:lnTo>
                <a:lnTo>
                  <a:pt x="568" y="33"/>
                </a:lnTo>
                <a:lnTo>
                  <a:pt x="574" y="31"/>
                </a:lnTo>
                <a:lnTo>
                  <a:pt x="581" y="29"/>
                </a:lnTo>
                <a:lnTo>
                  <a:pt x="588" y="27"/>
                </a:lnTo>
                <a:lnTo>
                  <a:pt x="595" y="25"/>
                </a:lnTo>
                <a:lnTo>
                  <a:pt x="601" y="23"/>
                </a:lnTo>
                <a:lnTo>
                  <a:pt x="608" y="22"/>
                </a:lnTo>
                <a:lnTo>
                  <a:pt x="615" y="21"/>
                </a:lnTo>
                <a:lnTo>
                  <a:pt x="622" y="20"/>
                </a:lnTo>
                <a:lnTo>
                  <a:pt x="629" y="20"/>
                </a:lnTo>
                <a:lnTo>
                  <a:pt x="635" y="21"/>
                </a:lnTo>
                <a:lnTo>
                  <a:pt x="642" y="21"/>
                </a:lnTo>
                <a:lnTo>
                  <a:pt x="648" y="23"/>
                </a:lnTo>
                <a:lnTo>
                  <a:pt x="655" y="24"/>
                </a:lnTo>
                <a:lnTo>
                  <a:pt x="661" y="27"/>
                </a:lnTo>
                <a:lnTo>
                  <a:pt x="667" y="29"/>
                </a:lnTo>
                <a:lnTo>
                  <a:pt x="672" y="33"/>
                </a:lnTo>
                <a:lnTo>
                  <a:pt x="678" y="36"/>
                </a:lnTo>
                <a:lnTo>
                  <a:pt x="683" y="40"/>
                </a:lnTo>
                <a:lnTo>
                  <a:pt x="689" y="45"/>
                </a:lnTo>
                <a:lnTo>
                  <a:pt x="694" y="50"/>
                </a:lnTo>
                <a:lnTo>
                  <a:pt x="698" y="55"/>
                </a:lnTo>
                <a:lnTo>
                  <a:pt x="703" y="60"/>
                </a:lnTo>
                <a:lnTo>
                  <a:pt x="707" y="65"/>
                </a:lnTo>
                <a:lnTo>
                  <a:pt x="712" y="71"/>
                </a:lnTo>
                <a:lnTo>
                  <a:pt x="716" y="77"/>
                </a:lnTo>
                <a:lnTo>
                  <a:pt x="720" y="83"/>
                </a:lnTo>
                <a:lnTo>
                  <a:pt x="724" y="88"/>
                </a:lnTo>
                <a:lnTo>
                  <a:pt x="727" y="94"/>
                </a:lnTo>
                <a:lnTo>
                  <a:pt x="731" y="99"/>
                </a:lnTo>
                <a:lnTo>
                  <a:pt x="735" y="105"/>
                </a:lnTo>
                <a:lnTo>
                  <a:pt x="739" y="110"/>
                </a:lnTo>
                <a:lnTo>
                  <a:pt x="743" y="115"/>
                </a:lnTo>
                <a:lnTo>
                  <a:pt x="747" y="120"/>
                </a:lnTo>
                <a:lnTo>
                  <a:pt x="751" y="124"/>
                </a:lnTo>
                <a:lnTo>
                  <a:pt x="755" y="128"/>
                </a:lnTo>
                <a:lnTo>
                  <a:pt x="760" y="132"/>
                </a:lnTo>
                <a:lnTo>
                  <a:pt x="765" y="136"/>
                </a:lnTo>
                <a:lnTo>
                  <a:pt x="769" y="139"/>
                </a:lnTo>
                <a:lnTo>
                  <a:pt x="774" y="142"/>
                </a:lnTo>
                <a:lnTo>
                  <a:pt x="780" y="145"/>
                </a:lnTo>
                <a:lnTo>
                  <a:pt x="785" y="148"/>
                </a:lnTo>
                <a:lnTo>
                  <a:pt x="791" y="150"/>
                </a:lnTo>
                <a:lnTo>
                  <a:pt x="797" y="152"/>
                </a:lnTo>
                <a:lnTo>
                  <a:pt x="803" y="154"/>
                </a:lnTo>
                <a:lnTo>
                  <a:pt x="809" y="156"/>
                </a:lnTo>
                <a:lnTo>
                  <a:pt x="816" y="158"/>
                </a:lnTo>
                <a:lnTo>
                  <a:pt x="823" y="160"/>
                </a:lnTo>
                <a:lnTo>
                  <a:pt x="829" y="162"/>
                </a:lnTo>
                <a:lnTo>
                  <a:pt x="836" y="164"/>
                </a:lnTo>
                <a:lnTo>
                  <a:pt x="843" y="166"/>
                </a:lnTo>
                <a:lnTo>
                  <a:pt x="849" y="169"/>
                </a:lnTo>
                <a:lnTo>
                  <a:pt x="856" y="171"/>
                </a:lnTo>
                <a:lnTo>
                  <a:pt x="862" y="174"/>
                </a:lnTo>
                <a:lnTo>
                  <a:pt x="869" y="177"/>
                </a:lnTo>
                <a:lnTo>
                  <a:pt x="875" y="180"/>
                </a:lnTo>
                <a:lnTo>
                  <a:pt x="880" y="184"/>
                </a:lnTo>
                <a:lnTo>
                  <a:pt x="886" y="187"/>
                </a:lnTo>
                <a:lnTo>
                  <a:pt x="891" y="192"/>
                </a:lnTo>
                <a:lnTo>
                  <a:pt x="896" y="196"/>
                </a:lnTo>
                <a:lnTo>
                  <a:pt x="900" y="201"/>
                </a:lnTo>
                <a:lnTo>
                  <a:pt x="905" y="206"/>
                </a:lnTo>
                <a:lnTo>
                  <a:pt x="908" y="212"/>
                </a:lnTo>
                <a:lnTo>
                  <a:pt x="911" y="217"/>
                </a:lnTo>
                <a:lnTo>
                  <a:pt x="914" y="223"/>
                </a:lnTo>
                <a:lnTo>
                  <a:pt x="917" y="230"/>
                </a:lnTo>
                <a:lnTo>
                  <a:pt x="918" y="236"/>
                </a:lnTo>
                <a:lnTo>
                  <a:pt x="920" y="243"/>
                </a:lnTo>
                <a:lnTo>
                  <a:pt x="921" y="249"/>
                </a:lnTo>
                <a:lnTo>
                  <a:pt x="922" y="256"/>
                </a:lnTo>
                <a:lnTo>
                  <a:pt x="923" y="263"/>
                </a:lnTo>
                <a:lnTo>
                  <a:pt x="923" y="270"/>
                </a:lnTo>
                <a:lnTo>
                  <a:pt x="923" y="277"/>
                </a:lnTo>
                <a:lnTo>
                  <a:pt x="923" y="284"/>
                </a:lnTo>
                <a:lnTo>
                  <a:pt x="923" y="291"/>
                </a:lnTo>
                <a:lnTo>
                  <a:pt x="923" y="298"/>
                </a:lnTo>
                <a:lnTo>
                  <a:pt x="923" y="305"/>
                </a:lnTo>
                <a:lnTo>
                  <a:pt x="923" y="312"/>
                </a:lnTo>
                <a:lnTo>
                  <a:pt x="922" y="319"/>
                </a:lnTo>
                <a:lnTo>
                  <a:pt x="923" y="325"/>
                </a:lnTo>
                <a:lnTo>
                  <a:pt x="923" y="331"/>
                </a:lnTo>
                <a:lnTo>
                  <a:pt x="923" y="338"/>
                </a:lnTo>
                <a:lnTo>
                  <a:pt x="924" y="344"/>
                </a:lnTo>
                <a:lnTo>
                  <a:pt x="925" y="350"/>
                </a:lnTo>
                <a:lnTo>
                  <a:pt x="926" y="355"/>
                </a:lnTo>
                <a:lnTo>
                  <a:pt x="928" y="361"/>
                </a:lnTo>
                <a:lnTo>
                  <a:pt x="930" y="366"/>
                </a:lnTo>
                <a:lnTo>
                  <a:pt x="932" y="372"/>
                </a:lnTo>
                <a:lnTo>
                  <a:pt x="935" y="377"/>
                </a:lnTo>
                <a:lnTo>
                  <a:pt x="938" y="383"/>
                </a:lnTo>
                <a:lnTo>
                  <a:pt x="941" y="388"/>
                </a:lnTo>
                <a:lnTo>
                  <a:pt x="945" y="393"/>
                </a:lnTo>
                <a:lnTo>
                  <a:pt x="948" y="399"/>
                </a:lnTo>
                <a:lnTo>
                  <a:pt x="952" y="404"/>
                </a:lnTo>
                <a:lnTo>
                  <a:pt x="956" y="409"/>
                </a:lnTo>
                <a:lnTo>
                  <a:pt x="961" y="415"/>
                </a:lnTo>
                <a:lnTo>
                  <a:pt x="965" y="420"/>
                </a:lnTo>
                <a:lnTo>
                  <a:pt x="969" y="426"/>
                </a:lnTo>
                <a:lnTo>
                  <a:pt x="973" y="431"/>
                </a:lnTo>
                <a:lnTo>
                  <a:pt x="977" y="437"/>
                </a:lnTo>
                <a:lnTo>
                  <a:pt x="981" y="443"/>
                </a:lnTo>
                <a:lnTo>
                  <a:pt x="985" y="449"/>
                </a:lnTo>
                <a:lnTo>
                  <a:pt x="988" y="455"/>
                </a:lnTo>
                <a:lnTo>
                  <a:pt x="991" y="461"/>
                </a:lnTo>
                <a:lnTo>
                  <a:pt x="994" y="468"/>
                </a:lnTo>
                <a:lnTo>
                  <a:pt x="996" y="474"/>
                </a:lnTo>
                <a:lnTo>
                  <a:pt x="998" y="480"/>
                </a:lnTo>
                <a:lnTo>
                  <a:pt x="999" y="487"/>
                </a:lnTo>
                <a:lnTo>
                  <a:pt x="1000" y="493"/>
                </a:lnTo>
                <a:close/>
              </a:path>
            </a:pathLst>
          </a:custGeom>
          <a:solidFill>
            <a:srgbClr val="85C227"/>
          </a:solidFill>
          <a:ln w="762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395727" y="2532888"/>
            <a:ext cx="4352544" cy="4352544"/>
          </a:xfrm>
          <a:custGeom>
            <a:avLst/>
            <a:gdLst/>
            <a:ahLst/>
            <a:cxnLst/>
            <a:rect l="0" t="0" r="r" b="b"/>
            <a:pathLst>
              <a:path w="1000" h="1000">
                <a:moveTo>
                  <a:pt x="999" y="500"/>
                </a:moveTo>
                <a:lnTo>
                  <a:pt x="998" y="507"/>
                </a:lnTo>
                <a:lnTo>
                  <a:pt x="996" y="513"/>
                </a:lnTo>
                <a:lnTo>
                  <a:pt x="994" y="519"/>
                </a:lnTo>
                <a:lnTo>
                  <a:pt x="991" y="526"/>
                </a:lnTo>
                <a:lnTo>
                  <a:pt x="988" y="532"/>
                </a:lnTo>
                <a:lnTo>
                  <a:pt x="985" y="538"/>
                </a:lnTo>
                <a:lnTo>
                  <a:pt x="981" y="544"/>
                </a:lnTo>
                <a:lnTo>
                  <a:pt x="978" y="550"/>
                </a:lnTo>
                <a:lnTo>
                  <a:pt x="974" y="556"/>
                </a:lnTo>
                <a:lnTo>
                  <a:pt x="970" y="562"/>
                </a:lnTo>
                <a:lnTo>
                  <a:pt x="966" y="568"/>
                </a:lnTo>
                <a:lnTo>
                  <a:pt x="962" y="573"/>
                </a:lnTo>
                <a:lnTo>
                  <a:pt x="958" y="579"/>
                </a:lnTo>
                <a:lnTo>
                  <a:pt x="954" y="584"/>
                </a:lnTo>
                <a:lnTo>
                  <a:pt x="950" y="590"/>
                </a:lnTo>
                <a:lnTo>
                  <a:pt x="946" y="595"/>
                </a:lnTo>
                <a:lnTo>
                  <a:pt x="943" y="600"/>
                </a:lnTo>
                <a:lnTo>
                  <a:pt x="940" y="606"/>
                </a:lnTo>
                <a:lnTo>
                  <a:pt x="938" y="611"/>
                </a:lnTo>
                <a:lnTo>
                  <a:pt x="935" y="617"/>
                </a:lnTo>
                <a:lnTo>
                  <a:pt x="933" y="622"/>
                </a:lnTo>
                <a:lnTo>
                  <a:pt x="932" y="628"/>
                </a:lnTo>
                <a:lnTo>
                  <a:pt x="930" y="634"/>
                </a:lnTo>
                <a:lnTo>
                  <a:pt x="929" y="639"/>
                </a:lnTo>
                <a:lnTo>
                  <a:pt x="928" y="645"/>
                </a:lnTo>
                <a:lnTo>
                  <a:pt x="928" y="652"/>
                </a:lnTo>
                <a:lnTo>
                  <a:pt x="928" y="658"/>
                </a:lnTo>
                <a:lnTo>
                  <a:pt x="928" y="664"/>
                </a:lnTo>
                <a:lnTo>
                  <a:pt x="928" y="671"/>
                </a:lnTo>
                <a:lnTo>
                  <a:pt x="928" y="677"/>
                </a:lnTo>
                <a:lnTo>
                  <a:pt x="929" y="684"/>
                </a:lnTo>
                <a:lnTo>
                  <a:pt x="929" y="691"/>
                </a:lnTo>
                <a:lnTo>
                  <a:pt x="930" y="698"/>
                </a:lnTo>
                <a:lnTo>
                  <a:pt x="930" y="705"/>
                </a:lnTo>
                <a:lnTo>
                  <a:pt x="930" y="712"/>
                </a:lnTo>
                <a:lnTo>
                  <a:pt x="930" y="719"/>
                </a:lnTo>
                <a:lnTo>
                  <a:pt x="930" y="726"/>
                </a:lnTo>
                <a:lnTo>
                  <a:pt x="929" y="733"/>
                </a:lnTo>
                <a:lnTo>
                  <a:pt x="929" y="740"/>
                </a:lnTo>
                <a:lnTo>
                  <a:pt x="927" y="747"/>
                </a:lnTo>
                <a:lnTo>
                  <a:pt x="926" y="753"/>
                </a:lnTo>
                <a:lnTo>
                  <a:pt x="924" y="760"/>
                </a:lnTo>
                <a:lnTo>
                  <a:pt x="922" y="766"/>
                </a:lnTo>
                <a:lnTo>
                  <a:pt x="919" y="772"/>
                </a:lnTo>
                <a:lnTo>
                  <a:pt x="916" y="778"/>
                </a:lnTo>
                <a:lnTo>
                  <a:pt x="912" y="783"/>
                </a:lnTo>
                <a:lnTo>
                  <a:pt x="908" y="788"/>
                </a:lnTo>
                <a:lnTo>
                  <a:pt x="904" y="793"/>
                </a:lnTo>
                <a:lnTo>
                  <a:pt x="899" y="798"/>
                </a:lnTo>
                <a:lnTo>
                  <a:pt x="893" y="802"/>
                </a:lnTo>
                <a:lnTo>
                  <a:pt x="888" y="806"/>
                </a:lnTo>
                <a:lnTo>
                  <a:pt x="882" y="809"/>
                </a:lnTo>
                <a:lnTo>
                  <a:pt x="876" y="813"/>
                </a:lnTo>
                <a:lnTo>
                  <a:pt x="870" y="816"/>
                </a:lnTo>
                <a:lnTo>
                  <a:pt x="863" y="819"/>
                </a:lnTo>
                <a:lnTo>
                  <a:pt x="857" y="821"/>
                </a:lnTo>
                <a:lnTo>
                  <a:pt x="850" y="824"/>
                </a:lnTo>
                <a:lnTo>
                  <a:pt x="844" y="826"/>
                </a:lnTo>
                <a:lnTo>
                  <a:pt x="837" y="828"/>
                </a:lnTo>
                <a:lnTo>
                  <a:pt x="830" y="830"/>
                </a:lnTo>
                <a:lnTo>
                  <a:pt x="824" y="833"/>
                </a:lnTo>
                <a:lnTo>
                  <a:pt x="818" y="835"/>
                </a:lnTo>
                <a:lnTo>
                  <a:pt x="811" y="837"/>
                </a:lnTo>
                <a:lnTo>
                  <a:pt x="805" y="839"/>
                </a:lnTo>
                <a:lnTo>
                  <a:pt x="800" y="842"/>
                </a:lnTo>
                <a:lnTo>
                  <a:pt x="794" y="844"/>
                </a:lnTo>
                <a:lnTo>
                  <a:pt x="789" y="847"/>
                </a:lnTo>
                <a:lnTo>
                  <a:pt x="784" y="850"/>
                </a:lnTo>
                <a:lnTo>
                  <a:pt x="779" y="853"/>
                </a:lnTo>
                <a:lnTo>
                  <a:pt x="774" y="857"/>
                </a:lnTo>
                <a:lnTo>
                  <a:pt x="769" y="861"/>
                </a:lnTo>
                <a:lnTo>
                  <a:pt x="765" y="865"/>
                </a:lnTo>
                <a:lnTo>
                  <a:pt x="761" y="869"/>
                </a:lnTo>
                <a:lnTo>
                  <a:pt x="757" y="874"/>
                </a:lnTo>
                <a:lnTo>
                  <a:pt x="753" y="879"/>
                </a:lnTo>
                <a:lnTo>
                  <a:pt x="750" y="884"/>
                </a:lnTo>
                <a:lnTo>
                  <a:pt x="746" y="890"/>
                </a:lnTo>
                <a:lnTo>
                  <a:pt x="742" y="895"/>
                </a:lnTo>
                <a:lnTo>
                  <a:pt x="739" y="901"/>
                </a:lnTo>
                <a:lnTo>
                  <a:pt x="735" y="907"/>
                </a:lnTo>
                <a:lnTo>
                  <a:pt x="731" y="913"/>
                </a:lnTo>
                <a:lnTo>
                  <a:pt x="727" y="919"/>
                </a:lnTo>
                <a:lnTo>
                  <a:pt x="723" y="924"/>
                </a:lnTo>
                <a:lnTo>
                  <a:pt x="719" y="930"/>
                </a:lnTo>
                <a:lnTo>
                  <a:pt x="715" y="936"/>
                </a:lnTo>
                <a:lnTo>
                  <a:pt x="710" y="941"/>
                </a:lnTo>
                <a:lnTo>
                  <a:pt x="706" y="946"/>
                </a:lnTo>
                <a:lnTo>
                  <a:pt x="701" y="951"/>
                </a:lnTo>
                <a:lnTo>
                  <a:pt x="696" y="955"/>
                </a:lnTo>
                <a:lnTo>
                  <a:pt x="690" y="959"/>
                </a:lnTo>
                <a:lnTo>
                  <a:pt x="685" y="963"/>
                </a:lnTo>
                <a:lnTo>
                  <a:pt x="679" y="966"/>
                </a:lnTo>
                <a:lnTo>
                  <a:pt x="673" y="969"/>
                </a:lnTo>
                <a:lnTo>
                  <a:pt x="667" y="971"/>
                </a:lnTo>
                <a:lnTo>
                  <a:pt x="661" y="973"/>
                </a:lnTo>
                <a:lnTo>
                  <a:pt x="654" y="974"/>
                </a:lnTo>
                <a:lnTo>
                  <a:pt x="648" y="975"/>
                </a:lnTo>
                <a:lnTo>
                  <a:pt x="641" y="976"/>
                </a:lnTo>
                <a:lnTo>
                  <a:pt x="634" y="975"/>
                </a:lnTo>
                <a:lnTo>
                  <a:pt x="627" y="975"/>
                </a:lnTo>
                <a:lnTo>
                  <a:pt x="620" y="974"/>
                </a:lnTo>
                <a:lnTo>
                  <a:pt x="614" y="973"/>
                </a:lnTo>
                <a:lnTo>
                  <a:pt x="607" y="971"/>
                </a:lnTo>
                <a:lnTo>
                  <a:pt x="600" y="970"/>
                </a:lnTo>
                <a:lnTo>
                  <a:pt x="593" y="968"/>
                </a:lnTo>
                <a:lnTo>
                  <a:pt x="586" y="966"/>
                </a:lnTo>
                <a:lnTo>
                  <a:pt x="580" y="964"/>
                </a:lnTo>
                <a:lnTo>
                  <a:pt x="573" y="962"/>
                </a:lnTo>
                <a:lnTo>
                  <a:pt x="567" y="959"/>
                </a:lnTo>
                <a:lnTo>
                  <a:pt x="560" y="957"/>
                </a:lnTo>
                <a:lnTo>
                  <a:pt x="554" y="956"/>
                </a:lnTo>
                <a:lnTo>
                  <a:pt x="548" y="954"/>
                </a:lnTo>
                <a:lnTo>
                  <a:pt x="542" y="952"/>
                </a:lnTo>
                <a:lnTo>
                  <a:pt x="536" y="951"/>
                </a:lnTo>
                <a:lnTo>
                  <a:pt x="530" y="950"/>
                </a:lnTo>
                <a:lnTo>
                  <a:pt x="524" y="950"/>
                </a:lnTo>
                <a:lnTo>
                  <a:pt x="518" y="950"/>
                </a:lnTo>
                <a:lnTo>
                  <a:pt x="512" y="950"/>
                </a:lnTo>
                <a:lnTo>
                  <a:pt x="506" y="950"/>
                </a:lnTo>
                <a:lnTo>
                  <a:pt x="500" y="951"/>
                </a:lnTo>
                <a:lnTo>
                  <a:pt x="494" y="952"/>
                </a:lnTo>
                <a:lnTo>
                  <a:pt x="488" y="954"/>
                </a:lnTo>
                <a:lnTo>
                  <a:pt x="482" y="956"/>
                </a:lnTo>
                <a:lnTo>
                  <a:pt x="476" y="958"/>
                </a:lnTo>
                <a:lnTo>
                  <a:pt x="470" y="960"/>
                </a:lnTo>
                <a:lnTo>
                  <a:pt x="464" y="962"/>
                </a:lnTo>
                <a:lnTo>
                  <a:pt x="457" y="965"/>
                </a:lnTo>
                <a:lnTo>
                  <a:pt x="451" y="967"/>
                </a:lnTo>
                <a:lnTo>
                  <a:pt x="444" y="970"/>
                </a:lnTo>
                <a:lnTo>
                  <a:pt x="438" y="972"/>
                </a:lnTo>
                <a:lnTo>
                  <a:pt x="431" y="975"/>
                </a:lnTo>
                <a:lnTo>
                  <a:pt x="424" y="977"/>
                </a:lnTo>
                <a:lnTo>
                  <a:pt x="418" y="979"/>
                </a:lnTo>
                <a:lnTo>
                  <a:pt x="411" y="980"/>
                </a:lnTo>
                <a:lnTo>
                  <a:pt x="404" y="982"/>
                </a:lnTo>
                <a:lnTo>
                  <a:pt x="397" y="983"/>
                </a:lnTo>
                <a:lnTo>
                  <a:pt x="391" y="983"/>
                </a:lnTo>
                <a:lnTo>
                  <a:pt x="384" y="984"/>
                </a:lnTo>
                <a:lnTo>
                  <a:pt x="377" y="983"/>
                </a:lnTo>
                <a:lnTo>
                  <a:pt x="371" y="982"/>
                </a:lnTo>
                <a:lnTo>
                  <a:pt x="364" y="981"/>
                </a:lnTo>
                <a:lnTo>
                  <a:pt x="358" y="979"/>
                </a:lnTo>
                <a:lnTo>
                  <a:pt x="352" y="977"/>
                </a:lnTo>
                <a:lnTo>
                  <a:pt x="346" y="974"/>
                </a:lnTo>
                <a:lnTo>
                  <a:pt x="340" y="971"/>
                </a:lnTo>
                <a:lnTo>
                  <a:pt x="334" y="968"/>
                </a:lnTo>
                <a:lnTo>
                  <a:pt x="329" y="963"/>
                </a:lnTo>
                <a:lnTo>
                  <a:pt x="324" y="959"/>
                </a:lnTo>
                <a:lnTo>
                  <a:pt x="319" y="954"/>
                </a:lnTo>
                <a:lnTo>
                  <a:pt x="314" y="949"/>
                </a:lnTo>
                <a:lnTo>
                  <a:pt x="309" y="944"/>
                </a:lnTo>
                <a:lnTo>
                  <a:pt x="305" y="939"/>
                </a:lnTo>
                <a:lnTo>
                  <a:pt x="300" y="933"/>
                </a:lnTo>
                <a:lnTo>
                  <a:pt x="296" y="928"/>
                </a:lnTo>
                <a:lnTo>
                  <a:pt x="292" y="922"/>
                </a:lnTo>
                <a:lnTo>
                  <a:pt x="288" y="916"/>
                </a:lnTo>
                <a:lnTo>
                  <a:pt x="284" y="911"/>
                </a:lnTo>
                <a:lnTo>
                  <a:pt x="280" y="905"/>
                </a:lnTo>
                <a:lnTo>
                  <a:pt x="276" y="900"/>
                </a:lnTo>
                <a:lnTo>
                  <a:pt x="272" y="895"/>
                </a:lnTo>
                <a:lnTo>
                  <a:pt x="268" y="891"/>
                </a:lnTo>
                <a:lnTo>
                  <a:pt x="263" y="886"/>
                </a:lnTo>
                <a:lnTo>
                  <a:pt x="259" y="882"/>
                </a:lnTo>
                <a:lnTo>
                  <a:pt x="255" y="878"/>
                </a:lnTo>
                <a:lnTo>
                  <a:pt x="250" y="874"/>
                </a:lnTo>
                <a:lnTo>
                  <a:pt x="245" y="871"/>
                </a:lnTo>
                <a:lnTo>
                  <a:pt x="240" y="868"/>
                </a:lnTo>
                <a:lnTo>
                  <a:pt x="235" y="865"/>
                </a:lnTo>
                <a:lnTo>
                  <a:pt x="229" y="863"/>
                </a:lnTo>
                <a:lnTo>
                  <a:pt x="224" y="860"/>
                </a:lnTo>
                <a:lnTo>
                  <a:pt x="218" y="858"/>
                </a:lnTo>
                <a:lnTo>
                  <a:pt x="212" y="856"/>
                </a:lnTo>
                <a:lnTo>
                  <a:pt x="205" y="854"/>
                </a:lnTo>
                <a:lnTo>
                  <a:pt x="199" y="853"/>
                </a:lnTo>
                <a:lnTo>
                  <a:pt x="192" y="851"/>
                </a:lnTo>
                <a:lnTo>
                  <a:pt x="186" y="849"/>
                </a:lnTo>
                <a:lnTo>
                  <a:pt x="179" y="847"/>
                </a:lnTo>
                <a:lnTo>
                  <a:pt x="172" y="846"/>
                </a:lnTo>
                <a:lnTo>
                  <a:pt x="165" y="844"/>
                </a:lnTo>
                <a:lnTo>
                  <a:pt x="159" y="841"/>
                </a:lnTo>
                <a:lnTo>
                  <a:pt x="152" y="839"/>
                </a:lnTo>
                <a:lnTo>
                  <a:pt x="146" y="836"/>
                </a:lnTo>
                <a:lnTo>
                  <a:pt x="139" y="833"/>
                </a:lnTo>
                <a:lnTo>
                  <a:pt x="133" y="830"/>
                </a:lnTo>
                <a:lnTo>
                  <a:pt x="127" y="827"/>
                </a:lnTo>
                <a:lnTo>
                  <a:pt x="122" y="823"/>
                </a:lnTo>
                <a:lnTo>
                  <a:pt x="117" y="819"/>
                </a:lnTo>
                <a:lnTo>
                  <a:pt x="112" y="814"/>
                </a:lnTo>
                <a:lnTo>
                  <a:pt x="107" y="809"/>
                </a:lnTo>
                <a:lnTo>
                  <a:pt x="103" y="804"/>
                </a:lnTo>
                <a:lnTo>
                  <a:pt x="100" y="799"/>
                </a:lnTo>
                <a:lnTo>
                  <a:pt x="96" y="793"/>
                </a:lnTo>
                <a:lnTo>
                  <a:pt x="94" y="787"/>
                </a:lnTo>
                <a:lnTo>
                  <a:pt x="91" y="781"/>
                </a:lnTo>
                <a:lnTo>
                  <a:pt x="89" y="774"/>
                </a:lnTo>
                <a:lnTo>
                  <a:pt x="88" y="768"/>
                </a:lnTo>
                <a:lnTo>
                  <a:pt x="86" y="761"/>
                </a:lnTo>
                <a:lnTo>
                  <a:pt x="85" y="754"/>
                </a:lnTo>
                <a:lnTo>
                  <a:pt x="85" y="747"/>
                </a:lnTo>
                <a:lnTo>
                  <a:pt x="84" y="740"/>
                </a:lnTo>
                <a:lnTo>
                  <a:pt x="84" y="733"/>
                </a:lnTo>
                <a:lnTo>
                  <a:pt x="84" y="726"/>
                </a:lnTo>
                <a:lnTo>
                  <a:pt x="84" y="719"/>
                </a:lnTo>
                <a:lnTo>
                  <a:pt x="84" y="712"/>
                </a:lnTo>
                <a:lnTo>
                  <a:pt x="84" y="705"/>
                </a:lnTo>
                <a:lnTo>
                  <a:pt x="84" y="699"/>
                </a:lnTo>
                <a:lnTo>
                  <a:pt x="83" y="692"/>
                </a:lnTo>
                <a:lnTo>
                  <a:pt x="83" y="686"/>
                </a:lnTo>
                <a:lnTo>
                  <a:pt x="83" y="679"/>
                </a:lnTo>
                <a:lnTo>
                  <a:pt x="82" y="673"/>
                </a:lnTo>
                <a:lnTo>
                  <a:pt x="81" y="667"/>
                </a:lnTo>
                <a:lnTo>
                  <a:pt x="79" y="661"/>
                </a:lnTo>
                <a:lnTo>
                  <a:pt x="78" y="656"/>
                </a:lnTo>
                <a:lnTo>
                  <a:pt x="76" y="650"/>
                </a:lnTo>
                <a:lnTo>
                  <a:pt x="73" y="645"/>
                </a:lnTo>
                <a:lnTo>
                  <a:pt x="71" y="639"/>
                </a:lnTo>
                <a:lnTo>
                  <a:pt x="68" y="634"/>
                </a:lnTo>
                <a:lnTo>
                  <a:pt x="65" y="629"/>
                </a:lnTo>
                <a:lnTo>
                  <a:pt x="61" y="624"/>
                </a:lnTo>
                <a:lnTo>
                  <a:pt x="57" y="619"/>
                </a:lnTo>
                <a:lnTo>
                  <a:pt x="53" y="613"/>
                </a:lnTo>
                <a:lnTo>
                  <a:pt x="49" y="608"/>
                </a:lnTo>
                <a:lnTo>
                  <a:pt x="45" y="603"/>
                </a:lnTo>
                <a:lnTo>
                  <a:pt x="40" y="598"/>
                </a:lnTo>
                <a:lnTo>
                  <a:pt x="36" y="592"/>
                </a:lnTo>
                <a:lnTo>
                  <a:pt x="32" y="587"/>
                </a:lnTo>
                <a:lnTo>
                  <a:pt x="27" y="581"/>
                </a:lnTo>
                <a:lnTo>
                  <a:pt x="23" y="576"/>
                </a:lnTo>
                <a:lnTo>
                  <a:pt x="19" y="570"/>
                </a:lnTo>
                <a:lnTo>
                  <a:pt x="16" y="564"/>
                </a:lnTo>
                <a:lnTo>
                  <a:pt x="12" y="558"/>
                </a:lnTo>
                <a:lnTo>
                  <a:pt x="9" y="552"/>
                </a:lnTo>
                <a:lnTo>
                  <a:pt x="6" y="545"/>
                </a:lnTo>
                <a:lnTo>
                  <a:pt x="4" y="539"/>
                </a:lnTo>
                <a:lnTo>
                  <a:pt x="3" y="533"/>
                </a:lnTo>
                <a:lnTo>
                  <a:pt x="1" y="526"/>
                </a:lnTo>
                <a:lnTo>
                  <a:pt x="0" y="520"/>
                </a:lnTo>
                <a:lnTo>
                  <a:pt x="0" y="513"/>
                </a:lnTo>
                <a:lnTo>
                  <a:pt x="0" y="507"/>
                </a:lnTo>
                <a:lnTo>
                  <a:pt x="1" y="500"/>
                </a:lnTo>
                <a:lnTo>
                  <a:pt x="2" y="493"/>
                </a:lnTo>
                <a:lnTo>
                  <a:pt x="4" y="487"/>
                </a:lnTo>
                <a:lnTo>
                  <a:pt x="6" y="481"/>
                </a:lnTo>
                <a:lnTo>
                  <a:pt x="9" y="474"/>
                </a:lnTo>
                <a:lnTo>
                  <a:pt x="12" y="468"/>
                </a:lnTo>
                <a:lnTo>
                  <a:pt x="15" y="462"/>
                </a:lnTo>
                <a:lnTo>
                  <a:pt x="19" y="456"/>
                </a:lnTo>
                <a:lnTo>
                  <a:pt x="22" y="450"/>
                </a:lnTo>
                <a:lnTo>
                  <a:pt x="26" y="444"/>
                </a:lnTo>
                <a:lnTo>
                  <a:pt x="30" y="438"/>
                </a:lnTo>
                <a:lnTo>
                  <a:pt x="34" y="432"/>
                </a:lnTo>
                <a:lnTo>
                  <a:pt x="38" y="427"/>
                </a:lnTo>
                <a:lnTo>
                  <a:pt x="42" y="421"/>
                </a:lnTo>
                <a:lnTo>
                  <a:pt x="46" y="416"/>
                </a:lnTo>
                <a:lnTo>
                  <a:pt x="50" y="410"/>
                </a:lnTo>
                <a:lnTo>
                  <a:pt x="54" y="405"/>
                </a:lnTo>
                <a:lnTo>
                  <a:pt x="57" y="400"/>
                </a:lnTo>
                <a:lnTo>
                  <a:pt x="60" y="394"/>
                </a:lnTo>
                <a:lnTo>
                  <a:pt x="62" y="389"/>
                </a:lnTo>
                <a:lnTo>
                  <a:pt x="65" y="383"/>
                </a:lnTo>
                <a:lnTo>
                  <a:pt x="67" y="378"/>
                </a:lnTo>
                <a:lnTo>
                  <a:pt x="68" y="372"/>
                </a:lnTo>
                <a:lnTo>
                  <a:pt x="70" y="366"/>
                </a:lnTo>
                <a:lnTo>
                  <a:pt x="71" y="361"/>
                </a:lnTo>
                <a:lnTo>
                  <a:pt x="72" y="355"/>
                </a:lnTo>
                <a:lnTo>
                  <a:pt x="72" y="348"/>
                </a:lnTo>
                <a:lnTo>
                  <a:pt x="72" y="342"/>
                </a:lnTo>
                <a:lnTo>
                  <a:pt x="72" y="336"/>
                </a:lnTo>
                <a:lnTo>
                  <a:pt x="72" y="329"/>
                </a:lnTo>
                <a:lnTo>
                  <a:pt x="72" y="323"/>
                </a:lnTo>
                <a:lnTo>
                  <a:pt x="71" y="316"/>
                </a:lnTo>
                <a:lnTo>
                  <a:pt x="71" y="309"/>
                </a:lnTo>
                <a:lnTo>
                  <a:pt x="70" y="302"/>
                </a:lnTo>
                <a:lnTo>
                  <a:pt x="70" y="295"/>
                </a:lnTo>
                <a:lnTo>
                  <a:pt x="70" y="288"/>
                </a:lnTo>
                <a:lnTo>
                  <a:pt x="70" y="281"/>
                </a:lnTo>
                <a:lnTo>
                  <a:pt x="70" y="274"/>
                </a:lnTo>
                <a:lnTo>
                  <a:pt x="71" y="267"/>
                </a:lnTo>
                <a:lnTo>
                  <a:pt x="71" y="260"/>
                </a:lnTo>
                <a:lnTo>
                  <a:pt x="73" y="253"/>
                </a:lnTo>
                <a:lnTo>
                  <a:pt x="74" y="247"/>
                </a:lnTo>
                <a:lnTo>
                  <a:pt x="76" y="240"/>
                </a:lnTo>
                <a:lnTo>
                  <a:pt x="78" y="234"/>
                </a:lnTo>
                <a:lnTo>
                  <a:pt x="81" y="228"/>
                </a:lnTo>
                <a:lnTo>
                  <a:pt x="84" y="222"/>
                </a:lnTo>
                <a:lnTo>
                  <a:pt x="88" y="217"/>
                </a:lnTo>
                <a:lnTo>
                  <a:pt x="92" y="212"/>
                </a:lnTo>
                <a:lnTo>
                  <a:pt x="96" y="207"/>
                </a:lnTo>
                <a:lnTo>
                  <a:pt x="101" y="202"/>
                </a:lnTo>
                <a:lnTo>
                  <a:pt x="107" y="198"/>
                </a:lnTo>
                <a:lnTo>
                  <a:pt x="112" y="194"/>
                </a:lnTo>
                <a:lnTo>
                  <a:pt x="118" y="191"/>
                </a:lnTo>
                <a:lnTo>
                  <a:pt x="124" y="187"/>
                </a:lnTo>
                <a:lnTo>
                  <a:pt x="130" y="184"/>
                </a:lnTo>
                <a:lnTo>
                  <a:pt x="137" y="181"/>
                </a:lnTo>
                <a:lnTo>
                  <a:pt x="143" y="179"/>
                </a:lnTo>
                <a:lnTo>
                  <a:pt x="150" y="176"/>
                </a:lnTo>
                <a:lnTo>
                  <a:pt x="156" y="174"/>
                </a:lnTo>
                <a:lnTo>
                  <a:pt x="163" y="172"/>
                </a:lnTo>
                <a:lnTo>
                  <a:pt x="170" y="170"/>
                </a:lnTo>
                <a:lnTo>
                  <a:pt x="176" y="167"/>
                </a:lnTo>
                <a:lnTo>
                  <a:pt x="182" y="165"/>
                </a:lnTo>
                <a:lnTo>
                  <a:pt x="189" y="163"/>
                </a:lnTo>
                <a:lnTo>
                  <a:pt x="195" y="161"/>
                </a:lnTo>
                <a:lnTo>
                  <a:pt x="200" y="158"/>
                </a:lnTo>
                <a:lnTo>
                  <a:pt x="206" y="156"/>
                </a:lnTo>
                <a:lnTo>
                  <a:pt x="211" y="153"/>
                </a:lnTo>
                <a:lnTo>
                  <a:pt x="216" y="150"/>
                </a:lnTo>
                <a:lnTo>
                  <a:pt x="221" y="147"/>
                </a:lnTo>
                <a:lnTo>
                  <a:pt x="226" y="143"/>
                </a:lnTo>
                <a:lnTo>
                  <a:pt x="231" y="139"/>
                </a:lnTo>
                <a:lnTo>
                  <a:pt x="235" y="135"/>
                </a:lnTo>
                <a:lnTo>
                  <a:pt x="239" y="131"/>
                </a:lnTo>
                <a:lnTo>
                  <a:pt x="243" y="126"/>
                </a:lnTo>
                <a:lnTo>
                  <a:pt x="247" y="121"/>
                </a:lnTo>
                <a:lnTo>
                  <a:pt x="250" y="116"/>
                </a:lnTo>
                <a:lnTo>
                  <a:pt x="254" y="110"/>
                </a:lnTo>
                <a:lnTo>
                  <a:pt x="258" y="105"/>
                </a:lnTo>
                <a:lnTo>
                  <a:pt x="261" y="99"/>
                </a:lnTo>
                <a:lnTo>
                  <a:pt x="265" y="93"/>
                </a:lnTo>
                <a:lnTo>
                  <a:pt x="269" y="87"/>
                </a:lnTo>
                <a:lnTo>
                  <a:pt x="273" y="81"/>
                </a:lnTo>
                <a:lnTo>
                  <a:pt x="277" y="76"/>
                </a:lnTo>
                <a:lnTo>
                  <a:pt x="281" y="70"/>
                </a:lnTo>
                <a:lnTo>
                  <a:pt x="285" y="64"/>
                </a:lnTo>
                <a:lnTo>
                  <a:pt x="290" y="59"/>
                </a:lnTo>
                <a:lnTo>
                  <a:pt x="294" y="54"/>
                </a:lnTo>
                <a:lnTo>
                  <a:pt x="299" y="49"/>
                </a:lnTo>
                <a:lnTo>
                  <a:pt x="304" y="45"/>
                </a:lnTo>
                <a:lnTo>
                  <a:pt x="310" y="41"/>
                </a:lnTo>
                <a:lnTo>
                  <a:pt x="315" y="37"/>
                </a:lnTo>
                <a:lnTo>
                  <a:pt x="321" y="34"/>
                </a:lnTo>
                <a:lnTo>
                  <a:pt x="327" y="31"/>
                </a:lnTo>
                <a:lnTo>
                  <a:pt x="333" y="29"/>
                </a:lnTo>
                <a:lnTo>
                  <a:pt x="339" y="27"/>
                </a:lnTo>
                <a:lnTo>
                  <a:pt x="346" y="26"/>
                </a:lnTo>
                <a:lnTo>
                  <a:pt x="352" y="25"/>
                </a:lnTo>
                <a:lnTo>
                  <a:pt x="359" y="24"/>
                </a:lnTo>
                <a:lnTo>
                  <a:pt x="366" y="25"/>
                </a:lnTo>
                <a:lnTo>
                  <a:pt x="373" y="25"/>
                </a:lnTo>
                <a:lnTo>
                  <a:pt x="380" y="26"/>
                </a:lnTo>
                <a:lnTo>
                  <a:pt x="386" y="27"/>
                </a:lnTo>
                <a:lnTo>
                  <a:pt x="393" y="29"/>
                </a:lnTo>
                <a:lnTo>
                  <a:pt x="400" y="30"/>
                </a:lnTo>
                <a:lnTo>
                  <a:pt x="407" y="32"/>
                </a:lnTo>
                <a:lnTo>
                  <a:pt x="414" y="34"/>
                </a:lnTo>
                <a:lnTo>
                  <a:pt x="420" y="36"/>
                </a:lnTo>
                <a:lnTo>
                  <a:pt x="427" y="38"/>
                </a:lnTo>
                <a:lnTo>
                  <a:pt x="433" y="41"/>
                </a:lnTo>
                <a:lnTo>
                  <a:pt x="440" y="43"/>
                </a:lnTo>
                <a:lnTo>
                  <a:pt x="446" y="44"/>
                </a:lnTo>
                <a:lnTo>
                  <a:pt x="452" y="46"/>
                </a:lnTo>
                <a:lnTo>
                  <a:pt x="458" y="48"/>
                </a:lnTo>
                <a:lnTo>
                  <a:pt x="464" y="49"/>
                </a:lnTo>
                <a:lnTo>
                  <a:pt x="470" y="50"/>
                </a:lnTo>
                <a:lnTo>
                  <a:pt x="476" y="50"/>
                </a:lnTo>
                <a:lnTo>
                  <a:pt x="482" y="50"/>
                </a:lnTo>
                <a:lnTo>
                  <a:pt x="488" y="50"/>
                </a:lnTo>
                <a:lnTo>
                  <a:pt x="494" y="50"/>
                </a:lnTo>
                <a:lnTo>
                  <a:pt x="500" y="49"/>
                </a:lnTo>
                <a:lnTo>
                  <a:pt x="506" y="48"/>
                </a:lnTo>
                <a:lnTo>
                  <a:pt x="512" y="46"/>
                </a:lnTo>
                <a:lnTo>
                  <a:pt x="518" y="44"/>
                </a:lnTo>
                <a:lnTo>
                  <a:pt x="524" y="42"/>
                </a:lnTo>
                <a:lnTo>
                  <a:pt x="530" y="40"/>
                </a:lnTo>
                <a:lnTo>
                  <a:pt x="536" y="38"/>
                </a:lnTo>
                <a:lnTo>
                  <a:pt x="543" y="35"/>
                </a:lnTo>
                <a:lnTo>
                  <a:pt x="549" y="33"/>
                </a:lnTo>
                <a:lnTo>
                  <a:pt x="556" y="30"/>
                </a:lnTo>
                <a:lnTo>
                  <a:pt x="562" y="28"/>
                </a:lnTo>
                <a:lnTo>
                  <a:pt x="569" y="25"/>
                </a:lnTo>
                <a:lnTo>
                  <a:pt x="576" y="23"/>
                </a:lnTo>
                <a:lnTo>
                  <a:pt x="582" y="21"/>
                </a:lnTo>
                <a:lnTo>
                  <a:pt x="589" y="20"/>
                </a:lnTo>
                <a:lnTo>
                  <a:pt x="596" y="18"/>
                </a:lnTo>
                <a:lnTo>
                  <a:pt x="603" y="17"/>
                </a:lnTo>
                <a:lnTo>
                  <a:pt x="609" y="17"/>
                </a:lnTo>
                <a:lnTo>
                  <a:pt x="616" y="16"/>
                </a:lnTo>
                <a:lnTo>
                  <a:pt x="623" y="17"/>
                </a:lnTo>
                <a:lnTo>
                  <a:pt x="629" y="18"/>
                </a:lnTo>
                <a:lnTo>
                  <a:pt x="636" y="19"/>
                </a:lnTo>
                <a:lnTo>
                  <a:pt x="642" y="21"/>
                </a:lnTo>
                <a:lnTo>
                  <a:pt x="648" y="23"/>
                </a:lnTo>
                <a:lnTo>
                  <a:pt x="654" y="26"/>
                </a:lnTo>
                <a:lnTo>
                  <a:pt x="660" y="29"/>
                </a:lnTo>
                <a:lnTo>
                  <a:pt x="666" y="32"/>
                </a:lnTo>
                <a:lnTo>
                  <a:pt x="671" y="37"/>
                </a:lnTo>
                <a:lnTo>
                  <a:pt x="676" y="41"/>
                </a:lnTo>
                <a:lnTo>
                  <a:pt x="681" y="46"/>
                </a:lnTo>
                <a:lnTo>
                  <a:pt x="686" y="51"/>
                </a:lnTo>
                <a:lnTo>
                  <a:pt x="691" y="56"/>
                </a:lnTo>
                <a:lnTo>
                  <a:pt x="695" y="61"/>
                </a:lnTo>
                <a:lnTo>
                  <a:pt x="700" y="67"/>
                </a:lnTo>
                <a:lnTo>
                  <a:pt x="704" y="72"/>
                </a:lnTo>
                <a:lnTo>
                  <a:pt x="708" y="78"/>
                </a:lnTo>
                <a:lnTo>
                  <a:pt x="712" y="84"/>
                </a:lnTo>
                <a:lnTo>
                  <a:pt x="716" y="89"/>
                </a:lnTo>
                <a:lnTo>
                  <a:pt x="720" y="95"/>
                </a:lnTo>
                <a:lnTo>
                  <a:pt x="724" y="100"/>
                </a:lnTo>
                <a:lnTo>
                  <a:pt x="728" y="105"/>
                </a:lnTo>
                <a:lnTo>
                  <a:pt x="732" y="109"/>
                </a:lnTo>
                <a:lnTo>
                  <a:pt x="737" y="114"/>
                </a:lnTo>
                <a:lnTo>
                  <a:pt x="741" y="118"/>
                </a:lnTo>
                <a:lnTo>
                  <a:pt x="745" y="122"/>
                </a:lnTo>
                <a:lnTo>
                  <a:pt x="750" y="126"/>
                </a:lnTo>
                <a:lnTo>
                  <a:pt x="755" y="129"/>
                </a:lnTo>
                <a:lnTo>
                  <a:pt x="760" y="132"/>
                </a:lnTo>
                <a:lnTo>
                  <a:pt x="765" y="135"/>
                </a:lnTo>
                <a:lnTo>
                  <a:pt x="771" y="137"/>
                </a:lnTo>
                <a:lnTo>
                  <a:pt x="776" y="140"/>
                </a:lnTo>
                <a:lnTo>
                  <a:pt x="782" y="142"/>
                </a:lnTo>
                <a:lnTo>
                  <a:pt x="788" y="144"/>
                </a:lnTo>
                <a:lnTo>
                  <a:pt x="795" y="146"/>
                </a:lnTo>
                <a:lnTo>
                  <a:pt x="801" y="147"/>
                </a:lnTo>
                <a:lnTo>
                  <a:pt x="808" y="149"/>
                </a:lnTo>
                <a:lnTo>
                  <a:pt x="814" y="151"/>
                </a:lnTo>
                <a:lnTo>
                  <a:pt x="821" y="153"/>
                </a:lnTo>
                <a:lnTo>
                  <a:pt x="828" y="154"/>
                </a:lnTo>
                <a:lnTo>
                  <a:pt x="835" y="156"/>
                </a:lnTo>
                <a:lnTo>
                  <a:pt x="841" y="159"/>
                </a:lnTo>
                <a:lnTo>
                  <a:pt x="848" y="161"/>
                </a:lnTo>
                <a:lnTo>
                  <a:pt x="854" y="164"/>
                </a:lnTo>
                <a:lnTo>
                  <a:pt x="861" y="167"/>
                </a:lnTo>
                <a:lnTo>
                  <a:pt x="867" y="170"/>
                </a:lnTo>
                <a:lnTo>
                  <a:pt x="873" y="173"/>
                </a:lnTo>
                <a:lnTo>
                  <a:pt x="878" y="177"/>
                </a:lnTo>
                <a:lnTo>
                  <a:pt x="883" y="181"/>
                </a:lnTo>
                <a:lnTo>
                  <a:pt x="888" y="186"/>
                </a:lnTo>
                <a:lnTo>
                  <a:pt x="893" y="191"/>
                </a:lnTo>
                <a:lnTo>
                  <a:pt x="897" y="196"/>
                </a:lnTo>
                <a:lnTo>
                  <a:pt x="900" y="201"/>
                </a:lnTo>
                <a:lnTo>
                  <a:pt x="904" y="207"/>
                </a:lnTo>
                <a:lnTo>
                  <a:pt x="906" y="213"/>
                </a:lnTo>
                <a:lnTo>
                  <a:pt x="909" y="219"/>
                </a:lnTo>
                <a:lnTo>
                  <a:pt x="911" y="226"/>
                </a:lnTo>
                <a:lnTo>
                  <a:pt x="912" y="232"/>
                </a:lnTo>
                <a:lnTo>
                  <a:pt x="914" y="239"/>
                </a:lnTo>
                <a:lnTo>
                  <a:pt x="915" y="246"/>
                </a:lnTo>
                <a:lnTo>
                  <a:pt x="915" y="253"/>
                </a:lnTo>
                <a:lnTo>
                  <a:pt x="916" y="260"/>
                </a:lnTo>
                <a:lnTo>
                  <a:pt x="916" y="267"/>
                </a:lnTo>
                <a:lnTo>
                  <a:pt x="916" y="274"/>
                </a:lnTo>
                <a:lnTo>
                  <a:pt x="916" y="281"/>
                </a:lnTo>
                <a:lnTo>
                  <a:pt x="916" y="288"/>
                </a:lnTo>
                <a:lnTo>
                  <a:pt x="916" y="295"/>
                </a:lnTo>
                <a:lnTo>
                  <a:pt x="916" y="301"/>
                </a:lnTo>
                <a:lnTo>
                  <a:pt x="917" y="308"/>
                </a:lnTo>
                <a:lnTo>
                  <a:pt x="917" y="314"/>
                </a:lnTo>
                <a:lnTo>
                  <a:pt x="917" y="321"/>
                </a:lnTo>
                <a:lnTo>
                  <a:pt x="918" y="327"/>
                </a:lnTo>
                <a:lnTo>
                  <a:pt x="919" y="333"/>
                </a:lnTo>
                <a:lnTo>
                  <a:pt x="921" y="339"/>
                </a:lnTo>
                <a:lnTo>
                  <a:pt x="922" y="344"/>
                </a:lnTo>
                <a:lnTo>
                  <a:pt x="924" y="350"/>
                </a:lnTo>
                <a:lnTo>
                  <a:pt x="927" y="355"/>
                </a:lnTo>
                <a:lnTo>
                  <a:pt x="929" y="361"/>
                </a:lnTo>
                <a:lnTo>
                  <a:pt x="932" y="366"/>
                </a:lnTo>
                <a:lnTo>
                  <a:pt x="935" y="371"/>
                </a:lnTo>
                <a:lnTo>
                  <a:pt x="939" y="376"/>
                </a:lnTo>
                <a:lnTo>
                  <a:pt x="943" y="381"/>
                </a:lnTo>
                <a:lnTo>
                  <a:pt x="947" y="387"/>
                </a:lnTo>
                <a:lnTo>
                  <a:pt x="951" y="392"/>
                </a:lnTo>
                <a:lnTo>
                  <a:pt x="955" y="397"/>
                </a:lnTo>
                <a:lnTo>
                  <a:pt x="960" y="402"/>
                </a:lnTo>
                <a:lnTo>
                  <a:pt x="964" y="408"/>
                </a:lnTo>
                <a:lnTo>
                  <a:pt x="968" y="413"/>
                </a:lnTo>
                <a:lnTo>
                  <a:pt x="973" y="419"/>
                </a:lnTo>
                <a:lnTo>
                  <a:pt x="977" y="424"/>
                </a:lnTo>
                <a:lnTo>
                  <a:pt x="981" y="430"/>
                </a:lnTo>
                <a:lnTo>
                  <a:pt x="984" y="436"/>
                </a:lnTo>
                <a:lnTo>
                  <a:pt x="988" y="442"/>
                </a:lnTo>
                <a:lnTo>
                  <a:pt x="991" y="448"/>
                </a:lnTo>
                <a:lnTo>
                  <a:pt x="994" y="455"/>
                </a:lnTo>
                <a:lnTo>
                  <a:pt x="996" y="461"/>
                </a:lnTo>
                <a:lnTo>
                  <a:pt x="997" y="467"/>
                </a:lnTo>
                <a:lnTo>
                  <a:pt x="999" y="474"/>
                </a:lnTo>
                <a:lnTo>
                  <a:pt x="1000" y="480"/>
                </a:lnTo>
                <a:lnTo>
                  <a:pt x="1000" y="487"/>
                </a:lnTo>
                <a:lnTo>
                  <a:pt x="1000" y="493"/>
                </a:lnTo>
                <a:close/>
              </a:path>
            </a:pathLst>
          </a:custGeom>
          <a:solidFill>
            <a:srgbClr val="036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743200"/>
            <a:ext cx="6400800" cy="548640"/>
          </a:xfrm>
          <a:prstGeom prst="rect">
            <a:avLst/>
          </a:prstGeom>
          <a:noFill/>
        </p:spPr>
        <p:txBody>
          <a:bodyPr wrap="square" anchor="ctr" lIns="0" rIns="0" tIns="0" bIns="0">
            <a:spAutoFit/>
          </a:bodyPr>
          <a:lstStyle/>
          <a:p>
            <a:pPr algn="ctr">
              <a:lnSpc>
                <a:spcPct val="100000"/>
              </a:lnSpc>
            </a:pPr>
            <a:r>
              <a:rPr sz="2700" b="1" spc="400">
                <a:solidFill>
                  <a:srgbClr val="FFFFFF"/>
                </a:solidFill>
                <a:latin typeface="Montserrat"/>
              </a:rPr>
              <a:t>PASSO</a:t>
            </a:r>
          </a:p>
        </p:txBody>
      </p:sp>
      <p:sp>
        <p:nvSpPr>
          <p:cNvPr id="6" name="TextBox 5"/>
          <p:cNvSpPr txBox="1"/>
          <p:nvPr/>
        </p:nvSpPr>
        <p:spPr>
          <a:xfrm>
            <a:off x="1371600" y="3246120"/>
            <a:ext cx="6400800" cy="2926080"/>
          </a:xfrm>
          <a:prstGeom prst="rect">
            <a:avLst/>
          </a:prstGeom>
          <a:noFill/>
        </p:spPr>
        <p:txBody>
          <a:bodyPr wrap="square" anchor="ctr" lIns="0" rIns="0" tIns="0" bIns="0">
            <a:spAutoFit/>
          </a:bodyPr>
          <a:lstStyle/>
          <a:p>
            <a:pPr algn="ctr">
              <a:lnSpc>
                <a:spcPct val="100000"/>
              </a:lnSpc>
            </a:pPr>
            <a:r>
              <a:rPr sz="16200" b="1" spc="-300">
                <a:solidFill>
                  <a:srgbClr val="FFFFFF"/>
                </a:solidFill>
                <a:latin typeface="Montserrat"/>
              </a:rPr>
              <a:t>01</a:t>
            </a:r>
          </a:p>
        </p:txBody>
      </p:sp>
      <p:sp>
        <p:nvSpPr>
          <p:cNvPr id="7" name="Rectangle 6"/>
          <p:cNvSpPr/>
          <p:nvPr/>
        </p:nvSpPr>
        <p:spPr>
          <a:xfrm>
            <a:off x="9144000" y="12984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12680" y="1143000"/>
            <a:ext cx="9144000" cy="457200"/>
          </a:xfrm>
          <a:prstGeom prst="rect">
            <a:avLst/>
          </a:prstGeom>
          <a:noFill/>
        </p:spPr>
        <p:txBody>
          <a:bodyPr wrap="square" anchor="t" lIns="0" rIns="0" tIns="0" bIns="0">
            <a:spAutoFit/>
          </a:bodyPr>
          <a:lstStyle/>
          <a:p>
            <a:pPr algn="l">
              <a:lnSpc>
                <a:spcPct val="100000"/>
              </a:lnSpc>
            </a:pPr>
            <a:r>
              <a:rPr sz="2000" b="1" spc="300">
                <a:solidFill>
                  <a:srgbClr val="5E9E17"/>
                </a:solidFill>
                <a:latin typeface="Montserrat"/>
              </a:rPr>
              <a:t>PASSO 01 DE 12</a:t>
            </a:r>
          </a:p>
        </p:txBody>
      </p:sp>
      <p:sp>
        <p:nvSpPr>
          <p:cNvPr id="9" name="TextBox 8"/>
          <p:cNvSpPr txBox="1"/>
          <p:nvPr/>
        </p:nvSpPr>
        <p:spPr>
          <a:xfrm>
            <a:off x="9144000" y="1737360"/>
            <a:ext cx="8778240" cy="6675120"/>
          </a:xfrm>
          <a:prstGeom prst="rect">
            <a:avLst/>
          </a:prstGeom>
          <a:noFill/>
        </p:spPr>
        <p:txBody>
          <a:bodyPr wrap="square" anchor="ctr" lIns="0" rIns="0" tIns="0" bIns="0">
            <a:spAutoFit/>
          </a:bodyPr>
          <a:lstStyle/>
          <a:p>
            <a:pPr algn="l">
              <a:lnSpc>
                <a:spcPct val="100000"/>
              </a:lnSpc>
            </a:pPr>
            <a:r>
              <a:rPr sz="7200" b="1" spc="-100">
                <a:solidFill>
                  <a:srgbClr val="004380"/>
                </a:solidFill>
                <a:latin typeface="Montserrat"/>
              </a:rPr>
              <a:t>É preciso</a:t>
            </a:r>
          </a:p>
          <a:p>
            <a:pPr algn="l">
              <a:lnSpc>
                <a:spcPct val="100000"/>
              </a:lnSpc>
            </a:pPr>
            <a:r>
              <a:rPr sz="7200" b="1" spc="-100">
                <a:solidFill>
                  <a:srgbClr val="004380"/>
                </a:solidFill>
                <a:latin typeface="Montserrat"/>
              </a:rPr>
              <a:t>corrigir rotas</a:t>
            </a:r>
          </a:p>
          <a:p>
            <a:pPr algn="l">
              <a:lnSpc>
                <a:spcPct val="100000"/>
              </a:lnSpc>
            </a:pPr>
            <a:r>
              <a:rPr sz="7200" b="1" spc="-100">
                <a:solidFill>
                  <a:srgbClr val="004380"/>
                </a:solidFill>
                <a:latin typeface="Montserrat"/>
              </a:rPr>
              <a:t>e essa correção</a:t>
            </a:r>
          </a:p>
          <a:p>
            <a:pPr algn="l">
              <a:lnSpc>
                <a:spcPct val="100000"/>
              </a:lnSpc>
            </a:pPr>
            <a:r>
              <a:rPr sz="7200" b="1" spc="-100">
                <a:solidFill>
                  <a:srgbClr val="004380"/>
                </a:solidFill>
                <a:latin typeface="Montserrat"/>
              </a:rPr>
              <a:t>de rotas</a:t>
            </a:r>
          </a:p>
          <a:p>
            <a:pPr algn="l">
              <a:lnSpc>
                <a:spcPct val="100000"/>
              </a:lnSpc>
            </a:pPr>
            <a:r>
              <a:rPr sz="7200" b="1" spc="-100">
                <a:solidFill>
                  <a:srgbClr val="0263BA"/>
                </a:solidFill>
                <a:latin typeface="Montserrat"/>
              </a:rPr>
              <a:t>começa em nós.</a:t>
            </a:r>
          </a:p>
        </p:txBody>
      </p:sp>
      <p:sp>
        <p:nvSpPr>
          <p:cNvPr id="10" name="Rounded Rectangle 9"/>
          <p:cNvSpPr/>
          <p:nvPr/>
        </p:nvSpPr>
        <p:spPr>
          <a:xfrm>
            <a:off x="9144000"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48088"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552176"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256264"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960352"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664440"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3368528"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4072616"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4776704"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5480792"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6184880"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6888968"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gradFill rotWithShape="1">
            <a:gsLst>
              <a:gs pos="0">
                <a:srgbClr val="036554"/>
              </a:gs>
              <a:gs pos="100000">
                <a:srgbClr val="0263BA"/>
              </a:gs>
            </a:gsLst>
            <a:lin ang="21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149840" y="1298448"/>
            <a:ext cx="7680960" cy="7680960"/>
          </a:xfrm>
          <a:custGeom>
            <a:avLst/>
            <a:gdLst/>
            <a:ahLst/>
            <a:cxnLst/>
            <a:rect l="0" t="0" r="r" b="b"/>
            <a:pathLst>
              <a:path w="1000" h="1000">
                <a:moveTo>
                  <a:pt x="1000" y="500"/>
                </a:moveTo>
                <a:lnTo>
                  <a:pt x="1000" y="507"/>
                </a:lnTo>
                <a:lnTo>
                  <a:pt x="999" y="513"/>
                </a:lnTo>
                <a:lnTo>
                  <a:pt x="998" y="520"/>
                </a:lnTo>
                <a:lnTo>
                  <a:pt x="996" y="526"/>
                </a:lnTo>
                <a:lnTo>
                  <a:pt x="994" y="532"/>
                </a:lnTo>
                <a:lnTo>
                  <a:pt x="991" y="539"/>
                </a:lnTo>
                <a:lnTo>
                  <a:pt x="988" y="545"/>
                </a:lnTo>
                <a:lnTo>
                  <a:pt x="985" y="551"/>
                </a:lnTo>
                <a:lnTo>
                  <a:pt x="981" y="557"/>
                </a:lnTo>
                <a:lnTo>
                  <a:pt x="977" y="563"/>
                </a:lnTo>
                <a:lnTo>
                  <a:pt x="973" y="569"/>
                </a:lnTo>
                <a:lnTo>
                  <a:pt x="969" y="574"/>
                </a:lnTo>
                <a:lnTo>
                  <a:pt x="965" y="580"/>
                </a:lnTo>
                <a:lnTo>
                  <a:pt x="961" y="585"/>
                </a:lnTo>
                <a:lnTo>
                  <a:pt x="956" y="591"/>
                </a:lnTo>
                <a:lnTo>
                  <a:pt x="952" y="596"/>
                </a:lnTo>
                <a:lnTo>
                  <a:pt x="948" y="601"/>
                </a:lnTo>
                <a:lnTo>
                  <a:pt x="945" y="607"/>
                </a:lnTo>
                <a:lnTo>
                  <a:pt x="941" y="612"/>
                </a:lnTo>
                <a:lnTo>
                  <a:pt x="938" y="617"/>
                </a:lnTo>
                <a:lnTo>
                  <a:pt x="935" y="623"/>
                </a:lnTo>
                <a:lnTo>
                  <a:pt x="932" y="628"/>
                </a:lnTo>
                <a:lnTo>
                  <a:pt x="930" y="634"/>
                </a:lnTo>
                <a:lnTo>
                  <a:pt x="928" y="639"/>
                </a:lnTo>
                <a:lnTo>
                  <a:pt x="926" y="645"/>
                </a:lnTo>
                <a:lnTo>
                  <a:pt x="925" y="650"/>
                </a:lnTo>
                <a:lnTo>
                  <a:pt x="924" y="656"/>
                </a:lnTo>
                <a:lnTo>
                  <a:pt x="923" y="662"/>
                </a:lnTo>
                <a:lnTo>
                  <a:pt x="923" y="669"/>
                </a:lnTo>
                <a:lnTo>
                  <a:pt x="923" y="675"/>
                </a:lnTo>
                <a:lnTo>
                  <a:pt x="922" y="681"/>
                </a:lnTo>
                <a:lnTo>
                  <a:pt x="923" y="688"/>
                </a:lnTo>
                <a:lnTo>
                  <a:pt x="923" y="695"/>
                </a:lnTo>
                <a:lnTo>
                  <a:pt x="923" y="702"/>
                </a:lnTo>
                <a:lnTo>
                  <a:pt x="923" y="709"/>
                </a:lnTo>
                <a:lnTo>
                  <a:pt x="923" y="716"/>
                </a:lnTo>
                <a:lnTo>
                  <a:pt x="923" y="723"/>
                </a:lnTo>
                <a:lnTo>
                  <a:pt x="923" y="730"/>
                </a:lnTo>
                <a:lnTo>
                  <a:pt x="923" y="737"/>
                </a:lnTo>
                <a:lnTo>
                  <a:pt x="922" y="744"/>
                </a:lnTo>
                <a:lnTo>
                  <a:pt x="921" y="751"/>
                </a:lnTo>
                <a:lnTo>
                  <a:pt x="920" y="757"/>
                </a:lnTo>
                <a:lnTo>
                  <a:pt x="918" y="764"/>
                </a:lnTo>
                <a:lnTo>
                  <a:pt x="917" y="770"/>
                </a:lnTo>
                <a:lnTo>
                  <a:pt x="914" y="777"/>
                </a:lnTo>
                <a:lnTo>
                  <a:pt x="911" y="783"/>
                </a:lnTo>
                <a:lnTo>
                  <a:pt x="908" y="788"/>
                </a:lnTo>
                <a:lnTo>
                  <a:pt x="905" y="794"/>
                </a:lnTo>
                <a:lnTo>
                  <a:pt x="900" y="799"/>
                </a:lnTo>
                <a:lnTo>
                  <a:pt x="896" y="804"/>
                </a:lnTo>
                <a:lnTo>
                  <a:pt x="891" y="808"/>
                </a:lnTo>
                <a:lnTo>
                  <a:pt x="886" y="813"/>
                </a:lnTo>
                <a:lnTo>
                  <a:pt x="880" y="816"/>
                </a:lnTo>
                <a:lnTo>
                  <a:pt x="875" y="820"/>
                </a:lnTo>
                <a:lnTo>
                  <a:pt x="869" y="823"/>
                </a:lnTo>
                <a:lnTo>
                  <a:pt x="862" y="826"/>
                </a:lnTo>
                <a:lnTo>
                  <a:pt x="856" y="829"/>
                </a:lnTo>
                <a:lnTo>
                  <a:pt x="849" y="831"/>
                </a:lnTo>
                <a:lnTo>
                  <a:pt x="843" y="834"/>
                </a:lnTo>
                <a:lnTo>
                  <a:pt x="836" y="836"/>
                </a:lnTo>
                <a:lnTo>
                  <a:pt x="829" y="838"/>
                </a:lnTo>
                <a:lnTo>
                  <a:pt x="823" y="840"/>
                </a:lnTo>
                <a:lnTo>
                  <a:pt x="816" y="842"/>
                </a:lnTo>
                <a:lnTo>
                  <a:pt x="809" y="844"/>
                </a:lnTo>
                <a:lnTo>
                  <a:pt x="803" y="846"/>
                </a:lnTo>
                <a:lnTo>
                  <a:pt x="797" y="848"/>
                </a:lnTo>
                <a:lnTo>
                  <a:pt x="791" y="850"/>
                </a:lnTo>
                <a:lnTo>
                  <a:pt x="785" y="852"/>
                </a:lnTo>
                <a:lnTo>
                  <a:pt x="780" y="855"/>
                </a:lnTo>
                <a:lnTo>
                  <a:pt x="774" y="858"/>
                </a:lnTo>
                <a:lnTo>
                  <a:pt x="769" y="861"/>
                </a:lnTo>
                <a:lnTo>
                  <a:pt x="765" y="864"/>
                </a:lnTo>
                <a:lnTo>
                  <a:pt x="760" y="868"/>
                </a:lnTo>
                <a:lnTo>
                  <a:pt x="755" y="872"/>
                </a:lnTo>
                <a:lnTo>
                  <a:pt x="751" y="876"/>
                </a:lnTo>
                <a:lnTo>
                  <a:pt x="747" y="880"/>
                </a:lnTo>
                <a:lnTo>
                  <a:pt x="743" y="885"/>
                </a:lnTo>
                <a:lnTo>
                  <a:pt x="739" y="890"/>
                </a:lnTo>
                <a:lnTo>
                  <a:pt x="735" y="895"/>
                </a:lnTo>
                <a:lnTo>
                  <a:pt x="731" y="901"/>
                </a:lnTo>
                <a:lnTo>
                  <a:pt x="727" y="906"/>
                </a:lnTo>
                <a:lnTo>
                  <a:pt x="724" y="912"/>
                </a:lnTo>
                <a:lnTo>
                  <a:pt x="720" y="917"/>
                </a:lnTo>
                <a:lnTo>
                  <a:pt x="716" y="923"/>
                </a:lnTo>
                <a:lnTo>
                  <a:pt x="712" y="929"/>
                </a:lnTo>
                <a:lnTo>
                  <a:pt x="707" y="935"/>
                </a:lnTo>
                <a:lnTo>
                  <a:pt x="703" y="940"/>
                </a:lnTo>
                <a:lnTo>
                  <a:pt x="698" y="945"/>
                </a:lnTo>
                <a:lnTo>
                  <a:pt x="694" y="950"/>
                </a:lnTo>
                <a:lnTo>
                  <a:pt x="689" y="955"/>
                </a:lnTo>
                <a:lnTo>
                  <a:pt x="683" y="960"/>
                </a:lnTo>
                <a:lnTo>
                  <a:pt x="678" y="964"/>
                </a:lnTo>
                <a:lnTo>
                  <a:pt x="672" y="967"/>
                </a:lnTo>
                <a:lnTo>
                  <a:pt x="667" y="971"/>
                </a:lnTo>
                <a:lnTo>
                  <a:pt x="661" y="973"/>
                </a:lnTo>
                <a:lnTo>
                  <a:pt x="655" y="976"/>
                </a:lnTo>
                <a:lnTo>
                  <a:pt x="648" y="977"/>
                </a:lnTo>
                <a:lnTo>
                  <a:pt x="642" y="979"/>
                </a:lnTo>
                <a:lnTo>
                  <a:pt x="635" y="979"/>
                </a:lnTo>
                <a:lnTo>
                  <a:pt x="629" y="980"/>
                </a:lnTo>
                <a:lnTo>
                  <a:pt x="622" y="980"/>
                </a:lnTo>
                <a:lnTo>
                  <a:pt x="615" y="979"/>
                </a:lnTo>
                <a:lnTo>
                  <a:pt x="608" y="978"/>
                </a:lnTo>
                <a:lnTo>
                  <a:pt x="601" y="977"/>
                </a:lnTo>
                <a:lnTo>
                  <a:pt x="595" y="975"/>
                </a:lnTo>
                <a:lnTo>
                  <a:pt x="588" y="973"/>
                </a:lnTo>
                <a:lnTo>
                  <a:pt x="581" y="971"/>
                </a:lnTo>
                <a:lnTo>
                  <a:pt x="574" y="969"/>
                </a:lnTo>
                <a:lnTo>
                  <a:pt x="568" y="967"/>
                </a:lnTo>
                <a:lnTo>
                  <a:pt x="561" y="965"/>
                </a:lnTo>
                <a:lnTo>
                  <a:pt x="555" y="962"/>
                </a:lnTo>
                <a:lnTo>
                  <a:pt x="548" y="960"/>
                </a:lnTo>
                <a:lnTo>
                  <a:pt x="542" y="958"/>
                </a:lnTo>
                <a:lnTo>
                  <a:pt x="536" y="956"/>
                </a:lnTo>
                <a:lnTo>
                  <a:pt x="530" y="954"/>
                </a:lnTo>
                <a:lnTo>
                  <a:pt x="524" y="953"/>
                </a:lnTo>
                <a:lnTo>
                  <a:pt x="518" y="952"/>
                </a:lnTo>
                <a:lnTo>
                  <a:pt x="512" y="951"/>
                </a:lnTo>
                <a:lnTo>
                  <a:pt x="506" y="950"/>
                </a:lnTo>
                <a:lnTo>
                  <a:pt x="500" y="950"/>
                </a:lnTo>
                <a:lnTo>
                  <a:pt x="494" y="950"/>
                </a:lnTo>
                <a:lnTo>
                  <a:pt x="488" y="951"/>
                </a:lnTo>
                <a:lnTo>
                  <a:pt x="482" y="952"/>
                </a:lnTo>
                <a:lnTo>
                  <a:pt x="476" y="953"/>
                </a:lnTo>
                <a:lnTo>
                  <a:pt x="470" y="954"/>
                </a:lnTo>
                <a:lnTo>
                  <a:pt x="464" y="956"/>
                </a:lnTo>
                <a:lnTo>
                  <a:pt x="458" y="958"/>
                </a:lnTo>
                <a:lnTo>
                  <a:pt x="452" y="960"/>
                </a:lnTo>
                <a:lnTo>
                  <a:pt x="445" y="962"/>
                </a:lnTo>
                <a:lnTo>
                  <a:pt x="439" y="965"/>
                </a:lnTo>
                <a:lnTo>
                  <a:pt x="432" y="967"/>
                </a:lnTo>
                <a:lnTo>
                  <a:pt x="426" y="969"/>
                </a:lnTo>
                <a:lnTo>
                  <a:pt x="419" y="971"/>
                </a:lnTo>
                <a:lnTo>
                  <a:pt x="412" y="973"/>
                </a:lnTo>
                <a:lnTo>
                  <a:pt x="405" y="975"/>
                </a:lnTo>
                <a:lnTo>
                  <a:pt x="399" y="977"/>
                </a:lnTo>
                <a:lnTo>
                  <a:pt x="392" y="978"/>
                </a:lnTo>
                <a:lnTo>
                  <a:pt x="385" y="979"/>
                </a:lnTo>
                <a:lnTo>
                  <a:pt x="378" y="980"/>
                </a:lnTo>
                <a:lnTo>
                  <a:pt x="371" y="980"/>
                </a:lnTo>
                <a:lnTo>
                  <a:pt x="365" y="979"/>
                </a:lnTo>
                <a:lnTo>
                  <a:pt x="358" y="979"/>
                </a:lnTo>
                <a:lnTo>
                  <a:pt x="352" y="977"/>
                </a:lnTo>
                <a:lnTo>
                  <a:pt x="345" y="976"/>
                </a:lnTo>
                <a:lnTo>
                  <a:pt x="339" y="973"/>
                </a:lnTo>
                <a:lnTo>
                  <a:pt x="333" y="971"/>
                </a:lnTo>
                <a:lnTo>
                  <a:pt x="328" y="967"/>
                </a:lnTo>
                <a:lnTo>
                  <a:pt x="322" y="964"/>
                </a:lnTo>
                <a:lnTo>
                  <a:pt x="317" y="960"/>
                </a:lnTo>
                <a:lnTo>
                  <a:pt x="311" y="955"/>
                </a:lnTo>
                <a:lnTo>
                  <a:pt x="306" y="950"/>
                </a:lnTo>
                <a:lnTo>
                  <a:pt x="302" y="945"/>
                </a:lnTo>
                <a:lnTo>
                  <a:pt x="297" y="940"/>
                </a:lnTo>
                <a:lnTo>
                  <a:pt x="293" y="935"/>
                </a:lnTo>
                <a:lnTo>
                  <a:pt x="288" y="929"/>
                </a:lnTo>
                <a:lnTo>
                  <a:pt x="284" y="923"/>
                </a:lnTo>
                <a:lnTo>
                  <a:pt x="280" y="917"/>
                </a:lnTo>
                <a:lnTo>
                  <a:pt x="276" y="912"/>
                </a:lnTo>
                <a:lnTo>
                  <a:pt x="273" y="906"/>
                </a:lnTo>
                <a:lnTo>
                  <a:pt x="269" y="901"/>
                </a:lnTo>
                <a:lnTo>
                  <a:pt x="265" y="895"/>
                </a:lnTo>
                <a:lnTo>
                  <a:pt x="261" y="890"/>
                </a:lnTo>
                <a:lnTo>
                  <a:pt x="257" y="885"/>
                </a:lnTo>
                <a:lnTo>
                  <a:pt x="253" y="880"/>
                </a:lnTo>
                <a:lnTo>
                  <a:pt x="249" y="876"/>
                </a:lnTo>
                <a:lnTo>
                  <a:pt x="245" y="872"/>
                </a:lnTo>
                <a:lnTo>
                  <a:pt x="240" y="868"/>
                </a:lnTo>
                <a:lnTo>
                  <a:pt x="235" y="864"/>
                </a:lnTo>
                <a:lnTo>
                  <a:pt x="231" y="861"/>
                </a:lnTo>
                <a:lnTo>
                  <a:pt x="226" y="858"/>
                </a:lnTo>
                <a:lnTo>
                  <a:pt x="220" y="855"/>
                </a:lnTo>
                <a:lnTo>
                  <a:pt x="215" y="852"/>
                </a:lnTo>
                <a:lnTo>
                  <a:pt x="209" y="850"/>
                </a:lnTo>
                <a:lnTo>
                  <a:pt x="203" y="848"/>
                </a:lnTo>
                <a:lnTo>
                  <a:pt x="197" y="846"/>
                </a:lnTo>
                <a:lnTo>
                  <a:pt x="191" y="844"/>
                </a:lnTo>
                <a:lnTo>
                  <a:pt x="184" y="842"/>
                </a:lnTo>
                <a:lnTo>
                  <a:pt x="177" y="840"/>
                </a:lnTo>
                <a:lnTo>
                  <a:pt x="171" y="838"/>
                </a:lnTo>
                <a:lnTo>
                  <a:pt x="164" y="836"/>
                </a:lnTo>
                <a:lnTo>
                  <a:pt x="157" y="834"/>
                </a:lnTo>
                <a:lnTo>
                  <a:pt x="151" y="831"/>
                </a:lnTo>
                <a:lnTo>
                  <a:pt x="144" y="829"/>
                </a:lnTo>
                <a:lnTo>
                  <a:pt x="138" y="826"/>
                </a:lnTo>
                <a:lnTo>
                  <a:pt x="131" y="823"/>
                </a:lnTo>
                <a:lnTo>
                  <a:pt x="125" y="820"/>
                </a:lnTo>
                <a:lnTo>
                  <a:pt x="120" y="816"/>
                </a:lnTo>
                <a:lnTo>
                  <a:pt x="114" y="813"/>
                </a:lnTo>
                <a:lnTo>
                  <a:pt x="109" y="808"/>
                </a:lnTo>
                <a:lnTo>
                  <a:pt x="104" y="804"/>
                </a:lnTo>
                <a:lnTo>
                  <a:pt x="100" y="799"/>
                </a:lnTo>
                <a:lnTo>
                  <a:pt x="95" y="794"/>
                </a:lnTo>
                <a:lnTo>
                  <a:pt x="92" y="788"/>
                </a:lnTo>
                <a:lnTo>
                  <a:pt x="89" y="783"/>
                </a:lnTo>
                <a:lnTo>
                  <a:pt x="86" y="777"/>
                </a:lnTo>
                <a:lnTo>
                  <a:pt x="83" y="770"/>
                </a:lnTo>
                <a:lnTo>
                  <a:pt x="82" y="764"/>
                </a:lnTo>
                <a:lnTo>
                  <a:pt x="80" y="757"/>
                </a:lnTo>
                <a:lnTo>
                  <a:pt x="79" y="751"/>
                </a:lnTo>
                <a:lnTo>
                  <a:pt x="78" y="744"/>
                </a:lnTo>
                <a:lnTo>
                  <a:pt x="77" y="737"/>
                </a:lnTo>
                <a:lnTo>
                  <a:pt x="77" y="730"/>
                </a:lnTo>
                <a:lnTo>
                  <a:pt x="77" y="723"/>
                </a:lnTo>
                <a:lnTo>
                  <a:pt x="77" y="716"/>
                </a:lnTo>
                <a:lnTo>
                  <a:pt x="77" y="709"/>
                </a:lnTo>
                <a:lnTo>
                  <a:pt x="77" y="702"/>
                </a:lnTo>
                <a:lnTo>
                  <a:pt x="77" y="695"/>
                </a:lnTo>
                <a:lnTo>
                  <a:pt x="77" y="688"/>
                </a:lnTo>
                <a:lnTo>
                  <a:pt x="78" y="681"/>
                </a:lnTo>
                <a:lnTo>
                  <a:pt x="77" y="675"/>
                </a:lnTo>
                <a:lnTo>
                  <a:pt x="77" y="669"/>
                </a:lnTo>
                <a:lnTo>
                  <a:pt x="77" y="662"/>
                </a:lnTo>
                <a:lnTo>
                  <a:pt x="76" y="656"/>
                </a:lnTo>
                <a:lnTo>
                  <a:pt x="75" y="650"/>
                </a:lnTo>
                <a:lnTo>
                  <a:pt x="74" y="645"/>
                </a:lnTo>
                <a:lnTo>
                  <a:pt x="72" y="639"/>
                </a:lnTo>
                <a:lnTo>
                  <a:pt x="70" y="634"/>
                </a:lnTo>
                <a:lnTo>
                  <a:pt x="68" y="628"/>
                </a:lnTo>
                <a:lnTo>
                  <a:pt x="65" y="623"/>
                </a:lnTo>
                <a:lnTo>
                  <a:pt x="62" y="617"/>
                </a:lnTo>
                <a:lnTo>
                  <a:pt x="59" y="612"/>
                </a:lnTo>
                <a:lnTo>
                  <a:pt x="55" y="607"/>
                </a:lnTo>
                <a:lnTo>
                  <a:pt x="52" y="601"/>
                </a:lnTo>
                <a:lnTo>
                  <a:pt x="48" y="596"/>
                </a:lnTo>
                <a:lnTo>
                  <a:pt x="44" y="591"/>
                </a:lnTo>
                <a:lnTo>
                  <a:pt x="39" y="585"/>
                </a:lnTo>
                <a:lnTo>
                  <a:pt x="35" y="580"/>
                </a:lnTo>
                <a:lnTo>
                  <a:pt x="31" y="574"/>
                </a:lnTo>
                <a:lnTo>
                  <a:pt x="27" y="569"/>
                </a:lnTo>
                <a:lnTo>
                  <a:pt x="23" y="563"/>
                </a:lnTo>
                <a:lnTo>
                  <a:pt x="19" y="557"/>
                </a:lnTo>
                <a:lnTo>
                  <a:pt x="15" y="551"/>
                </a:lnTo>
                <a:lnTo>
                  <a:pt x="12" y="545"/>
                </a:lnTo>
                <a:lnTo>
                  <a:pt x="9" y="539"/>
                </a:lnTo>
                <a:lnTo>
                  <a:pt x="6" y="532"/>
                </a:lnTo>
                <a:lnTo>
                  <a:pt x="4" y="526"/>
                </a:lnTo>
                <a:lnTo>
                  <a:pt x="2" y="520"/>
                </a:lnTo>
                <a:lnTo>
                  <a:pt x="1" y="513"/>
                </a:lnTo>
                <a:lnTo>
                  <a:pt x="0" y="507"/>
                </a:lnTo>
                <a:lnTo>
                  <a:pt x="0" y="500"/>
                </a:lnTo>
                <a:lnTo>
                  <a:pt x="0" y="493"/>
                </a:lnTo>
                <a:lnTo>
                  <a:pt x="1" y="487"/>
                </a:lnTo>
                <a:lnTo>
                  <a:pt x="2" y="480"/>
                </a:lnTo>
                <a:lnTo>
                  <a:pt x="4" y="474"/>
                </a:lnTo>
                <a:lnTo>
                  <a:pt x="6" y="468"/>
                </a:lnTo>
                <a:lnTo>
                  <a:pt x="9" y="461"/>
                </a:lnTo>
                <a:lnTo>
                  <a:pt x="12" y="455"/>
                </a:lnTo>
                <a:lnTo>
                  <a:pt x="15" y="449"/>
                </a:lnTo>
                <a:lnTo>
                  <a:pt x="19" y="443"/>
                </a:lnTo>
                <a:lnTo>
                  <a:pt x="23" y="437"/>
                </a:lnTo>
                <a:lnTo>
                  <a:pt x="27" y="431"/>
                </a:lnTo>
                <a:lnTo>
                  <a:pt x="31" y="426"/>
                </a:lnTo>
                <a:lnTo>
                  <a:pt x="35" y="420"/>
                </a:lnTo>
                <a:lnTo>
                  <a:pt x="39" y="415"/>
                </a:lnTo>
                <a:lnTo>
                  <a:pt x="44" y="409"/>
                </a:lnTo>
                <a:lnTo>
                  <a:pt x="48" y="404"/>
                </a:lnTo>
                <a:lnTo>
                  <a:pt x="52" y="399"/>
                </a:lnTo>
                <a:lnTo>
                  <a:pt x="55" y="393"/>
                </a:lnTo>
                <a:lnTo>
                  <a:pt x="59" y="388"/>
                </a:lnTo>
                <a:lnTo>
                  <a:pt x="62" y="383"/>
                </a:lnTo>
                <a:lnTo>
                  <a:pt x="65" y="377"/>
                </a:lnTo>
                <a:lnTo>
                  <a:pt x="68" y="372"/>
                </a:lnTo>
                <a:lnTo>
                  <a:pt x="70" y="366"/>
                </a:lnTo>
                <a:lnTo>
                  <a:pt x="72" y="361"/>
                </a:lnTo>
                <a:lnTo>
                  <a:pt x="74" y="355"/>
                </a:lnTo>
                <a:lnTo>
                  <a:pt x="75" y="350"/>
                </a:lnTo>
                <a:lnTo>
                  <a:pt x="76" y="344"/>
                </a:lnTo>
                <a:lnTo>
                  <a:pt x="77" y="338"/>
                </a:lnTo>
                <a:lnTo>
                  <a:pt x="77" y="331"/>
                </a:lnTo>
                <a:lnTo>
                  <a:pt x="77" y="325"/>
                </a:lnTo>
                <a:lnTo>
                  <a:pt x="78" y="319"/>
                </a:lnTo>
                <a:lnTo>
                  <a:pt x="77" y="312"/>
                </a:lnTo>
                <a:lnTo>
                  <a:pt x="77" y="305"/>
                </a:lnTo>
                <a:lnTo>
                  <a:pt x="77" y="298"/>
                </a:lnTo>
                <a:lnTo>
                  <a:pt x="77" y="291"/>
                </a:lnTo>
                <a:lnTo>
                  <a:pt x="77" y="284"/>
                </a:lnTo>
                <a:lnTo>
                  <a:pt x="77" y="277"/>
                </a:lnTo>
                <a:lnTo>
                  <a:pt x="77" y="270"/>
                </a:lnTo>
                <a:lnTo>
                  <a:pt x="77" y="263"/>
                </a:lnTo>
                <a:lnTo>
                  <a:pt x="78" y="256"/>
                </a:lnTo>
                <a:lnTo>
                  <a:pt x="79" y="249"/>
                </a:lnTo>
                <a:lnTo>
                  <a:pt x="80" y="243"/>
                </a:lnTo>
                <a:lnTo>
                  <a:pt x="82" y="236"/>
                </a:lnTo>
                <a:lnTo>
                  <a:pt x="83" y="230"/>
                </a:lnTo>
                <a:lnTo>
                  <a:pt x="86" y="223"/>
                </a:lnTo>
                <a:lnTo>
                  <a:pt x="89" y="217"/>
                </a:lnTo>
                <a:lnTo>
                  <a:pt x="92" y="212"/>
                </a:lnTo>
                <a:lnTo>
                  <a:pt x="95" y="206"/>
                </a:lnTo>
                <a:lnTo>
                  <a:pt x="100" y="201"/>
                </a:lnTo>
                <a:lnTo>
                  <a:pt x="104" y="196"/>
                </a:lnTo>
                <a:lnTo>
                  <a:pt x="109" y="192"/>
                </a:lnTo>
                <a:lnTo>
                  <a:pt x="114" y="187"/>
                </a:lnTo>
                <a:lnTo>
                  <a:pt x="120" y="184"/>
                </a:lnTo>
                <a:lnTo>
                  <a:pt x="125" y="180"/>
                </a:lnTo>
                <a:lnTo>
                  <a:pt x="131" y="177"/>
                </a:lnTo>
                <a:lnTo>
                  <a:pt x="138" y="174"/>
                </a:lnTo>
                <a:lnTo>
                  <a:pt x="144" y="171"/>
                </a:lnTo>
                <a:lnTo>
                  <a:pt x="151" y="169"/>
                </a:lnTo>
                <a:lnTo>
                  <a:pt x="157" y="166"/>
                </a:lnTo>
                <a:lnTo>
                  <a:pt x="164" y="164"/>
                </a:lnTo>
                <a:lnTo>
                  <a:pt x="171" y="162"/>
                </a:lnTo>
                <a:lnTo>
                  <a:pt x="177" y="160"/>
                </a:lnTo>
                <a:lnTo>
                  <a:pt x="184" y="158"/>
                </a:lnTo>
                <a:lnTo>
                  <a:pt x="191" y="156"/>
                </a:lnTo>
                <a:lnTo>
                  <a:pt x="197" y="154"/>
                </a:lnTo>
                <a:lnTo>
                  <a:pt x="203" y="152"/>
                </a:lnTo>
                <a:lnTo>
                  <a:pt x="209" y="150"/>
                </a:lnTo>
                <a:lnTo>
                  <a:pt x="215" y="148"/>
                </a:lnTo>
                <a:lnTo>
                  <a:pt x="220" y="145"/>
                </a:lnTo>
                <a:lnTo>
                  <a:pt x="226" y="142"/>
                </a:lnTo>
                <a:lnTo>
                  <a:pt x="231" y="139"/>
                </a:lnTo>
                <a:lnTo>
                  <a:pt x="235" y="136"/>
                </a:lnTo>
                <a:lnTo>
                  <a:pt x="240" y="132"/>
                </a:lnTo>
                <a:lnTo>
                  <a:pt x="245" y="128"/>
                </a:lnTo>
                <a:lnTo>
                  <a:pt x="249" y="124"/>
                </a:lnTo>
                <a:lnTo>
                  <a:pt x="253" y="120"/>
                </a:lnTo>
                <a:lnTo>
                  <a:pt x="257" y="115"/>
                </a:lnTo>
                <a:lnTo>
                  <a:pt x="261" y="110"/>
                </a:lnTo>
                <a:lnTo>
                  <a:pt x="265" y="105"/>
                </a:lnTo>
                <a:lnTo>
                  <a:pt x="269" y="99"/>
                </a:lnTo>
                <a:lnTo>
                  <a:pt x="273" y="94"/>
                </a:lnTo>
                <a:lnTo>
                  <a:pt x="276" y="88"/>
                </a:lnTo>
                <a:lnTo>
                  <a:pt x="280" y="83"/>
                </a:lnTo>
                <a:lnTo>
                  <a:pt x="284" y="77"/>
                </a:lnTo>
                <a:lnTo>
                  <a:pt x="288" y="71"/>
                </a:lnTo>
                <a:lnTo>
                  <a:pt x="293" y="65"/>
                </a:lnTo>
                <a:lnTo>
                  <a:pt x="297" y="60"/>
                </a:lnTo>
                <a:lnTo>
                  <a:pt x="302" y="55"/>
                </a:lnTo>
                <a:lnTo>
                  <a:pt x="306" y="50"/>
                </a:lnTo>
                <a:lnTo>
                  <a:pt x="311" y="45"/>
                </a:lnTo>
                <a:lnTo>
                  <a:pt x="317" y="40"/>
                </a:lnTo>
                <a:lnTo>
                  <a:pt x="322" y="36"/>
                </a:lnTo>
                <a:lnTo>
                  <a:pt x="328" y="33"/>
                </a:lnTo>
                <a:lnTo>
                  <a:pt x="333" y="29"/>
                </a:lnTo>
                <a:lnTo>
                  <a:pt x="339" y="27"/>
                </a:lnTo>
                <a:lnTo>
                  <a:pt x="345" y="24"/>
                </a:lnTo>
                <a:lnTo>
                  <a:pt x="352" y="23"/>
                </a:lnTo>
                <a:lnTo>
                  <a:pt x="358" y="21"/>
                </a:lnTo>
                <a:lnTo>
                  <a:pt x="365" y="21"/>
                </a:lnTo>
                <a:lnTo>
                  <a:pt x="371" y="20"/>
                </a:lnTo>
                <a:lnTo>
                  <a:pt x="378" y="20"/>
                </a:lnTo>
                <a:lnTo>
                  <a:pt x="385" y="21"/>
                </a:lnTo>
                <a:lnTo>
                  <a:pt x="392" y="22"/>
                </a:lnTo>
                <a:lnTo>
                  <a:pt x="399" y="23"/>
                </a:lnTo>
                <a:lnTo>
                  <a:pt x="405" y="25"/>
                </a:lnTo>
                <a:lnTo>
                  <a:pt x="412" y="27"/>
                </a:lnTo>
                <a:lnTo>
                  <a:pt x="419" y="29"/>
                </a:lnTo>
                <a:lnTo>
                  <a:pt x="426" y="31"/>
                </a:lnTo>
                <a:lnTo>
                  <a:pt x="432" y="33"/>
                </a:lnTo>
                <a:lnTo>
                  <a:pt x="439" y="35"/>
                </a:lnTo>
                <a:lnTo>
                  <a:pt x="445" y="38"/>
                </a:lnTo>
                <a:lnTo>
                  <a:pt x="452" y="40"/>
                </a:lnTo>
                <a:lnTo>
                  <a:pt x="458" y="42"/>
                </a:lnTo>
                <a:lnTo>
                  <a:pt x="464" y="44"/>
                </a:lnTo>
                <a:lnTo>
                  <a:pt x="470" y="46"/>
                </a:lnTo>
                <a:lnTo>
                  <a:pt x="476" y="47"/>
                </a:lnTo>
                <a:lnTo>
                  <a:pt x="482" y="48"/>
                </a:lnTo>
                <a:lnTo>
                  <a:pt x="488" y="49"/>
                </a:lnTo>
                <a:lnTo>
                  <a:pt x="494" y="50"/>
                </a:lnTo>
                <a:lnTo>
                  <a:pt x="500" y="50"/>
                </a:lnTo>
                <a:lnTo>
                  <a:pt x="506" y="50"/>
                </a:lnTo>
                <a:lnTo>
                  <a:pt x="512" y="49"/>
                </a:lnTo>
                <a:lnTo>
                  <a:pt x="518" y="48"/>
                </a:lnTo>
                <a:lnTo>
                  <a:pt x="524" y="47"/>
                </a:lnTo>
                <a:lnTo>
                  <a:pt x="530" y="46"/>
                </a:lnTo>
                <a:lnTo>
                  <a:pt x="536" y="44"/>
                </a:lnTo>
                <a:lnTo>
                  <a:pt x="542" y="42"/>
                </a:lnTo>
                <a:lnTo>
                  <a:pt x="548" y="40"/>
                </a:lnTo>
                <a:lnTo>
                  <a:pt x="555" y="38"/>
                </a:lnTo>
                <a:lnTo>
                  <a:pt x="561" y="35"/>
                </a:lnTo>
                <a:lnTo>
                  <a:pt x="568" y="33"/>
                </a:lnTo>
                <a:lnTo>
                  <a:pt x="574" y="31"/>
                </a:lnTo>
                <a:lnTo>
                  <a:pt x="581" y="29"/>
                </a:lnTo>
                <a:lnTo>
                  <a:pt x="588" y="27"/>
                </a:lnTo>
                <a:lnTo>
                  <a:pt x="595" y="25"/>
                </a:lnTo>
                <a:lnTo>
                  <a:pt x="601" y="23"/>
                </a:lnTo>
                <a:lnTo>
                  <a:pt x="608" y="22"/>
                </a:lnTo>
                <a:lnTo>
                  <a:pt x="615" y="21"/>
                </a:lnTo>
                <a:lnTo>
                  <a:pt x="622" y="20"/>
                </a:lnTo>
                <a:lnTo>
                  <a:pt x="629" y="20"/>
                </a:lnTo>
                <a:lnTo>
                  <a:pt x="635" y="21"/>
                </a:lnTo>
                <a:lnTo>
                  <a:pt x="642" y="21"/>
                </a:lnTo>
                <a:lnTo>
                  <a:pt x="648" y="23"/>
                </a:lnTo>
                <a:lnTo>
                  <a:pt x="655" y="24"/>
                </a:lnTo>
                <a:lnTo>
                  <a:pt x="661" y="27"/>
                </a:lnTo>
                <a:lnTo>
                  <a:pt x="667" y="29"/>
                </a:lnTo>
                <a:lnTo>
                  <a:pt x="672" y="33"/>
                </a:lnTo>
                <a:lnTo>
                  <a:pt x="678" y="36"/>
                </a:lnTo>
                <a:lnTo>
                  <a:pt x="683" y="40"/>
                </a:lnTo>
                <a:lnTo>
                  <a:pt x="689" y="45"/>
                </a:lnTo>
                <a:lnTo>
                  <a:pt x="694" y="50"/>
                </a:lnTo>
                <a:lnTo>
                  <a:pt x="698" y="55"/>
                </a:lnTo>
                <a:lnTo>
                  <a:pt x="703" y="60"/>
                </a:lnTo>
                <a:lnTo>
                  <a:pt x="707" y="65"/>
                </a:lnTo>
                <a:lnTo>
                  <a:pt x="712" y="71"/>
                </a:lnTo>
                <a:lnTo>
                  <a:pt x="716" y="77"/>
                </a:lnTo>
                <a:lnTo>
                  <a:pt x="720" y="83"/>
                </a:lnTo>
                <a:lnTo>
                  <a:pt x="724" y="88"/>
                </a:lnTo>
                <a:lnTo>
                  <a:pt x="727" y="94"/>
                </a:lnTo>
                <a:lnTo>
                  <a:pt x="731" y="99"/>
                </a:lnTo>
                <a:lnTo>
                  <a:pt x="735" y="105"/>
                </a:lnTo>
                <a:lnTo>
                  <a:pt x="739" y="110"/>
                </a:lnTo>
                <a:lnTo>
                  <a:pt x="743" y="115"/>
                </a:lnTo>
                <a:lnTo>
                  <a:pt x="747" y="120"/>
                </a:lnTo>
                <a:lnTo>
                  <a:pt x="751" y="124"/>
                </a:lnTo>
                <a:lnTo>
                  <a:pt x="755" y="128"/>
                </a:lnTo>
                <a:lnTo>
                  <a:pt x="760" y="132"/>
                </a:lnTo>
                <a:lnTo>
                  <a:pt x="765" y="136"/>
                </a:lnTo>
                <a:lnTo>
                  <a:pt x="769" y="139"/>
                </a:lnTo>
                <a:lnTo>
                  <a:pt x="774" y="142"/>
                </a:lnTo>
                <a:lnTo>
                  <a:pt x="780" y="145"/>
                </a:lnTo>
                <a:lnTo>
                  <a:pt x="785" y="148"/>
                </a:lnTo>
                <a:lnTo>
                  <a:pt x="791" y="150"/>
                </a:lnTo>
                <a:lnTo>
                  <a:pt x="797" y="152"/>
                </a:lnTo>
                <a:lnTo>
                  <a:pt x="803" y="154"/>
                </a:lnTo>
                <a:lnTo>
                  <a:pt x="809" y="156"/>
                </a:lnTo>
                <a:lnTo>
                  <a:pt x="816" y="158"/>
                </a:lnTo>
                <a:lnTo>
                  <a:pt x="823" y="160"/>
                </a:lnTo>
                <a:lnTo>
                  <a:pt x="829" y="162"/>
                </a:lnTo>
                <a:lnTo>
                  <a:pt x="836" y="164"/>
                </a:lnTo>
                <a:lnTo>
                  <a:pt x="843" y="166"/>
                </a:lnTo>
                <a:lnTo>
                  <a:pt x="849" y="169"/>
                </a:lnTo>
                <a:lnTo>
                  <a:pt x="856" y="171"/>
                </a:lnTo>
                <a:lnTo>
                  <a:pt x="862" y="174"/>
                </a:lnTo>
                <a:lnTo>
                  <a:pt x="869" y="177"/>
                </a:lnTo>
                <a:lnTo>
                  <a:pt x="875" y="180"/>
                </a:lnTo>
                <a:lnTo>
                  <a:pt x="880" y="184"/>
                </a:lnTo>
                <a:lnTo>
                  <a:pt x="886" y="187"/>
                </a:lnTo>
                <a:lnTo>
                  <a:pt x="891" y="192"/>
                </a:lnTo>
                <a:lnTo>
                  <a:pt x="896" y="196"/>
                </a:lnTo>
                <a:lnTo>
                  <a:pt x="900" y="201"/>
                </a:lnTo>
                <a:lnTo>
                  <a:pt x="905" y="206"/>
                </a:lnTo>
                <a:lnTo>
                  <a:pt x="908" y="212"/>
                </a:lnTo>
                <a:lnTo>
                  <a:pt x="911" y="217"/>
                </a:lnTo>
                <a:lnTo>
                  <a:pt x="914" y="223"/>
                </a:lnTo>
                <a:lnTo>
                  <a:pt x="917" y="230"/>
                </a:lnTo>
                <a:lnTo>
                  <a:pt x="918" y="236"/>
                </a:lnTo>
                <a:lnTo>
                  <a:pt x="920" y="243"/>
                </a:lnTo>
                <a:lnTo>
                  <a:pt x="921" y="249"/>
                </a:lnTo>
                <a:lnTo>
                  <a:pt x="922" y="256"/>
                </a:lnTo>
                <a:lnTo>
                  <a:pt x="923" y="263"/>
                </a:lnTo>
                <a:lnTo>
                  <a:pt x="923" y="270"/>
                </a:lnTo>
                <a:lnTo>
                  <a:pt x="923" y="277"/>
                </a:lnTo>
                <a:lnTo>
                  <a:pt x="923" y="284"/>
                </a:lnTo>
                <a:lnTo>
                  <a:pt x="923" y="291"/>
                </a:lnTo>
                <a:lnTo>
                  <a:pt x="923" y="298"/>
                </a:lnTo>
                <a:lnTo>
                  <a:pt x="923" y="305"/>
                </a:lnTo>
                <a:lnTo>
                  <a:pt x="923" y="312"/>
                </a:lnTo>
                <a:lnTo>
                  <a:pt x="922" y="319"/>
                </a:lnTo>
                <a:lnTo>
                  <a:pt x="923" y="325"/>
                </a:lnTo>
                <a:lnTo>
                  <a:pt x="923" y="331"/>
                </a:lnTo>
                <a:lnTo>
                  <a:pt x="923" y="338"/>
                </a:lnTo>
                <a:lnTo>
                  <a:pt x="924" y="344"/>
                </a:lnTo>
                <a:lnTo>
                  <a:pt x="925" y="350"/>
                </a:lnTo>
                <a:lnTo>
                  <a:pt x="926" y="355"/>
                </a:lnTo>
                <a:lnTo>
                  <a:pt x="928" y="361"/>
                </a:lnTo>
                <a:lnTo>
                  <a:pt x="930" y="366"/>
                </a:lnTo>
                <a:lnTo>
                  <a:pt x="932" y="372"/>
                </a:lnTo>
                <a:lnTo>
                  <a:pt x="935" y="377"/>
                </a:lnTo>
                <a:lnTo>
                  <a:pt x="938" y="383"/>
                </a:lnTo>
                <a:lnTo>
                  <a:pt x="941" y="388"/>
                </a:lnTo>
                <a:lnTo>
                  <a:pt x="945" y="393"/>
                </a:lnTo>
                <a:lnTo>
                  <a:pt x="948" y="399"/>
                </a:lnTo>
                <a:lnTo>
                  <a:pt x="952" y="404"/>
                </a:lnTo>
                <a:lnTo>
                  <a:pt x="956" y="409"/>
                </a:lnTo>
                <a:lnTo>
                  <a:pt x="961" y="415"/>
                </a:lnTo>
                <a:lnTo>
                  <a:pt x="965" y="420"/>
                </a:lnTo>
                <a:lnTo>
                  <a:pt x="969" y="426"/>
                </a:lnTo>
                <a:lnTo>
                  <a:pt x="973" y="431"/>
                </a:lnTo>
                <a:lnTo>
                  <a:pt x="977" y="437"/>
                </a:lnTo>
                <a:lnTo>
                  <a:pt x="981" y="443"/>
                </a:lnTo>
                <a:lnTo>
                  <a:pt x="985" y="449"/>
                </a:lnTo>
                <a:lnTo>
                  <a:pt x="988" y="455"/>
                </a:lnTo>
                <a:lnTo>
                  <a:pt x="991" y="461"/>
                </a:lnTo>
                <a:lnTo>
                  <a:pt x="994" y="468"/>
                </a:lnTo>
                <a:lnTo>
                  <a:pt x="996" y="474"/>
                </a:lnTo>
                <a:lnTo>
                  <a:pt x="998" y="480"/>
                </a:lnTo>
                <a:lnTo>
                  <a:pt x="999" y="487"/>
                </a:lnTo>
                <a:lnTo>
                  <a:pt x="1000" y="493"/>
                </a:lnTo>
                <a:close/>
              </a:path>
            </a:pathLst>
          </a:custGeom>
          <a:solidFill>
            <a:srgbClr val="85C227"/>
          </a:solidFill>
          <a:ln w="762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148364" y="2296972"/>
            <a:ext cx="5683910" cy="568391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5e490303c068.png"/>
          <p:cNvPicPr>
            <a:picLocks noChangeAspect="1"/>
          </p:cNvPicPr>
          <p:nvPr/>
        </p:nvPicPr>
        <p:blipFill>
          <a:blip r:embed="rId2"/>
          <a:stretch>
            <a:fillRect/>
          </a:stretch>
        </p:blipFill>
        <p:spPr>
          <a:xfrm>
            <a:off x="11340388" y="2488996"/>
            <a:ext cx="5299862" cy="5299862"/>
          </a:xfrm>
          <a:prstGeom prst="rect">
            <a:avLst/>
          </a:prstGeom>
        </p:spPr>
      </p:pic>
      <p:sp>
        <p:nvSpPr>
          <p:cNvPr id="6" name="Rectangle 5"/>
          <p:cNvSpPr/>
          <p:nvPr/>
        </p:nvSpPr>
        <p:spPr>
          <a:xfrm>
            <a:off x="1097280" y="12984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65960" y="1143000"/>
            <a:ext cx="9144000" cy="457200"/>
          </a:xfrm>
          <a:prstGeom prst="rect">
            <a:avLst/>
          </a:prstGeom>
          <a:noFill/>
        </p:spPr>
        <p:txBody>
          <a:bodyPr wrap="square" anchor="t" lIns="0" rIns="0" tIns="0" bIns="0">
            <a:spAutoFit/>
          </a:bodyPr>
          <a:lstStyle/>
          <a:p>
            <a:pPr algn="l">
              <a:lnSpc>
                <a:spcPct val="100000"/>
              </a:lnSpc>
            </a:pPr>
            <a:r>
              <a:rPr sz="2000" b="1" spc="300">
                <a:solidFill>
                  <a:srgbClr val="85C227"/>
                </a:solidFill>
                <a:latin typeface="Montserrat"/>
              </a:rPr>
              <a:t>PARTE 4 · O PLANO EDUCATIVO</a:t>
            </a:r>
          </a:p>
        </p:txBody>
      </p:sp>
      <p:sp>
        <p:nvSpPr>
          <p:cNvPr id="8" name="TextBox 7"/>
          <p:cNvSpPr txBox="1"/>
          <p:nvPr/>
        </p:nvSpPr>
        <p:spPr>
          <a:xfrm>
            <a:off x="1097280" y="1828800"/>
            <a:ext cx="8778240" cy="6949440"/>
          </a:xfrm>
          <a:prstGeom prst="rect">
            <a:avLst/>
          </a:prstGeom>
          <a:noFill/>
        </p:spPr>
        <p:txBody>
          <a:bodyPr wrap="square" anchor="ctr" lIns="0" rIns="0" tIns="0" bIns="0">
            <a:spAutoFit/>
          </a:bodyPr>
          <a:lstStyle/>
          <a:p>
            <a:pPr algn="l">
              <a:lnSpc>
                <a:spcPct val="98000"/>
              </a:lnSpc>
            </a:pPr>
            <a:r>
              <a:rPr sz="4900" b="0">
                <a:solidFill>
                  <a:srgbClr val="FFFFFF"/>
                </a:solidFill>
                <a:latin typeface="Montserrat"/>
              </a:rPr>
              <a:t>A mudança que você deseja</a:t>
            </a:r>
          </a:p>
          <a:p>
            <a:pPr algn="l">
              <a:lnSpc>
                <a:spcPct val="98000"/>
              </a:lnSpc>
            </a:pPr>
            <a:r>
              <a:rPr sz="4900" b="0">
                <a:solidFill>
                  <a:srgbClr val="FFFFFF"/>
                </a:solidFill>
                <a:latin typeface="Montserrat"/>
              </a:rPr>
              <a:t>na sua casa, na sua família,</a:t>
            </a:r>
          </a:p>
          <a:p>
            <a:pPr algn="l">
              <a:lnSpc>
                <a:spcPct val="98000"/>
              </a:lnSpc>
            </a:pPr>
            <a:r>
              <a:rPr sz="4900" b="0">
                <a:solidFill>
                  <a:srgbClr val="FFFFFF"/>
                </a:solidFill>
                <a:latin typeface="Montserrat"/>
              </a:rPr>
              <a:t>no seu lar…</a:t>
            </a:r>
          </a:p>
          <a:p>
            <a:pPr algn="l">
              <a:lnSpc>
                <a:spcPct val="98000"/>
              </a:lnSpc>
            </a:pPr>
            <a:r>
              <a:rPr sz="1800">
                <a:latin typeface="Montserrat"/>
              </a:rPr>
              <a:t> </a:t>
            </a:r>
          </a:p>
          <a:p>
            <a:pPr algn="l">
              <a:lnSpc>
                <a:spcPct val="98000"/>
              </a:lnSpc>
            </a:pPr>
            <a:r>
              <a:rPr sz="11300" b="1" spc="-250">
                <a:solidFill>
                  <a:srgbClr val="85C227"/>
                </a:solidFill>
                <a:latin typeface="Montserrat"/>
              </a:rPr>
              <a:t>começa</a:t>
            </a:r>
          </a:p>
          <a:p>
            <a:pPr algn="l">
              <a:lnSpc>
                <a:spcPct val="98000"/>
              </a:lnSpc>
            </a:pPr>
            <a:r>
              <a:rPr sz="11300" b="1" spc="-250">
                <a:solidFill>
                  <a:srgbClr val="85C227"/>
                </a:solidFill>
                <a:latin typeface="Montserrat"/>
              </a:rPr>
              <a:t>em você!</a:t>
            </a:r>
          </a:p>
        </p:txBody>
      </p:sp>
      <p:pic>
        <p:nvPicPr>
          <p:cNvPr id="9" name="Picture 8" descr="logo_h_white.png"/>
          <p:cNvPicPr>
            <a:picLocks noChangeAspect="1"/>
          </p:cNvPicPr>
          <p:nvPr/>
        </p:nvPicPr>
        <p:blipFill>
          <a:blip r:embed="rId3"/>
          <a:stretch>
            <a:fillRect/>
          </a:stretch>
        </p:blipFill>
        <p:spPr>
          <a:xfrm>
            <a:off x="1097280" y="9235440"/>
            <a:ext cx="1569746" cy="59436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gradFill rotWithShape="1">
            <a:gsLst>
              <a:gs pos="0">
                <a:srgbClr val="002B52"/>
              </a:gs>
              <a:gs pos="100000">
                <a:srgbClr val="036554"/>
              </a:gs>
            </a:gsLst>
            <a:lin ang="21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508760"/>
            <a:ext cx="6400800" cy="6400800"/>
          </a:xfrm>
          <a:custGeom>
            <a:avLst/>
            <a:gdLst/>
            <a:ahLst/>
            <a:cxnLst/>
            <a:rect l="0" t="0" r="r" b="b"/>
            <a:pathLst>
              <a:path w="1000" h="1000">
                <a:moveTo>
                  <a:pt x="1000" y="500"/>
                </a:moveTo>
                <a:lnTo>
                  <a:pt x="1000" y="507"/>
                </a:lnTo>
                <a:lnTo>
                  <a:pt x="999" y="513"/>
                </a:lnTo>
                <a:lnTo>
                  <a:pt x="998" y="520"/>
                </a:lnTo>
                <a:lnTo>
                  <a:pt x="996" y="526"/>
                </a:lnTo>
                <a:lnTo>
                  <a:pt x="994" y="532"/>
                </a:lnTo>
                <a:lnTo>
                  <a:pt x="991" y="539"/>
                </a:lnTo>
                <a:lnTo>
                  <a:pt x="988" y="545"/>
                </a:lnTo>
                <a:lnTo>
                  <a:pt x="985" y="551"/>
                </a:lnTo>
                <a:lnTo>
                  <a:pt x="981" y="557"/>
                </a:lnTo>
                <a:lnTo>
                  <a:pt x="977" y="563"/>
                </a:lnTo>
                <a:lnTo>
                  <a:pt x="973" y="569"/>
                </a:lnTo>
                <a:lnTo>
                  <a:pt x="969" y="574"/>
                </a:lnTo>
                <a:lnTo>
                  <a:pt x="965" y="580"/>
                </a:lnTo>
                <a:lnTo>
                  <a:pt x="961" y="585"/>
                </a:lnTo>
                <a:lnTo>
                  <a:pt x="956" y="591"/>
                </a:lnTo>
                <a:lnTo>
                  <a:pt x="952" y="596"/>
                </a:lnTo>
                <a:lnTo>
                  <a:pt x="948" y="601"/>
                </a:lnTo>
                <a:lnTo>
                  <a:pt x="945" y="607"/>
                </a:lnTo>
                <a:lnTo>
                  <a:pt x="941" y="612"/>
                </a:lnTo>
                <a:lnTo>
                  <a:pt x="938" y="617"/>
                </a:lnTo>
                <a:lnTo>
                  <a:pt x="935" y="623"/>
                </a:lnTo>
                <a:lnTo>
                  <a:pt x="932" y="628"/>
                </a:lnTo>
                <a:lnTo>
                  <a:pt x="930" y="634"/>
                </a:lnTo>
                <a:lnTo>
                  <a:pt x="928" y="639"/>
                </a:lnTo>
                <a:lnTo>
                  <a:pt x="926" y="645"/>
                </a:lnTo>
                <a:lnTo>
                  <a:pt x="925" y="650"/>
                </a:lnTo>
                <a:lnTo>
                  <a:pt x="924" y="656"/>
                </a:lnTo>
                <a:lnTo>
                  <a:pt x="923" y="662"/>
                </a:lnTo>
                <a:lnTo>
                  <a:pt x="923" y="669"/>
                </a:lnTo>
                <a:lnTo>
                  <a:pt x="923" y="675"/>
                </a:lnTo>
                <a:lnTo>
                  <a:pt x="922" y="681"/>
                </a:lnTo>
                <a:lnTo>
                  <a:pt x="923" y="688"/>
                </a:lnTo>
                <a:lnTo>
                  <a:pt x="923" y="695"/>
                </a:lnTo>
                <a:lnTo>
                  <a:pt x="923" y="702"/>
                </a:lnTo>
                <a:lnTo>
                  <a:pt x="923" y="709"/>
                </a:lnTo>
                <a:lnTo>
                  <a:pt x="923" y="716"/>
                </a:lnTo>
                <a:lnTo>
                  <a:pt x="923" y="723"/>
                </a:lnTo>
                <a:lnTo>
                  <a:pt x="923" y="730"/>
                </a:lnTo>
                <a:lnTo>
                  <a:pt x="923" y="737"/>
                </a:lnTo>
                <a:lnTo>
                  <a:pt x="922" y="744"/>
                </a:lnTo>
                <a:lnTo>
                  <a:pt x="921" y="751"/>
                </a:lnTo>
                <a:lnTo>
                  <a:pt x="920" y="757"/>
                </a:lnTo>
                <a:lnTo>
                  <a:pt x="918" y="764"/>
                </a:lnTo>
                <a:lnTo>
                  <a:pt x="917" y="770"/>
                </a:lnTo>
                <a:lnTo>
                  <a:pt x="914" y="777"/>
                </a:lnTo>
                <a:lnTo>
                  <a:pt x="911" y="783"/>
                </a:lnTo>
                <a:lnTo>
                  <a:pt x="908" y="788"/>
                </a:lnTo>
                <a:lnTo>
                  <a:pt x="905" y="794"/>
                </a:lnTo>
                <a:lnTo>
                  <a:pt x="900" y="799"/>
                </a:lnTo>
                <a:lnTo>
                  <a:pt x="896" y="804"/>
                </a:lnTo>
                <a:lnTo>
                  <a:pt x="891" y="808"/>
                </a:lnTo>
                <a:lnTo>
                  <a:pt x="886" y="813"/>
                </a:lnTo>
                <a:lnTo>
                  <a:pt x="880" y="816"/>
                </a:lnTo>
                <a:lnTo>
                  <a:pt x="875" y="820"/>
                </a:lnTo>
                <a:lnTo>
                  <a:pt x="869" y="823"/>
                </a:lnTo>
                <a:lnTo>
                  <a:pt x="862" y="826"/>
                </a:lnTo>
                <a:lnTo>
                  <a:pt x="856" y="829"/>
                </a:lnTo>
                <a:lnTo>
                  <a:pt x="849" y="831"/>
                </a:lnTo>
                <a:lnTo>
                  <a:pt x="843" y="834"/>
                </a:lnTo>
                <a:lnTo>
                  <a:pt x="836" y="836"/>
                </a:lnTo>
                <a:lnTo>
                  <a:pt x="829" y="838"/>
                </a:lnTo>
                <a:lnTo>
                  <a:pt x="823" y="840"/>
                </a:lnTo>
                <a:lnTo>
                  <a:pt x="816" y="842"/>
                </a:lnTo>
                <a:lnTo>
                  <a:pt x="809" y="844"/>
                </a:lnTo>
                <a:lnTo>
                  <a:pt x="803" y="846"/>
                </a:lnTo>
                <a:lnTo>
                  <a:pt x="797" y="848"/>
                </a:lnTo>
                <a:lnTo>
                  <a:pt x="791" y="850"/>
                </a:lnTo>
                <a:lnTo>
                  <a:pt x="785" y="852"/>
                </a:lnTo>
                <a:lnTo>
                  <a:pt x="780" y="855"/>
                </a:lnTo>
                <a:lnTo>
                  <a:pt x="774" y="858"/>
                </a:lnTo>
                <a:lnTo>
                  <a:pt x="769" y="861"/>
                </a:lnTo>
                <a:lnTo>
                  <a:pt x="765" y="864"/>
                </a:lnTo>
                <a:lnTo>
                  <a:pt x="760" y="868"/>
                </a:lnTo>
                <a:lnTo>
                  <a:pt x="755" y="872"/>
                </a:lnTo>
                <a:lnTo>
                  <a:pt x="751" y="876"/>
                </a:lnTo>
                <a:lnTo>
                  <a:pt x="747" y="880"/>
                </a:lnTo>
                <a:lnTo>
                  <a:pt x="743" y="885"/>
                </a:lnTo>
                <a:lnTo>
                  <a:pt x="739" y="890"/>
                </a:lnTo>
                <a:lnTo>
                  <a:pt x="735" y="895"/>
                </a:lnTo>
                <a:lnTo>
                  <a:pt x="731" y="901"/>
                </a:lnTo>
                <a:lnTo>
                  <a:pt x="727" y="906"/>
                </a:lnTo>
                <a:lnTo>
                  <a:pt x="724" y="912"/>
                </a:lnTo>
                <a:lnTo>
                  <a:pt x="720" y="917"/>
                </a:lnTo>
                <a:lnTo>
                  <a:pt x="716" y="923"/>
                </a:lnTo>
                <a:lnTo>
                  <a:pt x="712" y="929"/>
                </a:lnTo>
                <a:lnTo>
                  <a:pt x="707" y="935"/>
                </a:lnTo>
                <a:lnTo>
                  <a:pt x="703" y="940"/>
                </a:lnTo>
                <a:lnTo>
                  <a:pt x="698" y="945"/>
                </a:lnTo>
                <a:lnTo>
                  <a:pt x="694" y="950"/>
                </a:lnTo>
                <a:lnTo>
                  <a:pt x="689" y="955"/>
                </a:lnTo>
                <a:lnTo>
                  <a:pt x="683" y="960"/>
                </a:lnTo>
                <a:lnTo>
                  <a:pt x="678" y="964"/>
                </a:lnTo>
                <a:lnTo>
                  <a:pt x="672" y="967"/>
                </a:lnTo>
                <a:lnTo>
                  <a:pt x="667" y="971"/>
                </a:lnTo>
                <a:lnTo>
                  <a:pt x="661" y="973"/>
                </a:lnTo>
                <a:lnTo>
                  <a:pt x="655" y="976"/>
                </a:lnTo>
                <a:lnTo>
                  <a:pt x="648" y="977"/>
                </a:lnTo>
                <a:lnTo>
                  <a:pt x="642" y="979"/>
                </a:lnTo>
                <a:lnTo>
                  <a:pt x="635" y="979"/>
                </a:lnTo>
                <a:lnTo>
                  <a:pt x="629" y="980"/>
                </a:lnTo>
                <a:lnTo>
                  <a:pt x="622" y="980"/>
                </a:lnTo>
                <a:lnTo>
                  <a:pt x="615" y="979"/>
                </a:lnTo>
                <a:lnTo>
                  <a:pt x="608" y="978"/>
                </a:lnTo>
                <a:lnTo>
                  <a:pt x="601" y="977"/>
                </a:lnTo>
                <a:lnTo>
                  <a:pt x="595" y="975"/>
                </a:lnTo>
                <a:lnTo>
                  <a:pt x="588" y="973"/>
                </a:lnTo>
                <a:lnTo>
                  <a:pt x="581" y="971"/>
                </a:lnTo>
                <a:lnTo>
                  <a:pt x="574" y="969"/>
                </a:lnTo>
                <a:lnTo>
                  <a:pt x="568" y="967"/>
                </a:lnTo>
                <a:lnTo>
                  <a:pt x="561" y="965"/>
                </a:lnTo>
                <a:lnTo>
                  <a:pt x="555" y="962"/>
                </a:lnTo>
                <a:lnTo>
                  <a:pt x="548" y="960"/>
                </a:lnTo>
                <a:lnTo>
                  <a:pt x="542" y="958"/>
                </a:lnTo>
                <a:lnTo>
                  <a:pt x="536" y="956"/>
                </a:lnTo>
                <a:lnTo>
                  <a:pt x="530" y="954"/>
                </a:lnTo>
                <a:lnTo>
                  <a:pt x="524" y="953"/>
                </a:lnTo>
                <a:lnTo>
                  <a:pt x="518" y="952"/>
                </a:lnTo>
                <a:lnTo>
                  <a:pt x="512" y="951"/>
                </a:lnTo>
                <a:lnTo>
                  <a:pt x="506" y="950"/>
                </a:lnTo>
                <a:lnTo>
                  <a:pt x="500" y="950"/>
                </a:lnTo>
                <a:lnTo>
                  <a:pt x="494" y="950"/>
                </a:lnTo>
                <a:lnTo>
                  <a:pt x="488" y="951"/>
                </a:lnTo>
                <a:lnTo>
                  <a:pt x="482" y="952"/>
                </a:lnTo>
                <a:lnTo>
                  <a:pt x="476" y="953"/>
                </a:lnTo>
                <a:lnTo>
                  <a:pt x="470" y="954"/>
                </a:lnTo>
                <a:lnTo>
                  <a:pt x="464" y="956"/>
                </a:lnTo>
                <a:lnTo>
                  <a:pt x="458" y="958"/>
                </a:lnTo>
                <a:lnTo>
                  <a:pt x="452" y="960"/>
                </a:lnTo>
                <a:lnTo>
                  <a:pt x="445" y="962"/>
                </a:lnTo>
                <a:lnTo>
                  <a:pt x="439" y="965"/>
                </a:lnTo>
                <a:lnTo>
                  <a:pt x="432" y="967"/>
                </a:lnTo>
                <a:lnTo>
                  <a:pt x="426" y="969"/>
                </a:lnTo>
                <a:lnTo>
                  <a:pt x="419" y="971"/>
                </a:lnTo>
                <a:lnTo>
                  <a:pt x="412" y="973"/>
                </a:lnTo>
                <a:lnTo>
                  <a:pt x="405" y="975"/>
                </a:lnTo>
                <a:lnTo>
                  <a:pt x="399" y="977"/>
                </a:lnTo>
                <a:lnTo>
                  <a:pt x="392" y="978"/>
                </a:lnTo>
                <a:lnTo>
                  <a:pt x="385" y="979"/>
                </a:lnTo>
                <a:lnTo>
                  <a:pt x="378" y="980"/>
                </a:lnTo>
                <a:lnTo>
                  <a:pt x="371" y="980"/>
                </a:lnTo>
                <a:lnTo>
                  <a:pt x="365" y="979"/>
                </a:lnTo>
                <a:lnTo>
                  <a:pt x="358" y="979"/>
                </a:lnTo>
                <a:lnTo>
                  <a:pt x="352" y="977"/>
                </a:lnTo>
                <a:lnTo>
                  <a:pt x="345" y="976"/>
                </a:lnTo>
                <a:lnTo>
                  <a:pt x="339" y="973"/>
                </a:lnTo>
                <a:lnTo>
                  <a:pt x="333" y="971"/>
                </a:lnTo>
                <a:lnTo>
                  <a:pt x="328" y="967"/>
                </a:lnTo>
                <a:lnTo>
                  <a:pt x="322" y="964"/>
                </a:lnTo>
                <a:lnTo>
                  <a:pt x="317" y="960"/>
                </a:lnTo>
                <a:lnTo>
                  <a:pt x="311" y="955"/>
                </a:lnTo>
                <a:lnTo>
                  <a:pt x="306" y="950"/>
                </a:lnTo>
                <a:lnTo>
                  <a:pt x="302" y="945"/>
                </a:lnTo>
                <a:lnTo>
                  <a:pt x="297" y="940"/>
                </a:lnTo>
                <a:lnTo>
                  <a:pt x="293" y="935"/>
                </a:lnTo>
                <a:lnTo>
                  <a:pt x="288" y="929"/>
                </a:lnTo>
                <a:lnTo>
                  <a:pt x="284" y="923"/>
                </a:lnTo>
                <a:lnTo>
                  <a:pt x="280" y="917"/>
                </a:lnTo>
                <a:lnTo>
                  <a:pt x="276" y="912"/>
                </a:lnTo>
                <a:lnTo>
                  <a:pt x="273" y="906"/>
                </a:lnTo>
                <a:lnTo>
                  <a:pt x="269" y="901"/>
                </a:lnTo>
                <a:lnTo>
                  <a:pt x="265" y="895"/>
                </a:lnTo>
                <a:lnTo>
                  <a:pt x="261" y="890"/>
                </a:lnTo>
                <a:lnTo>
                  <a:pt x="257" y="885"/>
                </a:lnTo>
                <a:lnTo>
                  <a:pt x="253" y="880"/>
                </a:lnTo>
                <a:lnTo>
                  <a:pt x="249" y="876"/>
                </a:lnTo>
                <a:lnTo>
                  <a:pt x="245" y="872"/>
                </a:lnTo>
                <a:lnTo>
                  <a:pt x="240" y="868"/>
                </a:lnTo>
                <a:lnTo>
                  <a:pt x="235" y="864"/>
                </a:lnTo>
                <a:lnTo>
                  <a:pt x="231" y="861"/>
                </a:lnTo>
                <a:lnTo>
                  <a:pt x="226" y="858"/>
                </a:lnTo>
                <a:lnTo>
                  <a:pt x="220" y="855"/>
                </a:lnTo>
                <a:lnTo>
                  <a:pt x="215" y="852"/>
                </a:lnTo>
                <a:lnTo>
                  <a:pt x="209" y="850"/>
                </a:lnTo>
                <a:lnTo>
                  <a:pt x="203" y="848"/>
                </a:lnTo>
                <a:lnTo>
                  <a:pt x="197" y="846"/>
                </a:lnTo>
                <a:lnTo>
                  <a:pt x="191" y="844"/>
                </a:lnTo>
                <a:lnTo>
                  <a:pt x="184" y="842"/>
                </a:lnTo>
                <a:lnTo>
                  <a:pt x="177" y="840"/>
                </a:lnTo>
                <a:lnTo>
                  <a:pt x="171" y="838"/>
                </a:lnTo>
                <a:lnTo>
                  <a:pt x="164" y="836"/>
                </a:lnTo>
                <a:lnTo>
                  <a:pt x="157" y="834"/>
                </a:lnTo>
                <a:lnTo>
                  <a:pt x="151" y="831"/>
                </a:lnTo>
                <a:lnTo>
                  <a:pt x="144" y="829"/>
                </a:lnTo>
                <a:lnTo>
                  <a:pt x="138" y="826"/>
                </a:lnTo>
                <a:lnTo>
                  <a:pt x="131" y="823"/>
                </a:lnTo>
                <a:lnTo>
                  <a:pt x="125" y="820"/>
                </a:lnTo>
                <a:lnTo>
                  <a:pt x="120" y="816"/>
                </a:lnTo>
                <a:lnTo>
                  <a:pt x="114" y="813"/>
                </a:lnTo>
                <a:lnTo>
                  <a:pt x="109" y="808"/>
                </a:lnTo>
                <a:lnTo>
                  <a:pt x="104" y="804"/>
                </a:lnTo>
                <a:lnTo>
                  <a:pt x="100" y="799"/>
                </a:lnTo>
                <a:lnTo>
                  <a:pt x="95" y="794"/>
                </a:lnTo>
                <a:lnTo>
                  <a:pt x="92" y="788"/>
                </a:lnTo>
                <a:lnTo>
                  <a:pt x="89" y="783"/>
                </a:lnTo>
                <a:lnTo>
                  <a:pt x="86" y="777"/>
                </a:lnTo>
                <a:lnTo>
                  <a:pt x="83" y="770"/>
                </a:lnTo>
                <a:lnTo>
                  <a:pt x="82" y="764"/>
                </a:lnTo>
                <a:lnTo>
                  <a:pt x="80" y="757"/>
                </a:lnTo>
                <a:lnTo>
                  <a:pt x="79" y="751"/>
                </a:lnTo>
                <a:lnTo>
                  <a:pt x="78" y="744"/>
                </a:lnTo>
                <a:lnTo>
                  <a:pt x="77" y="737"/>
                </a:lnTo>
                <a:lnTo>
                  <a:pt x="77" y="730"/>
                </a:lnTo>
                <a:lnTo>
                  <a:pt x="77" y="723"/>
                </a:lnTo>
                <a:lnTo>
                  <a:pt x="77" y="716"/>
                </a:lnTo>
                <a:lnTo>
                  <a:pt x="77" y="709"/>
                </a:lnTo>
                <a:lnTo>
                  <a:pt x="77" y="702"/>
                </a:lnTo>
                <a:lnTo>
                  <a:pt x="77" y="695"/>
                </a:lnTo>
                <a:lnTo>
                  <a:pt x="77" y="688"/>
                </a:lnTo>
                <a:lnTo>
                  <a:pt x="78" y="681"/>
                </a:lnTo>
                <a:lnTo>
                  <a:pt x="77" y="675"/>
                </a:lnTo>
                <a:lnTo>
                  <a:pt x="77" y="669"/>
                </a:lnTo>
                <a:lnTo>
                  <a:pt x="77" y="662"/>
                </a:lnTo>
                <a:lnTo>
                  <a:pt x="76" y="656"/>
                </a:lnTo>
                <a:lnTo>
                  <a:pt x="75" y="650"/>
                </a:lnTo>
                <a:lnTo>
                  <a:pt x="74" y="645"/>
                </a:lnTo>
                <a:lnTo>
                  <a:pt x="72" y="639"/>
                </a:lnTo>
                <a:lnTo>
                  <a:pt x="70" y="634"/>
                </a:lnTo>
                <a:lnTo>
                  <a:pt x="68" y="628"/>
                </a:lnTo>
                <a:lnTo>
                  <a:pt x="65" y="623"/>
                </a:lnTo>
                <a:lnTo>
                  <a:pt x="62" y="617"/>
                </a:lnTo>
                <a:lnTo>
                  <a:pt x="59" y="612"/>
                </a:lnTo>
                <a:lnTo>
                  <a:pt x="55" y="607"/>
                </a:lnTo>
                <a:lnTo>
                  <a:pt x="52" y="601"/>
                </a:lnTo>
                <a:lnTo>
                  <a:pt x="48" y="596"/>
                </a:lnTo>
                <a:lnTo>
                  <a:pt x="44" y="591"/>
                </a:lnTo>
                <a:lnTo>
                  <a:pt x="39" y="585"/>
                </a:lnTo>
                <a:lnTo>
                  <a:pt x="35" y="580"/>
                </a:lnTo>
                <a:lnTo>
                  <a:pt x="31" y="574"/>
                </a:lnTo>
                <a:lnTo>
                  <a:pt x="27" y="569"/>
                </a:lnTo>
                <a:lnTo>
                  <a:pt x="23" y="563"/>
                </a:lnTo>
                <a:lnTo>
                  <a:pt x="19" y="557"/>
                </a:lnTo>
                <a:lnTo>
                  <a:pt x="15" y="551"/>
                </a:lnTo>
                <a:lnTo>
                  <a:pt x="12" y="545"/>
                </a:lnTo>
                <a:lnTo>
                  <a:pt x="9" y="539"/>
                </a:lnTo>
                <a:lnTo>
                  <a:pt x="6" y="532"/>
                </a:lnTo>
                <a:lnTo>
                  <a:pt x="4" y="526"/>
                </a:lnTo>
                <a:lnTo>
                  <a:pt x="2" y="520"/>
                </a:lnTo>
                <a:lnTo>
                  <a:pt x="1" y="513"/>
                </a:lnTo>
                <a:lnTo>
                  <a:pt x="0" y="507"/>
                </a:lnTo>
                <a:lnTo>
                  <a:pt x="0" y="500"/>
                </a:lnTo>
                <a:lnTo>
                  <a:pt x="0" y="493"/>
                </a:lnTo>
                <a:lnTo>
                  <a:pt x="1" y="487"/>
                </a:lnTo>
                <a:lnTo>
                  <a:pt x="2" y="480"/>
                </a:lnTo>
                <a:lnTo>
                  <a:pt x="4" y="474"/>
                </a:lnTo>
                <a:lnTo>
                  <a:pt x="6" y="468"/>
                </a:lnTo>
                <a:lnTo>
                  <a:pt x="9" y="461"/>
                </a:lnTo>
                <a:lnTo>
                  <a:pt x="12" y="455"/>
                </a:lnTo>
                <a:lnTo>
                  <a:pt x="15" y="449"/>
                </a:lnTo>
                <a:lnTo>
                  <a:pt x="19" y="443"/>
                </a:lnTo>
                <a:lnTo>
                  <a:pt x="23" y="437"/>
                </a:lnTo>
                <a:lnTo>
                  <a:pt x="27" y="431"/>
                </a:lnTo>
                <a:lnTo>
                  <a:pt x="31" y="426"/>
                </a:lnTo>
                <a:lnTo>
                  <a:pt x="35" y="420"/>
                </a:lnTo>
                <a:lnTo>
                  <a:pt x="39" y="415"/>
                </a:lnTo>
                <a:lnTo>
                  <a:pt x="44" y="409"/>
                </a:lnTo>
                <a:lnTo>
                  <a:pt x="48" y="404"/>
                </a:lnTo>
                <a:lnTo>
                  <a:pt x="52" y="399"/>
                </a:lnTo>
                <a:lnTo>
                  <a:pt x="55" y="393"/>
                </a:lnTo>
                <a:lnTo>
                  <a:pt x="59" y="388"/>
                </a:lnTo>
                <a:lnTo>
                  <a:pt x="62" y="383"/>
                </a:lnTo>
                <a:lnTo>
                  <a:pt x="65" y="377"/>
                </a:lnTo>
                <a:lnTo>
                  <a:pt x="68" y="372"/>
                </a:lnTo>
                <a:lnTo>
                  <a:pt x="70" y="366"/>
                </a:lnTo>
                <a:lnTo>
                  <a:pt x="72" y="361"/>
                </a:lnTo>
                <a:lnTo>
                  <a:pt x="74" y="355"/>
                </a:lnTo>
                <a:lnTo>
                  <a:pt x="75" y="350"/>
                </a:lnTo>
                <a:lnTo>
                  <a:pt x="76" y="344"/>
                </a:lnTo>
                <a:lnTo>
                  <a:pt x="77" y="338"/>
                </a:lnTo>
                <a:lnTo>
                  <a:pt x="77" y="331"/>
                </a:lnTo>
                <a:lnTo>
                  <a:pt x="77" y="325"/>
                </a:lnTo>
                <a:lnTo>
                  <a:pt x="78" y="319"/>
                </a:lnTo>
                <a:lnTo>
                  <a:pt x="77" y="312"/>
                </a:lnTo>
                <a:lnTo>
                  <a:pt x="77" y="305"/>
                </a:lnTo>
                <a:lnTo>
                  <a:pt x="77" y="298"/>
                </a:lnTo>
                <a:lnTo>
                  <a:pt x="77" y="291"/>
                </a:lnTo>
                <a:lnTo>
                  <a:pt x="77" y="284"/>
                </a:lnTo>
                <a:lnTo>
                  <a:pt x="77" y="277"/>
                </a:lnTo>
                <a:lnTo>
                  <a:pt x="77" y="270"/>
                </a:lnTo>
                <a:lnTo>
                  <a:pt x="77" y="263"/>
                </a:lnTo>
                <a:lnTo>
                  <a:pt x="78" y="256"/>
                </a:lnTo>
                <a:lnTo>
                  <a:pt x="79" y="249"/>
                </a:lnTo>
                <a:lnTo>
                  <a:pt x="80" y="243"/>
                </a:lnTo>
                <a:lnTo>
                  <a:pt x="82" y="236"/>
                </a:lnTo>
                <a:lnTo>
                  <a:pt x="83" y="230"/>
                </a:lnTo>
                <a:lnTo>
                  <a:pt x="86" y="223"/>
                </a:lnTo>
                <a:lnTo>
                  <a:pt x="89" y="217"/>
                </a:lnTo>
                <a:lnTo>
                  <a:pt x="92" y="212"/>
                </a:lnTo>
                <a:lnTo>
                  <a:pt x="95" y="206"/>
                </a:lnTo>
                <a:lnTo>
                  <a:pt x="100" y="201"/>
                </a:lnTo>
                <a:lnTo>
                  <a:pt x="104" y="196"/>
                </a:lnTo>
                <a:lnTo>
                  <a:pt x="109" y="192"/>
                </a:lnTo>
                <a:lnTo>
                  <a:pt x="114" y="187"/>
                </a:lnTo>
                <a:lnTo>
                  <a:pt x="120" y="184"/>
                </a:lnTo>
                <a:lnTo>
                  <a:pt x="125" y="180"/>
                </a:lnTo>
                <a:lnTo>
                  <a:pt x="131" y="177"/>
                </a:lnTo>
                <a:lnTo>
                  <a:pt x="138" y="174"/>
                </a:lnTo>
                <a:lnTo>
                  <a:pt x="144" y="171"/>
                </a:lnTo>
                <a:lnTo>
                  <a:pt x="151" y="169"/>
                </a:lnTo>
                <a:lnTo>
                  <a:pt x="157" y="166"/>
                </a:lnTo>
                <a:lnTo>
                  <a:pt x="164" y="164"/>
                </a:lnTo>
                <a:lnTo>
                  <a:pt x="171" y="162"/>
                </a:lnTo>
                <a:lnTo>
                  <a:pt x="177" y="160"/>
                </a:lnTo>
                <a:lnTo>
                  <a:pt x="184" y="158"/>
                </a:lnTo>
                <a:lnTo>
                  <a:pt x="191" y="156"/>
                </a:lnTo>
                <a:lnTo>
                  <a:pt x="197" y="154"/>
                </a:lnTo>
                <a:lnTo>
                  <a:pt x="203" y="152"/>
                </a:lnTo>
                <a:lnTo>
                  <a:pt x="209" y="150"/>
                </a:lnTo>
                <a:lnTo>
                  <a:pt x="215" y="148"/>
                </a:lnTo>
                <a:lnTo>
                  <a:pt x="220" y="145"/>
                </a:lnTo>
                <a:lnTo>
                  <a:pt x="226" y="142"/>
                </a:lnTo>
                <a:lnTo>
                  <a:pt x="231" y="139"/>
                </a:lnTo>
                <a:lnTo>
                  <a:pt x="235" y="136"/>
                </a:lnTo>
                <a:lnTo>
                  <a:pt x="240" y="132"/>
                </a:lnTo>
                <a:lnTo>
                  <a:pt x="245" y="128"/>
                </a:lnTo>
                <a:lnTo>
                  <a:pt x="249" y="124"/>
                </a:lnTo>
                <a:lnTo>
                  <a:pt x="253" y="120"/>
                </a:lnTo>
                <a:lnTo>
                  <a:pt x="257" y="115"/>
                </a:lnTo>
                <a:lnTo>
                  <a:pt x="261" y="110"/>
                </a:lnTo>
                <a:lnTo>
                  <a:pt x="265" y="105"/>
                </a:lnTo>
                <a:lnTo>
                  <a:pt x="269" y="99"/>
                </a:lnTo>
                <a:lnTo>
                  <a:pt x="273" y="94"/>
                </a:lnTo>
                <a:lnTo>
                  <a:pt x="276" y="88"/>
                </a:lnTo>
                <a:lnTo>
                  <a:pt x="280" y="83"/>
                </a:lnTo>
                <a:lnTo>
                  <a:pt x="284" y="77"/>
                </a:lnTo>
                <a:lnTo>
                  <a:pt x="288" y="71"/>
                </a:lnTo>
                <a:lnTo>
                  <a:pt x="293" y="65"/>
                </a:lnTo>
                <a:lnTo>
                  <a:pt x="297" y="60"/>
                </a:lnTo>
                <a:lnTo>
                  <a:pt x="302" y="55"/>
                </a:lnTo>
                <a:lnTo>
                  <a:pt x="306" y="50"/>
                </a:lnTo>
                <a:lnTo>
                  <a:pt x="311" y="45"/>
                </a:lnTo>
                <a:lnTo>
                  <a:pt x="317" y="40"/>
                </a:lnTo>
                <a:lnTo>
                  <a:pt x="322" y="36"/>
                </a:lnTo>
                <a:lnTo>
                  <a:pt x="328" y="33"/>
                </a:lnTo>
                <a:lnTo>
                  <a:pt x="333" y="29"/>
                </a:lnTo>
                <a:lnTo>
                  <a:pt x="339" y="27"/>
                </a:lnTo>
                <a:lnTo>
                  <a:pt x="345" y="24"/>
                </a:lnTo>
                <a:lnTo>
                  <a:pt x="352" y="23"/>
                </a:lnTo>
                <a:lnTo>
                  <a:pt x="358" y="21"/>
                </a:lnTo>
                <a:lnTo>
                  <a:pt x="365" y="21"/>
                </a:lnTo>
                <a:lnTo>
                  <a:pt x="371" y="20"/>
                </a:lnTo>
                <a:lnTo>
                  <a:pt x="378" y="20"/>
                </a:lnTo>
                <a:lnTo>
                  <a:pt x="385" y="21"/>
                </a:lnTo>
                <a:lnTo>
                  <a:pt x="392" y="22"/>
                </a:lnTo>
                <a:lnTo>
                  <a:pt x="399" y="23"/>
                </a:lnTo>
                <a:lnTo>
                  <a:pt x="405" y="25"/>
                </a:lnTo>
                <a:lnTo>
                  <a:pt x="412" y="27"/>
                </a:lnTo>
                <a:lnTo>
                  <a:pt x="419" y="29"/>
                </a:lnTo>
                <a:lnTo>
                  <a:pt x="426" y="31"/>
                </a:lnTo>
                <a:lnTo>
                  <a:pt x="432" y="33"/>
                </a:lnTo>
                <a:lnTo>
                  <a:pt x="439" y="35"/>
                </a:lnTo>
                <a:lnTo>
                  <a:pt x="445" y="38"/>
                </a:lnTo>
                <a:lnTo>
                  <a:pt x="452" y="40"/>
                </a:lnTo>
                <a:lnTo>
                  <a:pt x="458" y="42"/>
                </a:lnTo>
                <a:lnTo>
                  <a:pt x="464" y="44"/>
                </a:lnTo>
                <a:lnTo>
                  <a:pt x="470" y="46"/>
                </a:lnTo>
                <a:lnTo>
                  <a:pt x="476" y="47"/>
                </a:lnTo>
                <a:lnTo>
                  <a:pt x="482" y="48"/>
                </a:lnTo>
                <a:lnTo>
                  <a:pt x="488" y="49"/>
                </a:lnTo>
                <a:lnTo>
                  <a:pt x="494" y="50"/>
                </a:lnTo>
                <a:lnTo>
                  <a:pt x="500" y="50"/>
                </a:lnTo>
                <a:lnTo>
                  <a:pt x="506" y="50"/>
                </a:lnTo>
                <a:lnTo>
                  <a:pt x="512" y="49"/>
                </a:lnTo>
                <a:lnTo>
                  <a:pt x="518" y="48"/>
                </a:lnTo>
                <a:lnTo>
                  <a:pt x="524" y="47"/>
                </a:lnTo>
                <a:lnTo>
                  <a:pt x="530" y="46"/>
                </a:lnTo>
                <a:lnTo>
                  <a:pt x="536" y="44"/>
                </a:lnTo>
                <a:lnTo>
                  <a:pt x="542" y="42"/>
                </a:lnTo>
                <a:lnTo>
                  <a:pt x="548" y="40"/>
                </a:lnTo>
                <a:lnTo>
                  <a:pt x="555" y="38"/>
                </a:lnTo>
                <a:lnTo>
                  <a:pt x="561" y="35"/>
                </a:lnTo>
                <a:lnTo>
                  <a:pt x="568" y="33"/>
                </a:lnTo>
                <a:lnTo>
                  <a:pt x="574" y="31"/>
                </a:lnTo>
                <a:lnTo>
                  <a:pt x="581" y="29"/>
                </a:lnTo>
                <a:lnTo>
                  <a:pt x="588" y="27"/>
                </a:lnTo>
                <a:lnTo>
                  <a:pt x="595" y="25"/>
                </a:lnTo>
                <a:lnTo>
                  <a:pt x="601" y="23"/>
                </a:lnTo>
                <a:lnTo>
                  <a:pt x="608" y="22"/>
                </a:lnTo>
                <a:lnTo>
                  <a:pt x="615" y="21"/>
                </a:lnTo>
                <a:lnTo>
                  <a:pt x="622" y="20"/>
                </a:lnTo>
                <a:lnTo>
                  <a:pt x="629" y="20"/>
                </a:lnTo>
                <a:lnTo>
                  <a:pt x="635" y="21"/>
                </a:lnTo>
                <a:lnTo>
                  <a:pt x="642" y="21"/>
                </a:lnTo>
                <a:lnTo>
                  <a:pt x="648" y="23"/>
                </a:lnTo>
                <a:lnTo>
                  <a:pt x="655" y="24"/>
                </a:lnTo>
                <a:lnTo>
                  <a:pt x="661" y="27"/>
                </a:lnTo>
                <a:lnTo>
                  <a:pt x="667" y="29"/>
                </a:lnTo>
                <a:lnTo>
                  <a:pt x="672" y="33"/>
                </a:lnTo>
                <a:lnTo>
                  <a:pt x="678" y="36"/>
                </a:lnTo>
                <a:lnTo>
                  <a:pt x="683" y="40"/>
                </a:lnTo>
                <a:lnTo>
                  <a:pt x="689" y="45"/>
                </a:lnTo>
                <a:lnTo>
                  <a:pt x="694" y="50"/>
                </a:lnTo>
                <a:lnTo>
                  <a:pt x="698" y="55"/>
                </a:lnTo>
                <a:lnTo>
                  <a:pt x="703" y="60"/>
                </a:lnTo>
                <a:lnTo>
                  <a:pt x="707" y="65"/>
                </a:lnTo>
                <a:lnTo>
                  <a:pt x="712" y="71"/>
                </a:lnTo>
                <a:lnTo>
                  <a:pt x="716" y="77"/>
                </a:lnTo>
                <a:lnTo>
                  <a:pt x="720" y="83"/>
                </a:lnTo>
                <a:lnTo>
                  <a:pt x="724" y="88"/>
                </a:lnTo>
                <a:lnTo>
                  <a:pt x="727" y="94"/>
                </a:lnTo>
                <a:lnTo>
                  <a:pt x="731" y="99"/>
                </a:lnTo>
                <a:lnTo>
                  <a:pt x="735" y="105"/>
                </a:lnTo>
                <a:lnTo>
                  <a:pt x="739" y="110"/>
                </a:lnTo>
                <a:lnTo>
                  <a:pt x="743" y="115"/>
                </a:lnTo>
                <a:lnTo>
                  <a:pt x="747" y="120"/>
                </a:lnTo>
                <a:lnTo>
                  <a:pt x="751" y="124"/>
                </a:lnTo>
                <a:lnTo>
                  <a:pt x="755" y="128"/>
                </a:lnTo>
                <a:lnTo>
                  <a:pt x="760" y="132"/>
                </a:lnTo>
                <a:lnTo>
                  <a:pt x="765" y="136"/>
                </a:lnTo>
                <a:lnTo>
                  <a:pt x="769" y="139"/>
                </a:lnTo>
                <a:lnTo>
                  <a:pt x="774" y="142"/>
                </a:lnTo>
                <a:lnTo>
                  <a:pt x="780" y="145"/>
                </a:lnTo>
                <a:lnTo>
                  <a:pt x="785" y="148"/>
                </a:lnTo>
                <a:lnTo>
                  <a:pt x="791" y="150"/>
                </a:lnTo>
                <a:lnTo>
                  <a:pt x="797" y="152"/>
                </a:lnTo>
                <a:lnTo>
                  <a:pt x="803" y="154"/>
                </a:lnTo>
                <a:lnTo>
                  <a:pt x="809" y="156"/>
                </a:lnTo>
                <a:lnTo>
                  <a:pt x="816" y="158"/>
                </a:lnTo>
                <a:lnTo>
                  <a:pt x="823" y="160"/>
                </a:lnTo>
                <a:lnTo>
                  <a:pt x="829" y="162"/>
                </a:lnTo>
                <a:lnTo>
                  <a:pt x="836" y="164"/>
                </a:lnTo>
                <a:lnTo>
                  <a:pt x="843" y="166"/>
                </a:lnTo>
                <a:lnTo>
                  <a:pt x="849" y="169"/>
                </a:lnTo>
                <a:lnTo>
                  <a:pt x="856" y="171"/>
                </a:lnTo>
                <a:lnTo>
                  <a:pt x="862" y="174"/>
                </a:lnTo>
                <a:lnTo>
                  <a:pt x="869" y="177"/>
                </a:lnTo>
                <a:lnTo>
                  <a:pt x="875" y="180"/>
                </a:lnTo>
                <a:lnTo>
                  <a:pt x="880" y="184"/>
                </a:lnTo>
                <a:lnTo>
                  <a:pt x="886" y="187"/>
                </a:lnTo>
                <a:lnTo>
                  <a:pt x="891" y="192"/>
                </a:lnTo>
                <a:lnTo>
                  <a:pt x="896" y="196"/>
                </a:lnTo>
                <a:lnTo>
                  <a:pt x="900" y="201"/>
                </a:lnTo>
                <a:lnTo>
                  <a:pt x="905" y="206"/>
                </a:lnTo>
                <a:lnTo>
                  <a:pt x="908" y="212"/>
                </a:lnTo>
                <a:lnTo>
                  <a:pt x="911" y="217"/>
                </a:lnTo>
                <a:lnTo>
                  <a:pt x="914" y="223"/>
                </a:lnTo>
                <a:lnTo>
                  <a:pt x="917" y="230"/>
                </a:lnTo>
                <a:lnTo>
                  <a:pt x="918" y="236"/>
                </a:lnTo>
                <a:lnTo>
                  <a:pt x="920" y="243"/>
                </a:lnTo>
                <a:lnTo>
                  <a:pt x="921" y="249"/>
                </a:lnTo>
                <a:lnTo>
                  <a:pt x="922" y="256"/>
                </a:lnTo>
                <a:lnTo>
                  <a:pt x="923" y="263"/>
                </a:lnTo>
                <a:lnTo>
                  <a:pt x="923" y="270"/>
                </a:lnTo>
                <a:lnTo>
                  <a:pt x="923" y="277"/>
                </a:lnTo>
                <a:lnTo>
                  <a:pt x="923" y="284"/>
                </a:lnTo>
                <a:lnTo>
                  <a:pt x="923" y="291"/>
                </a:lnTo>
                <a:lnTo>
                  <a:pt x="923" y="298"/>
                </a:lnTo>
                <a:lnTo>
                  <a:pt x="923" y="305"/>
                </a:lnTo>
                <a:lnTo>
                  <a:pt x="923" y="312"/>
                </a:lnTo>
                <a:lnTo>
                  <a:pt x="922" y="319"/>
                </a:lnTo>
                <a:lnTo>
                  <a:pt x="923" y="325"/>
                </a:lnTo>
                <a:lnTo>
                  <a:pt x="923" y="331"/>
                </a:lnTo>
                <a:lnTo>
                  <a:pt x="923" y="338"/>
                </a:lnTo>
                <a:lnTo>
                  <a:pt x="924" y="344"/>
                </a:lnTo>
                <a:lnTo>
                  <a:pt x="925" y="350"/>
                </a:lnTo>
                <a:lnTo>
                  <a:pt x="926" y="355"/>
                </a:lnTo>
                <a:lnTo>
                  <a:pt x="928" y="361"/>
                </a:lnTo>
                <a:lnTo>
                  <a:pt x="930" y="366"/>
                </a:lnTo>
                <a:lnTo>
                  <a:pt x="932" y="372"/>
                </a:lnTo>
                <a:lnTo>
                  <a:pt x="935" y="377"/>
                </a:lnTo>
                <a:lnTo>
                  <a:pt x="938" y="383"/>
                </a:lnTo>
                <a:lnTo>
                  <a:pt x="941" y="388"/>
                </a:lnTo>
                <a:lnTo>
                  <a:pt x="945" y="393"/>
                </a:lnTo>
                <a:lnTo>
                  <a:pt x="948" y="399"/>
                </a:lnTo>
                <a:lnTo>
                  <a:pt x="952" y="404"/>
                </a:lnTo>
                <a:lnTo>
                  <a:pt x="956" y="409"/>
                </a:lnTo>
                <a:lnTo>
                  <a:pt x="961" y="415"/>
                </a:lnTo>
                <a:lnTo>
                  <a:pt x="965" y="420"/>
                </a:lnTo>
                <a:lnTo>
                  <a:pt x="969" y="426"/>
                </a:lnTo>
                <a:lnTo>
                  <a:pt x="973" y="431"/>
                </a:lnTo>
                <a:lnTo>
                  <a:pt x="977" y="437"/>
                </a:lnTo>
                <a:lnTo>
                  <a:pt x="981" y="443"/>
                </a:lnTo>
                <a:lnTo>
                  <a:pt x="985" y="449"/>
                </a:lnTo>
                <a:lnTo>
                  <a:pt x="988" y="455"/>
                </a:lnTo>
                <a:lnTo>
                  <a:pt x="991" y="461"/>
                </a:lnTo>
                <a:lnTo>
                  <a:pt x="994" y="468"/>
                </a:lnTo>
                <a:lnTo>
                  <a:pt x="996" y="474"/>
                </a:lnTo>
                <a:lnTo>
                  <a:pt x="998" y="480"/>
                </a:lnTo>
                <a:lnTo>
                  <a:pt x="999" y="487"/>
                </a:lnTo>
                <a:lnTo>
                  <a:pt x="1000" y="493"/>
                </a:lnTo>
                <a:close/>
              </a:path>
            </a:pathLst>
          </a:custGeom>
          <a:solidFill>
            <a:srgbClr val="0263BA"/>
          </a:solidFill>
          <a:ln w="762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395727" y="2532888"/>
            <a:ext cx="4352544" cy="4352544"/>
          </a:xfrm>
          <a:custGeom>
            <a:avLst/>
            <a:gdLst/>
            <a:ahLst/>
            <a:cxnLst/>
            <a:rect l="0" t="0" r="r" b="b"/>
            <a:pathLst>
              <a:path w="1000" h="1000">
                <a:moveTo>
                  <a:pt x="999" y="500"/>
                </a:moveTo>
                <a:lnTo>
                  <a:pt x="998" y="507"/>
                </a:lnTo>
                <a:lnTo>
                  <a:pt x="996" y="513"/>
                </a:lnTo>
                <a:lnTo>
                  <a:pt x="994" y="519"/>
                </a:lnTo>
                <a:lnTo>
                  <a:pt x="991" y="526"/>
                </a:lnTo>
                <a:lnTo>
                  <a:pt x="988" y="532"/>
                </a:lnTo>
                <a:lnTo>
                  <a:pt x="985" y="538"/>
                </a:lnTo>
                <a:lnTo>
                  <a:pt x="981" y="544"/>
                </a:lnTo>
                <a:lnTo>
                  <a:pt x="978" y="550"/>
                </a:lnTo>
                <a:lnTo>
                  <a:pt x="974" y="556"/>
                </a:lnTo>
                <a:lnTo>
                  <a:pt x="970" y="562"/>
                </a:lnTo>
                <a:lnTo>
                  <a:pt x="966" y="568"/>
                </a:lnTo>
                <a:lnTo>
                  <a:pt x="962" y="573"/>
                </a:lnTo>
                <a:lnTo>
                  <a:pt x="958" y="579"/>
                </a:lnTo>
                <a:lnTo>
                  <a:pt x="954" y="584"/>
                </a:lnTo>
                <a:lnTo>
                  <a:pt x="950" y="590"/>
                </a:lnTo>
                <a:lnTo>
                  <a:pt x="946" y="595"/>
                </a:lnTo>
                <a:lnTo>
                  <a:pt x="943" y="600"/>
                </a:lnTo>
                <a:lnTo>
                  <a:pt x="940" y="606"/>
                </a:lnTo>
                <a:lnTo>
                  <a:pt x="938" y="611"/>
                </a:lnTo>
                <a:lnTo>
                  <a:pt x="935" y="617"/>
                </a:lnTo>
                <a:lnTo>
                  <a:pt x="933" y="622"/>
                </a:lnTo>
                <a:lnTo>
                  <a:pt x="932" y="628"/>
                </a:lnTo>
                <a:lnTo>
                  <a:pt x="930" y="634"/>
                </a:lnTo>
                <a:lnTo>
                  <a:pt x="929" y="639"/>
                </a:lnTo>
                <a:lnTo>
                  <a:pt x="928" y="645"/>
                </a:lnTo>
                <a:lnTo>
                  <a:pt x="928" y="652"/>
                </a:lnTo>
                <a:lnTo>
                  <a:pt x="928" y="658"/>
                </a:lnTo>
                <a:lnTo>
                  <a:pt x="928" y="664"/>
                </a:lnTo>
                <a:lnTo>
                  <a:pt x="928" y="671"/>
                </a:lnTo>
                <a:lnTo>
                  <a:pt x="928" y="677"/>
                </a:lnTo>
                <a:lnTo>
                  <a:pt x="929" y="684"/>
                </a:lnTo>
                <a:lnTo>
                  <a:pt x="929" y="691"/>
                </a:lnTo>
                <a:lnTo>
                  <a:pt x="930" y="698"/>
                </a:lnTo>
                <a:lnTo>
                  <a:pt x="930" y="705"/>
                </a:lnTo>
                <a:lnTo>
                  <a:pt x="930" y="712"/>
                </a:lnTo>
                <a:lnTo>
                  <a:pt x="930" y="719"/>
                </a:lnTo>
                <a:lnTo>
                  <a:pt x="930" y="726"/>
                </a:lnTo>
                <a:lnTo>
                  <a:pt x="929" y="733"/>
                </a:lnTo>
                <a:lnTo>
                  <a:pt x="929" y="740"/>
                </a:lnTo>
                <a:lnTo>
                  <a:pt x="927" y="747"/>
                </a:lnTo>
                <a:lnTo>
                  <a:pt x="926" y="753"/>
                </a:lnTo>
                <a:lnTo>
                  <a:pt x="924" y="760"/>
                </a:lnTo>
                <a:lnTo>
                  <a:pt x="922" y="766"/>
                </a:lnTo>
                <a:lnTo>
                  <a:pt x="919" y="772"/>
                </a:lnTo>
                <a:lnTo>
                  <a:pt x="916" y="778"/>
                </a:lnTo>
                <a:lnTo>
                  <a:pt x="912" y="783"/>
                </a:lnTo>
                <a:lnTo>
                  <a:pt x="908" y="788"/>
                </a:lnTo>
                <a:lnTo>
                  <a:pt x="904" y="793"/>
                </a:lnTo>
                <a:lnTo>
                  <a:pt x="899" y="798"/>
                </a:lnTo>
                <a:lnTo>
                  <a:pt x="893" y="802"/>
                </a:lnTo>
                <a:lnTo>
                  <a:pt x="888" y="806"/>
                </a:lnTo>
                <a:lnTo>
                  <a:pt x="882" y="809"/>
                </a:lnTo>
                <a:lnTo>
                  <a:pt x="876" y="813"/>
                </a:lnTo>
                <a:lnTo>
                  <a:pt x="870" y="816"/>
                </a:lnTo>
                <a:lnTo>
                  <a:pt x="863" y="819"/>
                </a:lnTo>
                <a:lnTo>
                  <a:pt x="857" y="821"/>
                </a:lnTo>
                <a:lnTo>
                  <a:pt x="850" y="824"/>
                </a:lnTo>
                <a:lnTo>
                  <a:pt x="844" y="826"/>
                </a:lnTo>
                <a:lnTo>
                  <a:pt x="837" y="828"/>
                </a:lnTo>
                <a:lnTo>
                  <a:pt x="830" y="830"/>
                </a:lnTo>
                <a:lnTo>
                  <a:pt x="824" y="833"/>
                </a:lnTo>
                <a:lnTo>
                  <a:pt x="818" y="835"/>
                </a:lnTo>
                <a:lnTo>
                  <a:pt x="811" y="837"/>
                </a:lnTo>
                <a:lnTo>
                  <a:pt x="805" y="839"/>
                </a:lnTo>
                <a:lnTo>
                  <a:pt x="800" y="842"/>
                </a:lnTo>
                <a:lnTo>
                  <a:pt x="794" y="844"/>
                </a:lnTo>
                <a:lnTo>
                  <a:pt x="789" y="847"/>
                </a:lnTo>
                <a:lnTo>
                  <a:pt x="784" y="850"/>
                </a:lnTo>
                <a:lnTo>
                  <a:pt x="779" y="853"/>
                </a:lnTo>
                <a:lnTo>
                  <a:pt x="774" y="857"/>
                </a:lnTo>
                <a:lnTo>
                  <a:pt x="769" y="861"/>
                </a:lnTo>
                <a:lnTo>
                  <a:pt x="765" y="865"/>
                </a:lnTo>
                <a:lnTo>
                  <a:pt x="761" y="869"/>
                </a:lnTo>
                <a:lnTo>
                  <a:pt x="757" y="874"/>
                </a:lnTo>
                <a:lnTo>
                  <a:pt x="753" y="879"/>
                </a:lnTo>
                <a:lnTo>
                  <a:pt x="750" y="884"/>
                </a:lnTo>
                <a:lnTo>
                  <a:pt x="746" y="890"/>
                </a:lnTo>
                <a:lnTo>
                  <a:pt x="742" y="895"/>
                </a:lnTo>
                <a:lnTo>
                  <a:pt x="739" y="901"/>
                </a:lnTo>
                <a:lnTo>
                  <a:pt x="735" y="907"/>
                </a:lnTo>
                <a:lnTo>
                  <a:pt x="731" y="913"/>
                </a:lnTo>
                <a:lnTo>
                  <a:pt x="727" y="919"/>
                </a:lnTo>
                <a:lnTo>
                  <a:pt x="723" y="924"/>
                </a:lnTo>
                <a:lnTo>
                  <a:pt x="719" y="930"/>
                </a:lnTo>
                <a:lnTo>
                  <a:pt x="715" y="936"/>
                </a:lnTo>
                <a:lnTo>
                  <a:pt x="710" y="941"/>
                </a:lnTo>
                <a:lnTo>
                  <a:pt x="706" y="946"/>
                </a:lnTo>
                <a:lnTo>
                  <a:pt x="701" y="951"/>
                </a:lnTo>
                <a:lnTo>
                  <a:pt x="696" y="955"/>
                </a:lnTo>
                <a:lnTo>
                  <a:pt x="690" y="959"/>
                </a:lnTo>
                <a:lnTo>
                  <a:pt x="685" y="963"/>
                </a:lnTo>
                <a:lnTo>
                  <a:pt x="679" y="966"/>
                </a:lnTo>
                <a:lnTo>
                  <a:pt x="673" y="969"/>
                </a:lnTo>
                <a:lnTo>
                  <a:pt x="667" y="971"/>
                </a:lnTo>
                <a:lnTo>
                  <a:pt x="661" y="973"/>
                </a:lnTo>
                <a:lnTo>
                  <a:pt x="654" y="974"/>
                </a:lnTo>
                <a:lnTo>
                  <a:pt x="648" y="975"/>
                </a:lnTo>
                <a:lnTo>
                  <a:pt x="641" y="976"/>
                </a:lnTo>
                <a:lnTo>
                  <a:pt x="634" y="975"/>
                </a:lnTo>
                <a:lnTo>
                  <a:pt x="627" y="975"/>
                </a:lnTo>
                <a:lnTo>
                  <a:pt x="620" y="974"/>
                </a:lnTo>
                <a:lnTo>
                  <a:pt x="614" y="973"/>
                </a:lnTo>
                <a:lnTo>
                  <a:pt x="607" y="971"/>
                </a:lnTo>
                <a:lnTo>
                  <a:pt x="600" y="970"/>
                </a:lnTo>
                <a:lnTo>
                  <a:pt x="593" y="968"/>
                </a:lnTo>
                <a:lnTo>
                  <a:pt x="586" y="966"/>
                </a:lnTo>
                <a:lnTo>
                  <a:pt x="580" y="964"/>
                </a:lnTo>
                <a:lnTo>
                  <a:pt x="573" y="962"/>
                </a:lnTo>
                <a:lnTo>
                  <a:pt x="567" y="959"/>
                </a:lnTo>
                <a:lnTo>
                  <a:pt x="560" y="957"/>
                </a:lnTo>
                <a:lnTo>
                  <a:pt x="554" y="956"/>
                </a:lnTo>
                <a:lnTo>
                  <a:pt x="548" y="954"/>
                </a:lnTo>
                <a:lnTo>
                  <a:pt x="542" y="952"/>
                </a:lnTo>
                <a:lnTo>
                  <a:pt x="536" y="951"/>
                </a:lnTo>
                <a:lnTo>
                  <a:pt x="530" y="950"/>
                </a:lnTo>
                <a:lnTo>
                  <a:pt x="524" y="950"/>
                </a:lnTo>
                <a:lnTo>
                  <a:pt x="518" y="950"/>
                </a:lnTo>
                <a:lnTo>
                  <a:pt x="512" y="950"/>
                </a:lnTo>
                <a:lnTo>
                  <a:pt x="506" y="950"/>
                </a:lnTo>
                <a:lnTo>
                  <a:pt x="500" y="951"/>
                </a:lnTo>
                <a:lnTo>
                  <a:pt x="494" y="952"/>
                </a:lnTo>
                <a:lnTo>
                  <a:pt x="488" y="954"/>
                </a:lnTo>
                <a:lnTo>
                  <a:pt x="482" y="956"/>
                </a:lnTo>
                <a:lnTo>
                  <a:pt x="476" y="958"/>
                </a:lnTo>
                <a:lnTo>
                  <a:pt x="470" y="960"/>
                </a:lnTo>
                <a:lnTo>
                  <a:pt x="464" y="962"/>
                </a:lnTo>
                <a:lnTo>
                  <a:pt x="457" y="965"/>
                </a:lnTo>
                <a:lnTo>
                  <a:pt x="451" y="967"/>
                </a:lnTo>
                <a:lnTo>
                  <a:pt x="444" y="970"/>
                </a:lnTo>
                <a:lnTo>
                  <a:pt x="438" y="972"/>
                </a:lnTo>
                <a:lnTo>
                  <a:pt x="431" y="975"/>
                </a:lnTo>
                <a:lnTo>
                  <a:pt x="424" y="977"/>
                </a:lnTo>
                <a:lnTo>
                  <a:pt x="418" y="979"/>
                </a:lnTo>
                <a:lnTo>
                  <a:pt x="411" y="980"/>
                </a:lnTo>
                <a:lnTo>
                  <a:pt x="404" y="982"/>
                </a:lnTo>
                <a:lnTo>
                  <a:pt x="397" y="983"/>
                </a:lnTo>
                <a:lnTo>
                  <a:pt x="391" y="983"/>
                </a:lnTo>
                <a:lnTo>
                  <a:pt x="384" y="984"/>
                </a:lnTo>
                <a:lnTo>
                  <a:pt x="377" y="983"/>
                </a:lnTo>
                <a:lnTo>
                  <a:pt x="371" y="982"/>
                </a:lnTo>
                <a:lnTo>
                  <a:pt x="364" y="981"/>
                </a:lnTo>
                <a:lnTo>
                  <a:pt x="358" y="979"/>
                </a:lnTo>
                <a:lnTo>
                  <a:pt x="352" y="977"/>
                </a:lnTo>
                <a:lnTo>
                  <a:pt x="346" y="974"/>
                </a:lnTo>
                <a:lnTo>
                  <a:pt x="340" y="971"/>
                </a:lnTo>
                <a:lnTo>
                  <a:pt x="334" y="968"/>
                </a:lnTo>
                <a:lnTo>
                  <a:pt x="329" y="963"/>
                </a:lnTo>
                <a:lnTo>
                  <a:pt x="324" y="959"/>
                </a:lnTo>
                <a:lnTo>
                  <a:pt x="319" y="954"/>
                </a:lnTo>
                <a:lnTo>
                  <a:pt x="314" y="949"/>
                </a:lnTo>
                <a:lnTo>
                  <a:pt x="309" y="944"/>
                </a:lnTo>
                <a:lnTo>
                  <a:pt x="305" y="939"/>
                </a:lnTo>
                <a:lnTo>
                  <a:pt x="300" y="933"/>
                </a:lnTo>
                <a:lnTo>
                  <a:pt x="296" y="928"/>
                </a:lnTo>
                <a:lnTo>
                  <a:pt x="292" y="922"/>
                </a:lnTo>
                <a:lnTo>
                  <a:pt x="288" y="916"/>
                </a:lnTo>
                <a:lnTo>
                  <a:pt x="284" y="911"/>
                </a:lnTo>
                <a:lnTo>
                  <a:pt x="280" y="905"/>
                </a:lnTo>
                <a:lnTo>
                  <a:pt x="276" y="900"/>
                </a:lnTo>
                <a:lnTo>
                  <a:pt x="272" y="895"/>
                </a:lnTo>
                <a:lnTo>
                  <a:pt x="268" y="891"/>
                </a:lnTo>
                <a:lnTo>
                  <a:pt x="263" y="886"/>
                </a:lnTo>
                <a:lnTo>
                  <a:pt x="259" y="882"/>
                </a:lnTo>
                <a:lnTo>
                  <a:pt x="255" y="878"/>
                </a:lnTo>
                <a:lnTo>
                  <a:pt x="250" y="874"/>
                </a:lnTo>
                <a:lnTo>
                  <a:pt x="245" y="871"/>
                </a:lnTo>
                <a:lnTo>
                  <a:pt x="240" y="868"/>
                </a:lnTo>
                <a:lnTo>
                  <a:pt x="235" y="865"/>
                </a:lnTo>
                <a:lnTo>
                  <a:pt x="229" y="863"/>
                </a:lnTo>
                <a:lnTo>
                  <a:pt x="224" y="860"/>
                </a:lnTo>
                <a:lnTo>
                  <a:pt x="218" y="858"/>
                </a:lnTo>
                <a:lnTo>
                  <a:pt x="212" y="856"/>
                </a:lnTo>
                <a:lnTo>
                  <a:pt x="205" y="854"/>
                </a:lnTo>
                <a:lnTo>
                  <a:pt x="199" y="853"/>
                </a:lnTo>
                <a:lnTo>
                  <a:pt x="192" y="851"/>
                </a:lnTo>
                <a:lnTo>
                  <a:pt x="186" y="849"/>
                </a:lnTo>
                <a:lnTo>
                  <a:pt x="179" y="847"/>
                </a:lnTo>
                <a:lnTo>
                  <a:pt x="172" y="846"/>
                </a:lnTo>
                <a:lnTo>
                  <a:pt x="165" y="844"/>
                </a:lnTo>
                <a:lnTo>
                  <a:pt x="159" y="841"/>
                </a:lnTo>
                <a:lnTo>
                  <a:pt x="152" y="839"/>
                </a:lnTo>
                <a:lnTo>
                  <a:pt x="146" y="836"/>
                </a:lnTo>
                <a:lnTo>
                  <a:pt x="139" y="833"/>
                </a:lnTo>
                <a:lnTo>
                  <a:pt x="133" y="830"/>
                </a:lnTo>
                <a:lnTo>
                  <a:pt x="127" y="827"/>
                </a:lnTo>
                <a:lnTo>
                  <a:pt x="122" y="823"/>
                </a:lnTo>
                <a:lnTo>
                  <a:pt x="117" y="819"/>
                </a:lnTo>
                <a:lnTo>
                  <a:pt x="112" y="814"/>
                </a:lnTo>
                <a:lnTo>
                  <a:pt x="107" y="809"/>
                </a:lnTo>
                <a:lnTo>
                  <a:pt x="103" y="804"/>
                </a:lnTo>
                <a:lnTo>
                  <a:pt x="100" y="799"/>
                </a:lnTo>
                <a:lnTo>
                  <a:pt x="96" y="793"/>
                </a:lnTo>
                <a:lnTo>
                  <a:pt x="94" y="787"/>
                </a:lnTo>
                <a:lnTo>
                  <a:pt x="91" y="781"/>
                </a:lnTo>
                <a:lnTo>
                  <a:pt x="89" y="774"/>
                </a:lnTo>
                <a:lnTo>
                  <a:pt x="88" y="768"/>
                </a:lnTo>
                <a:lnTo>
                  <a:pt x="86" y="761"/>
                </a:lnTo>
                <a:lnTo>
                  <a:pt x="85" y="754"/>
                </a:lnTo>
                <a:lnTo>
                  <a:pt x="85" y="747"/>
                </a:lnTo>
                <a:lnTo>
                  <a:pt x="84" y="740"/>
                </a:lnTo>
                <a:lnTo>
                  <a:pt x="84" y="733"/>
                </a:lnTo>
                <a:lnTo>
                  <a:pt x="84" y="726"/>
                </a:lnTo>
                <a:lnTo>
                  <a:pt x="84" y="719"/>
                </a:lnTo>
                <a:lnTo>
                  <a:pt x="84" y="712"/>
                </a:lnTo>
                <a:lnTo>
                  <a:pt x="84" y="705"/>
                </a:lnTo>
                <a:lnTo>
                  <a:pt x="84" y="699"/>
                </a:lnTo>
                <a:lnTo>
                  <a:pt x="83" y="692"/>
                </a:lnTo>
                <a:lnTo>
                  <a:pt x="83" y="686"/>
                </a:lnTo>
                <a:lnTo>
                  <a:pt x="83" y="679"/>
                </a:lnTo>
                <a:lnTo>
                  <a:pt x="82" y="673"/>
                </a:lnTo>
                <a:lnTo>
                  <a:pt x="81" y="667"/>
                </a:lnTo>
                <a:lnTo>
                  <a:pt x="79" y="661"/>
                </a:lnTo>
                <a:lnTo>
                  <a:pt x="78" y="656"/>
                </a:lnTo>
                <a:lnTo>
                  <a:pt x="76" y="650"/>
                </a:lnTo>
                <a:lnTo>
                  <a:pt x="73" y="645"/>
                </a:lnTo>
                <a:lnTo>
                  <a:pt x="71" y="639"/>
                </a:lnTo>
                <a:lnTo>
                  <a:pt x="68" y="634"/>
                </a:lnTo>
                <a:lnTo>
                  <a:pt x="65" y="629"/>
                </a:lnTo>
                <a:lnTo>
                  <a:pt x="61" y="624"/>
                </a:lnTo>
                <a:lnTo>
                  <a:pt x="57" y="619"/>
                </a:lnTo>
                <a:lnTo>
                  <a:pt x="53" y="613"/>
                </a:lnTo>
                <a:lnTo>
                  <a:pt x="49" y="608"/>
                </a:lnTo>
                <a:lnTo>
                  <a:pt x="45" y="603"/>
                </a:lnTo>
                <a:lnTo>
                  <a:pt x="40" y="598"/>
                </a:lnTo>
                <a:lnTo>
                  <a:pt x="36" y="592"/>
                </a:lnTo>
                <a:lnTo>
                  <a:pt x="32" y="587"/>
                </a:lnTo>
                <a:lnTo>
                  <a:pt x="27" y="581"/>
                </a:lnTo>
                <a:lnTo>
                  <a:pt x="23" y="576"/>
                </a:lnTo>
                <a:lnTo>
                  <a:pt x="19" y="570"/>
                </a:lnTo>
                <a:lnTo>
                  <a:pt x="16" y="564"/>
                </a:lnTo>
                <a:lnTo>
                  <a:pt x="12" y="558"/>
                </a:lnTo>
                <a:lnTo>
                  <a:pt x="9" y="552"/>
                </a:lnTo>
                <a:lnTo>
                  <a:pt x="6" y="545"/>
                </a:lnTo>
                <a:lnTo>
                  <a:pt x="4" y="539"/>
                </a:lnTo>
                <a:lnTo>
                  <a:pt x="3" y="533"/>
                </a:lnTo>
                <a:lnTo>
                  <a:pt x="1" y="526"/>
                </a:lnTo>
                <a:lnTo>
                  <a:pt x="0" y="520"/>
                </a:lnTo>
                <a:lnTo>
                  <a:pt x="0" y="513"/>
                </a:lnTo>
                <a:lnTo>
                  <a:pt x="0" y="507"/>
                </a:lnTo>
                <a:lnTo>
                  <a:pt x="1" y="500"/>
                </a:lnTo>
                <a:lnTo>
                  <a:pt x="2" y="493"/>
                </a:lnTo>
                <a:lnTo>
                  <a:pt x="4" y="487"/>
                </a:lnTo>
                <a:lnTo>
                  <a:pt x="6" y="481"/>
                </a:lnTo>
                <a:lnTo>
                  <a:pt x="9" y="474"/>
                </a:lnTo>
                <a:lnTo>
                  <a:pt x="12" y="468"/>
                </a:lnTo>
                <a:lnTo>
                  <a:pt x="15" y="462"/>
                </a:lnTo>
                <a:lnTo>
                  <a:pt x="19" y="456"/>
                </a:lnTo>
                <a:lnTo>
                  <a:pt x="22" y="450"/>
                </a:lnTo>
                <a:lnTo>
                  <a:pt x="26" y="444"/>
                </a:lnTo>
                <a:lnTo>
                  <a:pt x="30" y="438"/>
                </a:lnTo>
                <a:lnTo>
                  <a:pt x="34" y="432"/>
                </a:lnTo>
                <a:lnTo>
                  <a:pt x="38" y="427"/>
                </a:lnTo>
                <a:lnTo>
                  <a:pt x="42" y="421"/>
                </a:lnTo>
                <a:lnTo>
                  <a:pt x="46" y="416"/>
                </a:lnTo>
                <a:lnTo>
                  <a:pt x="50" y="410"/>
                </a:lnTo>
                <a:lnTo>
                  <a:pt x="54" y="405"/>
                </a:lnTo>
                <a:lnTo>
                  <a:pt x="57" y="400"/>
                </a:lnTo>
                <a:lnTo>
                  <a:pt x="60" y="394"/>
                </a:lnTo>
                <a:lnTo>
                  <a:pt x="62" y="389"/>
                </a:lnTo>
                <a:lnTo>
                  <a:pt x="65" y="383"/>
                </a:lnTo>
                <a:lnTo>
                  <a:pt x="67" y="378"/>
                </a:lnTo>
                <a:lnTo>
                  <a:pt x="68" y="372"/>
                </a:lnTo>
                <a:lnTo>
                  <a:pt x="70" y="366"/>
                </a:lnTo>
                <a:lnTo>
                  <a:pt x="71" y="361"/>
                </a:lnTo>
                <a:lnTo>
                  <a:pt x="72" y="355"/>
                </a:lnTo>
                <a:lnTo>
                  <a:pt x="72" y="348"/>
                </a:lnTo>
                <a:lnTo>
                  <a:pt x="72" y="342"/>
                </a:lnTo>
                <a:lnTo>
                  <a:pt x="72" y="336"/>
                </a:lnTo>
                <a:lnTo>
                  <a:pt x="72" y="329"/>
                </a:lnTo>
                <a:lnTo>
                  <a:pt x="72" y="323"/>
                </a:lnTo>
                <a:lnTo>
                  <a:pt x="71" y="316"/>
                </a:lnTo>
                <a:lnTo>
                  <a:pt x="71" y="309"/>
                </a:lnTo>
                <a:lnTo>
                  <a:pt x="70" y="302"/>
                </a:lnTo>
                <a:lnTo>
                  <a:pt x="70" y="295"/>
                </a:lnTo>
                <a:lnTo>
                  <a:pt x="70" y="288"/>
                </a:lnTo>
                <a:lnTo>
                  <a:pt x="70" y="281"/>
                </a:lnTo>
                <a:lnTo>
                  <a:pt x="70" y="274"/>
                </a:lnTo>
                <a:lnTo>
                  <a:pt x="71" y="267"/>
                </a:lnTo>
                <a:lnTo>
                  <a:pt x="71" y="260"/>
                </a:lnTo>
                <a:lnTo>
                  <a:pt x="73" y="253"/>
                </a:lnTo>
                <a:lnTo>
                  <a:pt x="74" y="247"/>
                </a:lnTo>
                <a:lnTo>
                  <a:pt x="76" y="240"/>
                </a:lnTo>
                <a:lnTo>
                  <a:pt x="78" y="234"/>
                </a:lnTo>
                <a:lnTo>
                  <a:pt x="81" y="228"/>
                </a:lnTo>
                <a:lnTo>
                  <a:pt x="84" y="222"/>
                </a:lnTo>
                <a:lnTo>
                  <a:pt x="88" y="217"/>
                </a:lnTo>
                <a:lnTo>
                  <a:pt x="92" y="212"/>
                </a:lnTo>
                <a:lnTo>
                  <a:pt x="96" y="207"/>
                </a:lnTo>
                <a:lnTo>
                  <a:pt x="101" y="202"/>
                </a:lnTo>
                <a:lnTo>
                  <a:pt x="107" y="198"/>
                </a:lnTo>
                <a:lnTo>
                  <a:pt x="112" y="194"/>
                </a:lnTo>
                <a:lnTo>
                  <a:pt x="118" y="191"/>
                </a:lnTo>
                <a:lnTo>
                  <a:pt x="124" y="187"/>
                </a:lnTo>
                <a:lnTo>
                  <a:pt x="130" y="184"/>
                </a:lnTo>
                <a:lnTo>
                  <a:pt x="137" y="181"/>
                </a:lnTo>
                <a:lnTo>
                  <a:pt x="143" y="179"/>
                </a:lnTo>
                <a:lnTo>
                  <a:pt x="150" y="176"/>
                </a:lnTo>
                <a:lnTo>
                  <a:pt x="156" y="174"/>
                </a:lnTo>
                <a:lnTo>
                  <a:pt x="163" y="172"/>
                </a:lnTo>
                <a:lnTo>
                  <a:pt x="170" y="170"/>
                </a:lnTo>
                <a:lnTo>
                  <a:pt x="176" y="167"/>
                </a:lnTo>
                <a:lnTo>
                  <a:pt x="182" y="165"/>
                </a:lnTo>
                <a:lnTo>
                  <a:pt x="189" y="163"/>
                </a:lnTo>
                <a:lnTo>
                  <a:pt x="195" y="161"/>
                </a:lnTo>
                <a:lnTo>
                  <a:pt x="200" y="158"/>
                </a:lnTo>
                <a:lnTo>
                  <a:pt x="206" y="156"/>
                </a:lnTo>
                <a:lnTo>
                  <a:pt x="211" y="153"/>
                </a:lnTo>
                <a:lnTo>
                  <a:pt x="216" y="150"/>
                </a:lnTo>
                <a:lnTo>
                  <a:pt x="221" y="147"/>
                </a:lnTo>
                <a:lnTo>
                  <a:pt x="226" y="143"/>
                </a:lnTo>
                <a:lnTo>
                  <a:pt x="231" y="139"/>
                </a:lnTo>
                <a:lnTo>
                  <a:pt x="235" y="135"/>
                </a:lnTo>
                <a:lnTo>
                  <a:pt x="239" y="131"/>
                </a:lnTo>
                <a:lnTo>
                  <a:pt x="243" y="126"/>
                </a:lnTo>
                <a:lnTo>
                  <a:pt x="247" y="121"/>
                </a:lnTo>
                <a:lnTo>
                  <a:pt x="250" y="116"/>
                </a:lnTo>
                <a:lnTo>
                  <a:pt x="254" y="110"/>
                </a:lnTo>
                <a:lnTo>
                  <a:pt x="258" y="105"/>
                </a:lnTo>
                <a:lnTo>
                  <a:pt x="261" y="99"/>
                </a:lnTo>
                <a:lnTo>
                  <a:pt x="265" y="93"/>
                </a:lnTo>
                <a:lnTo>
                  <a:pt x="269" y="87"/>
                </a:lnTo>
                <a:lnTo>
                  <a:pt x="273" y="81"/>
                </a:lnTo>
                <a:lnTo>
                  <a:pt x="277" y="76"/>
                </a:lnTo>
                <a:lnTo>
                  <a:pt x="281" y="70"/>
                </a:lnTo>
                <a:lnTo>
                  <a:pt x="285" y="64"/>
                </a:lnTo>
                <a:lnTo>
                  <a:pt x="290" y="59"/>
                </a:lnTo>
                <a:lnTo>
                  <a:pt x="294" y="54"/>
                </a:lnTo>
                <a:lnTo>
                  <a:pt x="299" y="49"/>
                </a:lnTo>
                <a:lnTo>
                  <a:pt x="304" y="45"/>
                </a:lnTo>
                <a:lnTo>
                  <a:pt x="310" y="41"/>
                </a:lnTo>
                <a:lnTo>
                  <a:pt x="315" y="37"/>
                </a:lnTo>
                <a:lnTo>
                  <a:pt x="321" y="34"/>
                </a:lnTo>
                <a:lnTo>
                  <a:pt x="327" y="31"/>
                </a:lnTo>
                <a:lnTo>
                  <a:pt x="333" y="29"/>
                </a:lnTo>
                <a:lnTo>
                  <a:pt x="339" y="27"/>
                </a:lnTo>
                <a:lnTo>
                  <a:pt x="346" y="26"/>
                </a:lnTo>
                <a:lnTo>
                  <a:pt x="352" y="25"/>
                </a:lnTo>
                <a:lnTo>
                  <a:pt x="359" y="24"/>
                </a:lnTo>
                <a:lnTo>
                  <a:pt x="366" y="25"/>
                </a:lnTo>
                <a:lnTo>
                  <a:pt x="373" y="25"/>
                </a:lnTo>
                <a:lnTo>
                  <a:pt x="380" y="26"/>
                </a:lnTo>
                <a:lnTo>
                  <a:pt x="386" y="27"/>
                </a:lnTo>
                <a:lnTo>
                  <a:pt x="393" y="29"/>
                </a:lnTo>
                <a:lnTo>
                  <a:pt x="400" y="30"/>
                </a:lnTo>
                <a:lnTo>
                  <a:pt x="407" y="32"/>
                </a:lnTo>
                <a:lnTo>
                  <a:pt x="414" y="34"/>
                </a:lnTo>
                <a:lnTo>
                  <a:pt x="420" y="36"/>
                </a:lnTo>
                <a:lnTo>
                  <a:pt x="427" y="38"/>
                </a:lnTo>
                <a:lnTo>
                  <a:pt x="433" y="41"/>
                </a:lnTo>
                <a:lnTo>
                  <a:pt x="440" y="43"/>
                </a:lnTo>
                <a:lnTo>
                  <a:pt x="446" y="44"/>
                </a:lnTo>
                <a:lnTo>
                  <a:pt x="452" y="46"/>
                </a:lnTo>
                <a:lnTo>
                  <a:pt x="458" y="48"/>
                </a:lnTo>
                <a:lnTo>
                  <a:pt x="464" y="49"/>
                </a:lnTo>
                <a:lnTo>
                  <a:pt x="470" y="50"/>
                </a:lnTo>
                <a:lnTo>
                  <a:pt x="476" y="50"/>
                </a:lnTo>
                <a:lnTo>
                  <a:pt x="482" y="50"/>
                </a:lnTo>
                <a:lnTo>
                  <a:pt x="488" y="50"/>
                </a:lnTo>
                <a:lnTo>
                  <a:pt x="494" y="50"/>
                </a:lnTo>
                <a:lnTo>
                  <a:pt x="500" y="49"/>
                </a:lnTo>
                <a:lnTo>
                  <a:pt x="506" y="48"/>
                </a:lnTo>
                <a:lnTo>
                  <a:pt x="512" y="46"/>
                </a:lnTo>
                <a:lnTo>
                  <a:pt x="518" y="44"/>
                </a:lnTo>
                <a:lnTo>
                  <a:pt x="524" y="42"/>
                </a:lnTo>
                <a:lnTo>
                  <a:pt x="530" y="40"/>
                </a:lnTo>
                <a:lnTo>
                  <a:pt x="536" y="38"/>
                </a:lnTo>
                <a:lnTo>
                  <a:pt x="543" y="35"/>
                </a:lnTo>
                <a:lnTo>
                  <a:pt x="549" y="33"/>
                </a:lnTo>
                <a:lnTo>
                  <a:pt x="556" y="30"/>
                </a:lnTo>
                <a:lnTo>
                  <a:pt x="562" y="28"/>
                </a:lnTo>
                <a:lnTo>
                  <a:pt x="569" y="25"/>
                </a:lnTo>
                <a:lnTo>
                  <a:pt x="576" y="23"/>
                </a:lnTo>
                <a:lnTo>
                  <a:pt x="582" y="21"/>
                </a:lnTo>
                <a:lnTo>
                  <a:pt x="589" y="20"/>
                </a:lnTo>
                <a:lnTo>
                  <a:pt x="596" y="18"/>
                </a:lnTo>
                <a:lnTo>
                  <a:pt x="603" y="17"/>
                </a:lnTo>
                <a:lnTo>
                  <a:pt x="609" y="17"/>
                </a:lnTo>
                <a:lnTo>
                  <a:pt x="616" y="16"/>
                </a:lnTo>
                <a:lnTo>
                  <a:pt x="623" y="17"/>
                </a:lnTo>
                <a:lnTo>
                  <a:pt x="629" y="18"/>
                </a:lnTo>
                <a:lnTo>
                  <a:pt x="636" y="19"/>
                </a:lnTo>
                <a:lnTo>
                  <a:pt x="642" y="21"/>
                </a:lnTo>
                <a:lnTo>
                  <a:pt x="648" y="23"/>
                </a:lnTo>
                <a:lnTo>
                  <a:pt x="654" y="26"/>
                </a:lnTo>
                <a:lnTo>
                  <a:pt x="660" y="29"/>
                </a:lnTo>
                <a:lnTo>
                  <a:pt x="666" y="32"/>
                </a:lnTo>
                <a:lnTo>
                  <a:pt x="671" y="37"/>
                </a:lnTo>
                <a:lnTo>
                  <a:pt x="676" y="41"/>
                </a:lnTo>
                <a:lnTo>
                  <a:pt x="681" y="46"/>
                </a:lnTo>
                <a:lnTo>
                  <a:pt x="686" y="51"/>
                </a:lnTo>
                <a:lnTo>
                  <a:pt x="691" y="56"/>
                </a:lnTo>
                <a:lnTo>
                  <a:pt x="695" y="61"/>
                </a:lnTo>
                <a:lnTo>
                  <a:pt x="700" y="67"/>
                </a:lnTo>
                <a:lnTo>
                  <a:pt x="704" y="72"/>
                </a:lnTo>
                <a:lnTo>
                  <a:pt x="708" y="78"/>
                </a:lnTo>
                <a:lnTo>
                  <a:pt x="712" y="84"/>
                </a:lnTo>
                <a:lnTo>
                  <a:pt x="716" y="89"/>
                </a:lnTo>
                <a:lnTo>
                  <a:pt x="720" y="95"/>
                </a:lnTo>
                <a:lnTo>
                  <a:pt x="724" y="100"/>
                </a:lnTo>
                <a:lnTo>
                  <a:pt x="728" y="105"/>
                </a:lnTo>
                <a:lnTo>
                  <a:pt x="732" y="109"/>
                </a:lnTo>
                <a:lnTo>
                  <a:pt x="737" y="114"/>
                </a:lnTo>
                <a:lnTo>
                  <a:pt x="741" y="118"/>
                </a:lnTo>
                <a:lnTo>
                  <a:pt x="745" y="122"/>
                </a:lnTo>
                <a:lnTo>
                  <a:pt x="750" y="126"/>
                </a:lnTo>
                <a:lnTo>
                  <a:pt x="755" y="129"/>
                </a:lnTo>
                <a:lnTo>
                  <a:pt x="760" y="132"/>
                </a:lnTo>
                <a:lnTo>
                  <a:pt x="765" y="135"/>
                </a:lnTo>
                <a:lnTo>
                  <a:pt x="771" y="137"/>
                </a:lnTo>
                <a:lnTo>
                  <a:pt x="776" y="140"/>
                </a:lnTo>
                <a:lnTo>
                  <a:pt x="782" y="142"/>
                </a:lnTo>
                <a:lnTo>
                  <a:pt x="788" y="144"/>
                </a:lnTo>
                <a:lnTo>
                  <a:pt x="795" y="146"/>
                </a:lnTo>
                <a:lnTo>
                  <a:pt x="801" y="147"/>
                </a:lnTo>
                <a:lnTo>
                  <a:pt x="808" y="149"/>
                </a:lnTo>
                <a:lnTo>
                  <a:pt x="814" y="151"/>
                </a:lnTo>
                <a:lnTo>
                  <a:pt x="821" y="153"/>
                </a:lnTo>
                <a:lnTo>
                  <a:pt x="828" y="154"/>
                </a:lnTo>
                <a:lnTo>
                  <a:pt x="835" y="156"/>
                </a:lnTo>
                <a:lnTo>
                  <a:pt x="841" y="159"/>
                </a:lnTo>
                <a:lnTo>
                  <a:pt x="848" y="161"/>
                </a:lnTo>
                <a:lnTo>
                  <a:pt x="854" y="164"/>
                </a:lnTo>
                <a:lnTo>
                  <a:pt x="861" y="167"/>
                </a:lnTo>
                <a:lnTo>
                  <a:pt x="867" y="170"/>
                </a:lnTo>
                <a:lnTo>
                  <a:pt x="873" y="173"/>
                </a:lnTo>
                <a:lnTo>
                  <a:pt x="878" y="177"/>
                </a:lnTo>
                <a:lnTo>
                  <a:pt x="883" y="181"/>
                </a:lnTo>
                <a:lnTo>
                  <a:pt x="888" y="186"/>
                </a:lnTo>
                <a:lnTo>
                  <a:pt x="893" y="191"/>
                </a:lnTo>
                <a:lnTo>
                  <a:pt x="897" y="196"/>
                </a:lnTo>
                <a:lnTo>
                  <a:pt x="900" y="201"/>
                </a:lnTo>
                <a:lnTo>
                  <a:pt x="904" y="207"/>
                </a:lnTo>
                <a:lnTo>
                  <a:pt x="906" y="213"/>
                </a:lnTo>
                <a:lnTo>
                  <a:pt x="909" y="219"/>
                </a:lnTo>
                <a:lnTo>
                  <a:pt x="911" y="226"/>
                </a:lnTo>
                <a:lnTo>
                  <a:pt x="912" y="232"/>
                </a:lnTo>
                <a:lnTo>
                  <a:pt x="914" y="239"/>
                </a:lnTo>
                <a:lnTo>
                  <a:pt x="915" y="246"/>
                </a:lnTo>
                <a:lnTo>
                  <a:pt x="915" y="253"/>
                </a:lnTo>
                <a:lnTo>
                  <a:pt x="916" y="260"/>
                </a:lnTo>
                <a:lnTo>
                  <a:pt x="916" y="267"/>
                </a:lnTo>
                <a:lnTo>
                  <a:pt x="916" y="274"/>
                </a:lnTo>
                <a:lnTo>
                  <a:pt x="916" y="281"/>
                </a:lnTo>
                <a:lnTo>
                  <a:pt x="916" y="288"/>
                </a:lnTo>
                <a:lnTo>
                  <a:pt x="916" y="295"/>
                </a:lnTo>
                <a:lnTo>
                  <a:pt x="916" y="301"/>
                </a:lnTo>
                <a:lnTo>
                  <a:pt x="917" y="308"/>
                </a:lnTo>
                <a:lnTo>
                  <a:pt x="917" y="314"/>
                </a:lnTo>
                <a:lnTo>
                  <a:pt x="917" y="321"/>
                </a:lnTo>
                <a:lnTo>
                  <a:pt x="918" y="327"/>
                </a:lnTo>
                <a:lnTo>
                  <a:pt x="919" y="333"/>
                </a:lnTo>
                <a:lnTo>
                  <a:pt x="921" y="339"/>
                </a:lnTo>
                <a:lnTo>
                  <a:pt x="922" y="344"/>
                </a:lnTo>
                <a:lnTo>
                  <a:pt x="924" y="350"/>
                </a:lnTo>
                <a:lnTo>
                  <a:pt x="927" y="355"/>
                </a:lnTo>
                <a:lnTo>
                  <a:pt x="929" y="361"/>
                </a:lnTo>
                <a:lnTo>
                  <a:pt x="932" y="366"/>
                </a:lnTo>
                <a:lnTo>
                  <a:pt x="935" y="371"/>
                </a:lnTo>
                <a:lnTo>
                  <a:pt x="939" y="376"/>
                </a:lnTo>
                <a:lnTo>
                  <a:pt x="943" y="381"/>
                </a:lnTo>
                <a:lnTo>
                  <a:pt x="947" y="387"/>
                </a:lnTo>
                <a:lnTo>
                  <a:pt x="951" y="392"/>
                </a:lnTo>
                <a:lnTo>
                  <a:pt x="955" y="397"/>
                </a:lnTo>
                <a:lnTo>
                  <a:pt x="960" y="402"/>
                </a:lnTo>
                <a:lnTo>
                  <a:pt x="964" y="408"/>
                </a:lnTo>
                <a:lnTo>
                  <a:pt x="968" y="413"/>
                </a:lnTo>
                <a:lnTo>
                  <a:pt x="973" y="419"/>
                </a:lnTo>
                <a:lnTo>
                  <a:pt x="977" y="424"/>
                </a:lnTo>
                <a:lnTo>
                  <a:pt x="981" y="430"/>
                </a:lnTo>
                <a:lnTo>
                  <a:pt x="984" y="436"/>
                </a:lnTo>
                <a:lnTo>
                  <a:pt x="988" y="442"/>
                </a:lnTo>
                <a:lnTo>
                  <a:pt x="991" y="448"/>
                </a:lnTo>
                <a:lnTo>
                  <a:pt x="994" y="455"/>
                </a:lnTo>
                <a:lnTo>
                  <a:pt x="996" y="461"/>
                </a:lnTo>
                <a:lnTo>
                  <a:pt x="997" y="467"/>
                </a:lnTo>
                <a:lnTo>
                  <a:pt x="999" y="474"/>
                </a:lnTo>
                <a:lnTo>
                  <a:pt x="1000" y="480"/>
                </a:lnTo>
                <a:lnTo>
                  <a:pt x="1000" y="487"/>
                </a:lnTo>
                <a:lnTo>
                  <a:pt x="1000" y="493"/>
                </a:lnTo>
                <a:close/>
              </a:path>
            </a:pathLst>
          </a:custGeom>
          <a:solidFill>
            <a:srgbClr val="24A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743200"/>
            <a:ext cx="6400800" cy="548640"/>
          </a:xfrm>
          <a:prstGeom prst="rect">
            <a:avLst/>
          </a:prstGeom>
          <a:noFill/>
        </p:spPr>
        <p:txBody>
          <a:bodyPr wrap="square" anchor="ctr" lIns="0" rIns="0" tIns="0" bIns="0">
            <a:spAutoFit/>
          </a:bodyPr>
          <a:lstStyle/>
          <a:p>
            <a:pPr algn="ctr">
              <a:lnSpc>
                <a:spcPct val="100000"/>
              </a:lnSpc>
            </a:pPr>
            <a:r>
              <a:rPr sz="2700" b="1" spc="400">
                <a:solidFill>
                  <a:srgbClr val="FFFFFF"/>
                </a:solidFill>
                <a:latin typeface="Montserrat"/>
              </a:rPr>
              <a:t>PASSO</a:t>
            </a:r>
          </a:p>
        </p:txBody>
      </p:sp>
      <p:sp>
        <p:nvSpPr>
          <p:cNvPr id="6" name="TextBox 5"/>
          <p:cNvSpPr txBox="1"/>
          <p:nvPr/>
        </p:nvSpPr>
        <p:spPr>
          <a:xfrm>
            <a:off x="1371600" y="3246120"/>
            <a:ext cx="6400800" cy="2926080"/>
          </a:xfrm>
          <a:prstGeom prst="rect">
            <a:avLst/>
          </a:prstGeom>
          <a:noFill/>
        </p:spPr>
        <p:txBody>
          <a:bodyPr wrap="square" anchor="ctr" lIns="0" rIns="0" tIns="0" bIns="0">
            <a:spAutoFit/>
          </a:bodyPr>
          <a:lstStyle/>
          <a:p>
            <a:pPr algn="ctr">
              <a:lnSpc>
                <a:spcPct val="100000"/>
              </a:lnSpc>
            </a:pPr>
            <a:r>
              <a:rPr sz="16200" b="1" spc="-300">
                <a:solidFill>
                  <a:srgbClr val="FFFFFF"/>
                </a:solidFill>
                <a:latin typeface="Montserrat"/>
              </a:rPr>
              <a:t>02</a:t>
            </a:r>
          </a:p>
        </p:txBody>
      </p:sp>
      <p:sp>
        <p:nvSpPr>
          <p:cNvPr id="7" name="Rectangle 6"/>
          <p:cNvSpPr/>
          <p:nvPr/>
        </p:nvSpPr>
        <p:spPr>
          <a:xfrm>
            <a:off x="9144000" y="12984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12680" y="1143000"/>
            <a:ext cx="9144000" cy="457200"/>
          </a:xfrm>
          <a:prstGeom prst="rect">
            <a:avLst/>
          </a:prstGeom>
          <a:noFill/>
        </p:spPr>
        <p:txBody>
          <a:bodyPr wrap="square" anchor="t" lIns="0" rIns="0" tIns="0" bIns="0">
            <a:spAutoFit/>
          </a:bodyPr>
          <a:lstStyle/>
          <a:p>
            <a:pPr algn="l">
              <a:lnSpc>
                <a:spcPct val="100000"/>
              </a:lnSpc>
            </a:pPr>
            <a:r>
              <a:rPr sz="2000" b="1" spc="300">
                <a:solidFill>
                  <a:srgbClr val="85C227"/>
                </a:solidFill>
                <a:latin typeface="Montserrat"/>
              </a:rPr>
              <a:t>PASSO 02 DE 12</a:t>
            </a:r>
          </a:p>
        </p:txBody>
      </p:sp>
      <p:sp>
        <p:nvSpPr>
          <p:cNvPr id="9" name="TextBox 8"/>
          <p:cNvSpPr txBox="1"/>
          <p:nvPr/>
        </p:nvSpPr>
        <p:spPr>
          <a:xfrm>
            <a:off x="9144000" y="1737360"/>
            <a:ext cx="8778240" cy="6675120"/>
          </a:xfrm>
          <a:prstGeom prst="rect">
            <a:avLst/>
          </a:prstGeom>
          <a:noFill/>
        </p:spPr>
        <p:txBody>
          <a:bodyPr wrap="square" anchor="ctr" lIns="0" rIns="0" tIns="0" bIns="0">
            <a:spAutoFit/>
          </a:bodyPr>
          <a:lstStyle/>
          <a:p>
            <a:pPr algn="l">
              <a:lnSpc>
                <a:spcPct val="100000"/>
              </a:lnSpc>
            </a:pPr>
            <a:r>
              <a:rPr sz="5100" b="1" spc="-100">
                <a:solidFill>
                  <a:srgbClr val="FFFFFF"/>
                </a:solidFill>
                <a:latin typeface="Montserrat"/>
              </a:rPr>
              <a:t>Uma família funcional</a:t>
            </a:r>
          </a:p>
          <a:p>
            <a:pPr algn="l">
              <a:lnSpc>
                <a:spcPct val="100000"/>
              </a:lnSpc>
            </a:pPr>
            <a:r>
              <a:rPr sz="5100" b="1" spc="-100">
                <a:solidFill>
                  <a:srgbClr val="FFFFFF"/>
                </a:solidFill>
                <a:latin typeface="Montserrat"/>
              </a:rPr>
              <a:t>é o maior presente</a:t>
            </a:r>
          </a:p>
          <a:p>
            <a:pPr algn="l">
              <a:lnSpc>
                <a:spcPct val="100000"/>
              </a:lnSpc>
            </a:pPr>
            <a:r>
              <a:rPr sz="5100" b="1" spc="-100">
                <a:solidFill>
                  <a:srgbClr val="FFFFFF"/>
                </a:solidFill>
                <a:latin typeface="Montserrat"/>
              </a:rPr>
              <a:t>que você pode dar</a:t>
            </a:r>
          </a:p>
          <a:p>
            <a:pPr algn="l">
              <a:lnSpc>
                <a:spcPct val="100000"/>
              </a:lnSpc>
            </a:pPr>
            <a:r>
              <a:rPr sz="5100" b="1" spc="-100">
                <a:solidFill>
                  <a:srgbClr val="85C227"/>
                </a:solidFill>
                <a:latin typeface="Montserrat"/>
              </a:rPr>
              <a:t>aos seus filhos.</a:t>
            </a:r>
          </a:p>
          <a:p>
            <a:pPr algn="l">
              <a:lnSpc>
                <a:spcPct val="100000"/>
              </a:lnSpc>
            </a:pPr>
            <a:r>
              <a:rPr sz="1800">
                <a:latin typeface="Montserrat"/>
              </a:rPr>
              <a:t> </a:t>
            </a:r>
          </a:p>
          <a:p>
            <a:pPr algn="l">
              <a:lnSpc>
                <a:spcPct val="100000"/>
              </a:lnSpc>
            </a:pPr>
            <a:r>
              <a:rPr sz="2700" b="0">
                <a:solidFill>
                  <a:srgbClr val="CFE6DE"/>
                </a:solidFill>
                <a:latin typeface="Montserrat"/>
              </a:rPr>
              <a:t>A criança que cresce em um lar estruturado se sente segura, desenvolve inteligência emocional e aprende a enfrentar a vida com confiança.</a:t>
            </a:r>
          </a:p>
        </p:txBody>
      </p:sp>
      <p:sp>
        <p:nvSpPr>
          <p:cNvPr id="10" name="Rounded Rectangle 9"/>
          <p:cNvSpPr/>
          <p:nvPr/>
        </p:nvSpPr>
        <p:spPr>
          <a:xfrm>
            <a:off x="9144000"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48088"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552176" y="8915400"/>
            <a:ext cx="566928" cy="146304"/>
          </a:xfrm>
          <a:prstGeom prst="roundRect">
            <a:avLst>
              <a:gd name="adj" fmla="val 50000"/>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256264" y="8915400"/>
            <a:ext cx="566928" cy="146304"/>
          </a:xfrm>
          <a:prstGeom prst="roundRect">
            <a:avLst>
              <a:gd name="adj" fmla="val 50000"/>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960352" y="8915400"/>
            <a:ext cx="566928" cy="146304"/>
          </a:xfrm>
          <a:prstGeom prst="roundRect">
            <a:avLst>
              <a:gd name="adj" fmla="val 50000"/>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664440" y="8915400"/>
            <a:ext cx="566928" cy="146304"/>
          </a:xfrm>
          <a:prstGeom prst="roundRect">
            <a:avLst>
              <a:gd name="adj" fmla="val 50000"/>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3368528" y="8915400"/>
            <a:ext cx="566928" cy="146304"/>
          </a:xfrm>
          <a:prstGeom prst="roundRect">
            <a:avLst>
              <a:gd name="adj" fmla="val 50000"/>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4072616" y="8915400"/>
            <a:ext cx="566928" cy="146304"/>
          </a:xfrm>
          <a:prstGeom prst="roundRect">
            <a:avLst>
              <a:gd name="adj" fmla="val 50000"/>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4776704" y="8915400"/>
            <a:ext cx="566928" cy="146304"/>
          </a:xfrm>
          <a:prstGeom prst="roundRect">
            <a:avLst>
              <a:gd name="adj" fmla="val 50000"/>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5480792" y="8915400"/>
            <a:ext cx="566928" cy="146304"/>
          </a:xfrm>
          <a:prstGeom prst="roundRect">
            <a:avLst>
              <a:gd name="adj" fmla="val 50000"/>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6184880" y="8915400"/>
            <a:ext cx="566928" cy="146304"/>
          </a:xfrm>
          <a:prstGeom prst="roundRect">
            <a:avLst>
              <a:gd name="adj" fmla="val 50000"/>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6888968" y="8915400"/>
            <a:ext cx="566928" cy="146304"/>
          </a:xfrm>
          <a:prstGeom prst="roundRect">
            <a:avLst>
              <a:gd name="adj" fmla="val 50000"/>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2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508760"/>
            <a:ext cx="6400800" cy="6400800"/>
          </a:xfrm>
          <a:custGeom>
            <a:avLst/>
            <a:gdLst/>
            <a:ahLst/>
            <a:cxnLst/>
            <a:rect l="0" t="0" r="r" b="b"/>
            <a:pathLst>
              <a:path w="1000" h="1000">
                <a:moveTo>
                  <a:pt x="1000" y="500"/>
                </a:moveTo>
                <a:lnTo>
                  <a:pt x="1000" y="507"/>
                </a:lnTo>
                <a:lnTo>
                  <a:pt x="999" y="513"/>
                </a:lnTo>
                <a:lnTo>
                  <a:pt x="998" y="520"/>
                </a:lnTo>
                <a:lnTo>
                  <a:pt x="996" y="526"/>
                </a:lnTo>
                <a:lnTo>
                  <a:pt x="994" y="532"/>
                </a:lnTo>
                <a:lnTo>
                  <a:pt x="991" y="539"/>
                </a:lnTo>
                <a:lnTo>
                  <a:pt x="988" y="545"/>
                </a:lnTo>
                <a:lnTo>
                  <a:pt x="985" y="551"/>
                </a:lnTo>
                <a:lnTo>
                  <a:pt x="981" y="557"/>
                </a:lnTo>
                <a:lnTo>
                  <a:pt x="977" y="563"/>
                </a:lnTo>
                <a:lnTo>
                  <a:pt x="973" y="569"/>
                </a:lnTo>
                <a:lnTo>
                  <a:pt x="969" y="574"/>
                </a:lnTo>
                <a:lnTo>
                  <a:pt x="965" y="580"/>
                </a:lnTo>
                <a:lnTo>
                  <a:pt x="961" y="585"/>
                </a:lnTo>
                <a:lnTo>
                  <a:pt x="956" y="591"/>
                </a:lnTo>
                <a:lnTo>
                  <a:pt x="952" y="596"/>
                </a:lnTo>
                <a:lnTo>
                  <a:pt x="948" y="601"/>
                </a:lnTo>
                <a:lnTo>
                  <a:pt x="945" y="607"/>
                </a:lnTo>
                <a:lnTo>
                  <a:pt x="941" y="612"/>
                </a:lnTo>
                <a:lnTo>
                  <a:pt x="938" y="617"/>
                </a:lnTo>
                <a:lnTo>
                  <a:pt x="935" y="623"/>
                </a:lnTo>
                <a:lnTo>
                  <a:pt x="932" y="628"/>
                </a:lnTo>
                <a:lnTo>
                  <a:pt x="930" y="634"/>
                </a:lnTo>
                <a:lnTo>
                  <a:pt x="928" y="639"/>
                </a:lnTo>
                <a:lnTo>
                  <a:pt x="926" y="645"/>
                </a:lnTo>
                <a:lnTo>
                  <a:pt x="925" y="650"/>
                </a:lnTo>
                <a:lnTo>
                  <a:pt x="924" y="656"/>
                </a:lnTo>
                <a:lnTo>
                  <a:pt x="923" y="662"/>
                </a:lnTo>
                <a:lnTo>
                  <a:pt x="923" y="669"/>
                </a:lnTo>
                <a:lnTo>
                  <a:pt x="923" y="675"/>
                </a:lnTo>
                <a:lnTo>
                  <a:pt x="922" y="681"/>
                </a:lnTo>
                <a:lnTo>
                  <a:pt x="923" y="688"/>
                </a:lnTo>
                <a:lnTo>
                  <a:pt x="923" y="695"/>
                </a:lnTo>
                <a:lnTo>
                  <a:pt x="923" y="702"/>
                </a:lnTo>
                <a:lnTo>
                  <a:pt x="923" y="709"/>
                </a:lnTo>
                <a:lnTo>
                  <a:pt x="923" y="716"/>
                </a:lnTo>
                <a:lnTo>
                  <a:pt x="923" y="723"/>
                </a:lnTo>
                <a:lnTo>
                  <a:pt x="923" y="730"/>
                </a:lnTo>
                <a:lnTo>
                  <a:pt x="923" y="737"/>
                </a:lnTo>
                <a:lnTo>
                  <a:pt x="922" y="744"/>
                </a:lnTo>
                <a:lnTo>
                  <a:pt x="921" y="751"/>
                </a:lnTo>
                <a:lnTo>
                  <a:pt x="920" y="757"/>
                </a:lnTo>
                <a:lnTo>
                  <a:pt x="918" y="764"/>
                </a:lnTo>
                <a:lnTo>
                  <a:pt x="917" y="770"/>
                </a:lnTo>
                <a:lnTo>
                  <a:pt x="914" y="777"/>
                </a:lnTo>
                <a:lnTo>
                  <a:pt x="911" y="783"/>
                </a:lnTo>
                <a:lnTo>
                  <a:pt x="908" y="788"/>
                </a:lnTo>
                <a:lnTo>
                  <a:pt x="905" y="794"/>
                </a:lnTo>
                <a:lnTo>
                  <a:pt x="900" y="799"/>
                </a:lnTo>
                <a:lnTo>
                  <a:pt x="896" y="804"/>
                </a:lnTo>
                <a:lnTo>
                  <a:pt x="891" y="808"/>
                </a:lnTo>
                <a:lnTo>
                  <a:pt x="886" y="813"/>
                </a:lnTo>
                <a:lnTo>
                  <a:pt x="880" y="816"/>
                </a:lnTo>
                <a:lnTo>
                  <a:pt x="875" y="820"/>
                </a:lnTo>
                <a:lnTo>
                  <a:pt x="869" y="823"/>
                </a:lnTo>
                <a:lnTo>
                  <a:pt x="862" y="826"/>
                </a:lnTo>
                <a:lnTo>
                  <a:pt x="856" y="829"/>
                </a:lnTo>
                <a:lnTo>
                  <a:pt x="849" y="831"/>
                </a:lnTo>
                <a:lnTo>
                  <a:pt x="843" y="834"/>
                </a:lnTo>
                <a:lnTo>
                  <a:pt x="836" y="836"/>
                </a:lnTo>
                <a:lnTo>
                  <a:pt x="829" y="838"/>
                </a:lnTo>
                <a:lnTo>
                  <a:pt x="823" y="840"/>
                </a:lnTo>
                <a:lnTo>
                  <a:pt x="816" y="842"/>
                </a:lnTo>
                <a:lnTo>
                  <a:pt x="809" y="844"/>
                </a:lnTo>
                <a:lnTo>
                  <a:pt x="803" y="846"/>
                </a:lnTo>
                <a:lnTo>
                  <a:pt x="797" y="848"/>
                </a:lnTo>
                <a:lnTo>
                  <a:pt x="791" y="850"/>
                </a:lnTo>
                <a:lnTo>
                  <a:pt x="785" y="852"/>
                </a:lnTo>
                <a:lnTo>
                  <a:pt x="780" y="855"/>
                </a:lnTo>
                <a:lnTo>
                  <a:pt x="774" y="858"/>
                </a:lnTo>
                <a:lnTo>
                  <a:pt x="769" y="861"/>
                </a:lnTo>
                <a:lnTo>
                  <a:pt x="765" y="864"/>
                </a:lnTo>
                <a:lnTo>
                  <a:pt x="760" y="868"/>
                </a:lnTo>
                <a:lnTo>
                  <a:pt x="755" y="872"/>
                </a:lnTo>
                <a:lnTo>
                  <a:pt x="751" y="876"/>
                </a:lnTo>
                <a:lnTo>
                  <a:pt x="747" y="880"/>
                </a:lnTo>
                <a:lnTo>
                  <a:pt x="743" y="885"/>
                </a:lnTo>
                <a:lnTo>
                  <a:pt x="739" y="890"/>
                </a:lnTo>
                <a:lnTo>
                  <a:pt x="735" y="895"/>
                </a:lnTo>
                <a:lnTo>
                  <a:pt x="731" y="901"/>
                </a:lnTo>
                <a:lnTo>
                  <a:pt x="727" y="906"/>
                </a:lnTo>
                <a:lnTo>
                  <a:pt x="724" y="912"/>
                </a:lnTo>
                <a:lnTo>
                  <a:pt x="720" y="917"/>
                </a:lnTo>
                <a:lnTo>
                  <a:pt x="716" y="923"/>
                </a:lnTo>
                <a:lnTo>
                  <a:pt x="712" y="929"/>
                </a:lnTo>
                <a:lnTo>
                  <a:pt x="707" y="935"/>
                </a:lnTo>
                <a:lnTo>
                  <a:pt x="703" y="940"/>
                </a:lnTo>
                <a:lnTo>
                  <a:pt x="698" y="945"/>
                </a:lnTo>
                <a:lnTo>
                  <a:pt x="694" y="950"/>
                </a:lnTo>
                <a:lnTo>
                  <a:pt x="689" y="955"/>
                </a:lnTo>
                <a:lnTo>
                  <a:pt x="683" y="960"/>
                </a:lnTo>
                <a:lnTo>
                  <a:pt x="678" y="964"/>
                </a:lnTo>
                <a:lnTo>
                  <a:pt x="672" y="967"/>
                </a:lnTo>
                <a:lnTo>
                  <a:pt x="667" y="971"/>
                </a:lnTo>
                <a:lnTo>
                  <a:pt x="661" y="973"/>
                </a:lnTo>
                <a:lnTo>
                  <a:pt x="655" y="976"/>
                </a:lnTo>
                <a:lnTo>
                  <a:pt x="648" y="977"/>
                </a:lnTo>
                <a:lnTo>
                  <a:pt x="642" y="979"/>
                </a:lnTo>
                <a:lnTo>
                  <a:pt x="635" y="979"/>
                </a:lnTo>
                <a:lnTo>
                  <a:pt x="629" y="980"/>
                </a:lnTo>
                <a:lnTo>
                  <a:pt x="622" y="980"/>
                </a:lnTo>
                <a:lnTo>
                  <a:pt x="615" y="979"/>
                </a:lnTo>
                <a:lnTo>
                  <a:pt x="608" y="978"/>
                </a:lnTo>
                <a:lnTo>
                  <a:pt x="601" y="977"/>
                </a:lnTo>
                <a:lnTo>
                  <a:pt x="595" y="975"/>
                </a:lnTo>
                <a:lnTo>
                  <a:pt x="588" y="973"/>
                </a:lnTo>
                <a:lnTo>
                  <a:pt x="581" y="971"/>
                </a:lnTo>
                <a:lnTo>
                  <a:pt x="574" y="969"/>
                </a:lnTo>
                <a:lnTo>
                  <a:pt x="568" y="967"/>
                </a:lnTo>
                <a:lnTo>
                  <a:pt x="561" y="965"/>
                </a:lnTo>
                <a:lnTo>
                  <a:pt x="555" y="962"/>
                </a:lnTo>
                <a:lnTo>
                  <a:pt x="548" y="960"/>
                </a:lnTo>
                <a:lnTo>
                  <a:pt x="542" y="958"/>
                </a:lnTo>
                <a:lnTo>
                  <a:pt x="536" y="956"/>
                </a:lnTo>
                <a:lnTo>
                  <a:pt x="530" y="954"/>
                </a:lnTo>
                <a:lnTo>
                  <a:pt x="524" y="953"/>
                </a:lnTo>
                <a:lnTo>
                  <a:pt x="518" y="952"/>
                </a:lnTo>
                <a:lnTo>
                  <a:pt x="512" y="951"/>
                </a:lnTo>
                <a:lnTo>
                  <a:pt x="506" y="950"/>
                </a:lnTo>
                <a:lnTo>
                  <a:pt x="500" y="950"/>
                </a:lnTo>
                <a:lnTo>
                  <a:pt x="494" y="950"/>
                </a:lnTo>
                <a:lnTo>
                  <a:pt x="488" y="951"/>
                </a:lnTo>
                <a:lnTo>
                  <a:pt x="482" y="952"/>
                </a:lnTo>
                <a:lnTo>
                  <a:pt x="476" y="953"/>
                </a:lnTo>
                <a:lnTo>
                  <a:pt x="470" y="954"/>
                </a:lnTo>
                <a:lnTo>
                  <a:pt x="464" y="956"/>
                </a:lnTo>
                <a:lnTo>
                  <a:pt x="458" y="958"/>
                </a:lnTo>
                <a:lnTo>
                  <a:pt x="452" y="960"/>
                </a:lnTo>
                <a:lnTo>
                  <a:pt x="445" y="962"/>
                </a:lnTo>
                <a:lnTo>
                  <a:pt x="439" y="965"/>
                </a:lnTo>
                <a:lnTo>
                  <a:pt x="432" y="967"/>
                </a:lnTo>
                <a:lnTo>
                  <a:pt x="426" y="969"/>
                </a:lnTo>
                <a:lnTo>
                  <a:pt x="419" y="971"/>
                </a:lnTo>
                <a:lnTo>
                  <a:pt x="412" y="973"/>
                </a:lnTo>
                <a:lnTo>
                  <a:pt x="405" y="975"/>
                </a:lnTo>
                <a:lnTo>
                  <a:pt x="399" y="977"/>
                </a:lnTo>
                <a:lnTo>
                  <a:pt x="392" y="978"/>
                </a:lnTo>
                <a:lnTo>
                  <a:pt x="385" y="979"/>
                </a:lnTo>
                <a:lnTo>
                  <a:pt x="378" y="980"/>
                </a:lnTo>
                <a:lnTo>
                  <a:pt x="371" y="980"/>
                </a:lnTo>
                <a:lnTo>
                  <a:pt x="365" y="979"/>
                </a:lnTo>
                <a:lnTo>
                  <a:pt x="358" y="979"/>
                </a:lnTo>
                <a:lnTo>
                  <a:pt x="352" y="977"/>
                </a:lnTo>
                <a:lnTo>
                  <a:pt x="345" y="976"/>
                </a:lnTo>
                <a:lnTo>
                  <a:pt x="339" y="973"/>
                </a:lnTo>
                <a:lnTo>
                  <a:pt x="333" y="971"/>
                </a:lnTo>
                <a:lnTo>
                  <a:pt x="328" y="967"/>
                </a:lnTo>
                <a:lnTo>
                  <a:pt x="322" y="964"/>
                </a:lnTo>
                <a:lnTo>
                  <a:pt x="317" y="960"/>
                </a:lnTo>
                <a:lnTo>
                  <a:pt x="311" y="955"/>
                </a:lnTo>
                <a:lnTo>
                  <a:pt x="306" y="950"/>
                </a:lnTo>
                <a:lnTo>
                  <a:pt x="302" y="945"/>
                </a:lnTo>
                <a:lnTo>
                  <a:pt x="297" y="940"/>
                </a:lnTo>
                <a:lnTo>
                  <a:pt x="293" y="935"/>
                </a:lnTo>
                <a:lnTo>
                  <a:pt x="288" y="929"/>
                </a:lnTo>
                <a:lnTo>
                  <a:pt x="284" y="923"/>
                </a:lnTo>
                <a:lnTo>
                  <a:pt x="280" y="917"/>
                </a:lnTo>
                <a:lnTo>
                  <a:pt x="276" y="912"/>
                </a:lnTo>
                <a:lnTo>
                  <a:pt x="273" y="906"/>
                </a:lnTo>
                <a:lnTo>
                  <a:pt x="269" y="901"/>
                </a:lnTo>
                <a:lnTo>
                  <a:pt x="265" y="895"/>
                </a:lnTo>
                <a:lnTo>
                  <a:pt x="261" y="890"/>
                </a:lnTo>
                <a:lnTo>
                  <a:pt x="257" y="885"/>
                </a:lnTo>
                <a:lnTo>
                  <a:pt x="253" y="880"/>
                </a:lnTo>
                <a:lnTo>
                  <a:pt x="249" y="876"/>
                </a:lnTo>
                <a:lnTo>
                  <a:pt x="245" y="872"/>
                </a:lnTo>
                <a:lnTo>
                  <a:pt x="240" y="868"/>
                </a:lnTo>
                <a:lnTo>
                  <a:pt x="235" y="864"/>
                </a:lnTo>
                <a:lnTo>
                  <a:pt x="231" y="861"/>
                </a:lnTo>
                <a:lnTo>
                  <a:pt x="226" y="858"/>
                </a:lnTo>
                <a:lnTo>
                  <a:pt x="220" y="855"/>
                </a:lnTo>
                <a:lnTo>
                  <a:pt x="215" y="852"/>
                </a:lnTo>
                <a:lnTo>
                  <a:pt x="209" y="850"/>
                </a:lnTo>
                <a:lnTo>
                  <a:pt x="203" y="848"/>
                </a:lnTo>
                <a:lnTo>
                  <a:pt x="197" y="846"/>
                </a:lnTo>
                <a:lnTo>
                  <a:pt x="191" y="844"/>
                </a:lnTo>
                <a:lnTo>
                  <a:pt x="184" y="842"/>
                </a:lnTo>
                <a:lnTo>
                  <a:pt x="177" y="840"/>
                </a:lnTo>
                <a:lnTo>
                  <a:pt x="171" y="838"/>
                </a:lnTo>
                <a:lnTo>
                  <a:pt x="164" y="836"/>
                </a:lnTo>
                <a:lnTo>
                  <a:pt x="157" y="834"/>
                </a:lnTo>
                <a:lnTo>
                  <a:pt x="151" y="831"/>
                </a:lnTo>
                <a:lnTo>
                  <a:pt x="144" y="829"/>
                </a:lnTo>
                <a:lnTo>
                  <a:pt x="138" y="826"/>
                </a:lnTo>
                <a:lnTo>
                  <a:pt x="131" y="823"/>
                </a:lnTo>
                <a:lnTo>
                  <a:pt x="125" y="820"/>
                </a:lnTo>
                <a:lnTo>
                  <a:pt x="120" y="816"/>
                </a:lnTo>
                <a:lnTo>
                  <a:pt x="114" y="813"/>
                </a:lnTo>
                <a:lnTo>
                  <a:pt x="109" y="808"/>
                </a:lnTo>
                <a:lnTo>
                  <a:pt x="104" y="804"/>
                </a:lnTo>
                <a:lnTo>
                  <a:pt x="100" y="799"/>
                </a:lnTo>
                <a:lnTo>
                  <a:pt x="95" y="794"/>
                </a:lnTo>
                <a:lnTo>
                  <a:pt x="92" y="788"/>
                </a:lnTo>
                <a:lnTo>
                  <a:pt x="89" y="783"/>
                </a:lnTo>
                <a:lnTo>
                  <a:pt x="86" y="777"/>
                </a:lnTo>
                <a:lnTo>
                  <a:pt x="83" y="770"/>
                </a:lnTo>
                <a:lnTo>
                  <a:pt x="82" y="764"/>
                </a:lnTo>
                <a:lnTo>
                  <a:pt x="80" y="757"/>
                </a:lnTo>
                <a:lnTo>
                  <a:pt x="79" y="751"/>
                </a:lnTo>
                <a:lnTo>
                  <a:pt x="78" y="744"/>
                </a:lnTo>
                <a:lnTo>
                  <a:pt x="77" y="737"/>
                </a:lnTo>
                <a:lnTo>
                  <a:pt x="77" y="730"/>
                </a:lnTo>
                <a:lnTo>
                  <a:pt x="77" y="723"/>
                </a:lnTo>
                <a:lnTo>
                  <a:pt x="77" y="716"/>
                </a:lnTo>
                <a:lnTo>
                  <a:pt x="77" y="709"/>
                </a:lnTo>
                <a:lnTo>
                  <a:pt x="77" y="702"/>
                </a:lnTo>
                <a:lnTo>
                  <a:pt x="77" y="695"/>
                </a:lnTo>
                <a:lnTo>
                  <a:pt x="77" y="688"/>
                </a:lnTo>
                <a:lnTo>
                  <a:pt x="78" y="681"/>
                </a:lnTo>
                <a:lnTo>
                  <a:pt x="77" y="675"/>
                </a:lnTo>
                <a:lnTo>
                  <a:pt x="77" y="669"/>
                </a:lnTo>
                <a:lnTo>
                  <a:pt x="77" y="662"/>
                </a:lnTo>
                <a:lnTo>
                  <a:pt x="76" y="656"/>
                </a:lnTo>
                <a:lnTo>
                  <a:pt x="75" y="650"/>
                </a:lnTo>
                <a:lnTo>
                  <a:pt x="74" y="645"/>
                </a:lnTo>
                <a:lnTo>
                  <a:pt x="72" y="639"/>
                </a:lnTo>
                <a:lnTo>
                  <a:pt x="70" y="634"/>
                </a:lnTo>
                <a:lnTo>
                  <a:pt x="68" y="628"/>
                </a:lnTo>
                <a:lnTo>
                  <a:pt x="65" y="623"/>
                </a:lnTo>
                <a:lnTo>
                  <a:pt x="62" y="617"/>
                </a:lnTo>
                <a:lnTo>
                  <a:pt x="59" y="612"/>
                </a:lnTo>
                <a:lnTo>
                  <a:pt x="55" y="607"/>
                </a:lnTo>
                <a:lnTo>
                  <a:pt x="52" y="601"/>
                </a:lnTo>
                <a:lnTo>
                  <a:pt x="48" y="596"/>
                </a:lnTo>
                <a:lnTo>
                  <a:pt x="44" y="591"/>
                </a:lnTo>
                <a:lnTo>
                  <a:pt x="39" y="585"/>
                </a:lnTo>
                <a:lnTo>
                  <a:pt x="35" y="580"/>
                </a:lnTo>
                <a:lnTo>
                  <a:pt x="31" y="574"/>
                </a:lnTo>
                <a:lnTo>
                  <a:pt x="27" y="569"/>
                </a:lnTo>
                <a:lnTo>
                  <a:pt x="23" y="563"/>
                </a:lnTo>
                <a:lnTo>
                  <a:pt x="19" y="557"/>
                </a:lnTo>
                <a:lnTo>
                  <a:pt x="15" y="551"/>
                </a:lnTo>
                <a:lnTo>
                  <a:pt x="12" y="545"/>
                </a:lnTo>
                <a:lnTo>
                  <a:pt x="9" y="539"/>
                </a:lnTo>
                <a:lnTo>
                  <a:pt x="6" y="532"/>
                </a:lnTo>
                <a:lnTo>
                  <a:pt x="4" y="526"/>
                </a:lnTo>
                <a:lnTo>
                  <a:pt x="2" y="520"/>
                </a:lnTo>
                <a:lnTo>
                  <a:pt x="1" y="513"/>
                </a:lnTo>
                <a:lnTo>
                  <a:pt x="0" y="507"/>
                </a:lnTo>
                <a:lnTo>
                  <a:pt x="0" y="500"/>
                </a:lnTo>
                <a:lnTo>
                  <a:pt x="0" y="493"/>
                </a:lnTo>
                <a:lnTo>
                  <a:pt x="1" y="487"/>
                </a:lnTo>
                <a:lnTo>
                  <a:pt x="2" y="480"/>
                </a:lnTo>
                <a:lnTo>
                  <a:pt x="4" y="474"/>
                </a:lnTo>
                <a:lnTo>
                  <a:pt x="6" y="468"/>
                </a:lnTo>
                <a:lnTo>
                  <a:pt x="9" y="461"/>
                </a:lnTo>
                <a:lnTo>
                  <a:pt x="12" y="455"/>
                </a:lnTo>
                <a:lnTo>
                  <a:pt x="15" y="449"/>
                </a:lnTo>
                <a:lnTo>
                  <a:pt x="19" y="443"/>
                </a:lnTo>
                <a:lnTo>
                  <a:pt x="23" y="437"/>
                </a:lnTo>
                <a:lnTo>
                  <a:pt x="27" y="431"/>
                </a:lnTo>
                <a:lnTo>
                  <a:pt x="31" y="426"/>
                </a:lnTo>
                <a:lnTo>
                  <a:pt x="35" y="420"/>
                </a:lnTo>
                <a:lnTo>
                  <a:pt x="39" y="415"/>
                </a:lnTo>
                <a:lnTo>
                  <a:pt x="44" y="409"/>
                </a:lnTo>
                <a:lnTo>
                  <a:pt x="48" y="404"/>
                </a:lnTo>
                <a:lnTo>
                  <a:pt x="52" y="399"/>
                </a:lnTo>
                <a:lnTo>
                  <a:pt x="55" y="393"/>
                </a:lnTo>
                <a:lnTo>
                  <a:pt x="59" y="388"/>
                </a:lnTo>
                <a:lnTo>
                  <a:pt x="62" y="383"/>
                </a:lnTo>
                <a:lnTo>
                  <a:pt x="65" y="377"/>
                </a:lnTo>
                <a:lnTo>
                  <a:pt x="68" y="372"/>
                </a:lnTo>
                <a:lnTo>
                  <a:pt x="70" y="366"/>
                </a:lnTo>
                <a:lnTo>
                  <a:pt x="72" y="361"/>
                </a:lnTo>
                <a:lnTo>
                  <a:pt x="74" y="355"/>
                </a:lnTo>
                <a:lnTo>
                  <a:pt x="75" y="350"/>
                </a:lnTo>
                <a:lnTo>
                  <a:pt x="76" y="344"/>
                </a:lnTo>
                <a:lnTo>
                  <a:pt x="77" y="338"/>
                </a:lnTo>
                <a:lnTo>
                  <a:pt x="77" y="331"/>
                </a:lnTo>
                <a:lnTo>
                  <a:pt x="77" y="325"/>
                </a:lnTo>
                <a:lnTo>
                  <a:pt x="78" y="319"/>
                </a:lnTo>
                <a:lnTo>
                  <a:pt x="77" y="312"/>
                </a:lnTo>
                <a:lnTo>
                  <a:pt x="77" y="305"/>
                </a:lnTo>
                <a:lnTo>
                  <a:pt x="77" y="298"/>
                </a:lnTo>
                <a:lnTo>
                  <a:pt x="77" y="291"/>
                </a:lnTo>
                <a:lnTo>
                  <a:pt x="77" y="284"/>
                </a:lnTo>
                <a:lnTo>
                  <a:pt x="77" y="277"/>
                </a:lnTo>
                <a:lnTo>
                  <a:pt x="77" y="270"/>
                </a:lnTo>
                <a:lnTo>
                  <a:pt x="77" y="263"/>
                </a:lnTo>
                <a:lnTo>
                  <a:pt x="78" y="256"/>
                </a:lnTo>
                <a:lnTo>
                  <a:pt x="79" y="249"/>
                </a:lnTo>
                <a:lnTo>
                  <a:pt x="80" y="243"/>
                </a:lnTo>
                <a:lnTo>
                  <a:pt x="82" y="236"/>
                </a:lnTo>
                <a:lnTo>
                  <a:pt x="83" y="230"/>
                </a:lnTo>
                <a:lnTo>
                  <a:pt x="86" y="223"/>
                </a:lnTo>
                <a:lnTo>
                  <a:pt x="89" y="217"/>
                </a:lnTo>
                <a:lnTo>
                  <a:pt x="92" y="212"/>
                </a:lnTo>
                <a:lnTo>
                  <a:pt x="95" y="206"/>
                </a:lnTo>
                <a:lnTo>
                  <a:pt x="100" y="201"/>
                </a:lnTo>
                <a:lnTo>
                  <a:pt x="104" y="196"/>
                </a:lnTo>
                <a:lnTo>
                  <a:pt x="109" y="192"/>
                </a:lnTo>
                <a:lnTo>
                  <a:pt x="114" y="187"/>
                </a:lnTo>
                <a:lnTo>
                  <a:pt x="120" y="184"/>
                </a:lnTo>
                <a:lnTo>
                  <a:pt x="125" y="180"/>
                </a:lnTo>
                <a:lnTo>
                  <a:pt x="131" y="177"/>
                </a:lnTo>
                <a:lnTo>
                  <a:pt x="138" y="174"/>
                </a:lnTo>
                <a:lnTo>
                  <a:pt x="144" y="171"/>
                </a:lnTo>
                <a:lnTo>
                  <a:pt x="151" y="169"/>
                </a:lnTo>
                <a:lnTo>
                  <a:pt x="157" y="166"/>
                </a:lnTo>
                <a:lnTo>
                  <a:pt x="164" y="164"/>
                </a:lnTo>
                <a:lnTo>
                  <a:pt x="171" y="162"/>
                </a:lnTo>
                <a:lnTo>
                  <a:pt x="177" y="160"/>
                </a:lnTo>
                <a:lnTo>
                  <a:pt x="184" y="158"/>
                </a:lnTo>
                <a:lnTo>
                  <a:pt x="191" y="156"/>
                </a:lnTo>
                <a:lnTo>
                  <a:pt x="197" y="154"/>
                </a:lnTo>
                <a:lnTo>
                  <a:pt x="203" y="152"/>
                </a:lnTo>
                <a:lnTo>
                  <a:pt x="209" y="150"/>
                </a:lnTo>
                <a:lnTo>
                  <a:pt x="215" y="148"/>
                </a:lnTo>
                <a:lnTo>
                  <a:pt x="220" y="145"/>
                </a:lnTo>
                <a:lnTo>
                  <a:pt x="226" y="142"/>
                </a:lnTo>
                <a:lnTo>
                  <a:pt x="231" y="139"/>
                </a:lnTo>
                <a:lnTo>
                  <a:pt x="235" y="136"/>
                </a:lnTo>
                <a:lnTo>
                  <a:pt x="240" y="132"/>
                </a:lnTo>
                <a:lnTo>
                  <a:pt x="245" y="128"/>
                </a:lnTo>
                <a:lnTo>
                  <a:pt x="249" y="124"/>
                </a:lnTo>
                <a:lnTo>
                  <a:pt x="253" y="120"/>
                </a:lnTo>
                <a:lnTo>
                  <a:pt x="257" y="115"/>
                </a:lnTo>
                <a:lnTo>
                  <a:pt x="261" y="110"/>
                </a:lnTo>
                <a:lnTo>
                  <a:pt x="265" y="105"/>
                </a:lnTo>
                <a:lnTo>
                  <a:pt x="269" y="99"/>
                </a:lnTo>
                <a:lnTo>
                  <a:pt x="273" y="94"/>
                </a:lnTo>
                <a:lnTo>
                  <a:pt x="276" y="88"/>
                </a:lnTo>
                <a:lnTo>
                  <a:pt x="280" y="83"/>
                </a:lnTo>
                <a:lnTo>
                  <a:pt x="284" y="77"/>
                </a:lnTo>
                <a:lnTo>
                  <a:pt x="288" y="71"/>
                </a:lnTo>
                <a:lnTo>
                  <a:pt x="293" y="65"/>
                </a:lnTo>
                <a:lnTo>
                  <a:pt x="297" y="60"/>
                </a:lnTo>
                <a:lnTo>
                  <a:pt x="302" y="55"/>
                </a:lnTo>
                <a:lnTo>
                  <a:pt x="306" y="50"/>
                </a:lnTo>
                <a:lnTo>
                  <a:pt x="311" y="45"/>
                </a:lnTo>
                <a:lnTo>
                  <a:pt x="317" y="40"/>
                </a:lnTo>
                <a:lnTo>
                  <a:pt x="322" y="36"/>
                </a:lnTo>
                <a:lnTo>
                  <a:pt x="328" y="33"/>
                </a:lnTo>
                <a:lnTo>
                  <a:pt x="333" y="29"/>
                </a:lnTo>
                <a:lnTo>
                  <a:pt x="339" y="27"/>
                </a:lnTo>
                <a:lnTo>
                  <a:pt x="345" y="24"/>
                </a:lnTo>
                <a:lnTo>
                  <a:pt x="352" y="23"/>
                </a:lnTo>
                <a:lnTo>
                  <a:pt x="358" y="21"/>
                </a:lnTo>
                <a:lnTo>
                  <a:pt x="365" y="21"/>
                </a:lnTo>
                <a:lnTo>
                  <a:pt x="371" y="20"/>
                </a:lnTo>
                <a:lnTo>
                  <a:pt x="378" y="20"/>
                </a:lnTo>
                <a:lnTo>
                  <a:pt x="385" y="21"/>
                </a:lnTo>
                <a:lnTo>
                  <a:pt x="392" y="22"/>
                </a:lnTo>
                <a:lnTo>
                  <a:pt x="399" y="23"/>
                </a:lnTo>
                <a:lnTo>
                  <a:pt x="405" y="25"/>
                </a:lnTo>
                <a:lnTo>
                  <a:pt x="412" y="27"/>
                </a:lnTo>
                <a:lnTo>
                  <a:pt x="419" y="29"/>
                </a:lnTo>
                <a:lnTo>
                  <a:pt x="426" y="31"/>
                </a:lnTo>
                <a:lnTo>
                  <a:pt x="432" y="33"/>
                </a:lnTo>
                <a:lnTo>
                  <a:pt x="439" y="35"/>
                </a:lnTo>
                <a:lnTo>
                  <a:pt x="445" y="38"/>
                </a:lnTo>
                <a:lnTo>
                  <a:pt x="452" y="40"/>
                </a:lnTo>
                <a:lnTo>
                  <a:pt x="458" y="42"/>
                </a:lnTo>
                <a:lnTo>
                  <a:pt x="464" y="44"/>
                </a:lnTo>
                <a:lnTo>
                  <a:pt x="470" y="46"/>
                </a:lnTo>
                <a:lnTo>
                  <a:pt x="476" y="47"/>
                </a:lnTo>
                <a:lnTo>
                  <a:pt x="482" y="48"/>
                </a:lnTo>
                <a:lnTo>
                  <a:pt x="488" y="49"/>
                </a:lnTo>
                <a:lnTo>
                  <a:pt x="494" y="50"/>
                </a:lnTo>
                <a:lnTo>
                  <a:pt x="500" y="50"/>
                </a:lnTo>
                <a:lnTo>
                  <a:pt x="506" y="50"/>
                </a:lnTo>
                <a:lnTo>
                  <a:pt x="512" y="49"/>
                </a:lnTo>
                <a:lnTo>
                  <a:pt x="518" y="48"/>
                </a:lnTo>
                <a:lnTo>
                  <a:pt x="524" y="47"/>
                </a:lnTo>
                <a:lnTo>
                  <a:pt x="530" y="46"/>
                </a:lnTo>
                <a:lnTo>
                  <a:pt x="536" y="44"/>
                </a:lnTo>
                <a:lnTo>
                  <a:pt x="542" y="42"/>
                </a:lnTo>
                <a:lnTo>
                  <a:pt x="548" y="40"/>
                </a:lnTo>
                <a:lnTo>
                  <a:pt x="555" y="38"/>
                </a:lnTo>
                <a:lnTo>
                  <a:pt x="561" y="35"/>
                </a:lnTo>
                <a:lnTo>
                  <a:pt x="568" y="33"/>
                </a:lnTo>
                <a:lnTo>
                  <a:pt x="574" y="31"/>
                </a:lnTo>
                <a:lnTo>
                  <a:pt x="581" y="29"/>
                </a:lnTo>
                <a:lnTo>
                  <a:pt x="588" y="27"/>
                </a:lnTo>
                <a:lnTo>
                  <a:pt x="595" y="25"/>
                </a:lnTo>
                <a:lnTo>
                  <a:pt x="601" y="23"/>
                </a:lnTo>
                <a:lnTo>
                  <a:pt x="608" y="22"/>
                </a:lnTo>
                <a:lnTo>
                  <a:pt x="615" y="21"/>
                </a:lnTo>
                <a:lnTo>
                  <a:pt x="622" y="20"/>
                </a:lnTo>
                <a:lnTo>
                  <a:pt x="629" y="20"/>
                </a:lnTo>
                <a:lnTo>
                  <a:pt x="635" y="21"/>
                </a:lnTo>
                <a:lnTo>
                  <a:pt x="642" y="21"/>
                </a:lnTo>
                <a:lnTo>
                  <a:pt x="648" y="23"/>
                </a:lnTo>
                <a:lnTo>
                  <a:pt x="655" y="24"/>
                </a:lnTo>
                <a:lnTo>
                  <a:pt x="661" y="27"/>
                </a:lnTo>
                <a:lnTo>
                  <a:pt x="667" y="29"/>
                </a:lnTo>
                <a:lnTo>
                  <a:pt x="672" y="33"/>
                </a:lnTo>
                <a:lnTo>
                  <a:pt x="678" y="36"/>
                </a:lnTo>
                <a:lnTo>
                  <a:pt x="683" y="40"/>
                </a:lnTo>
                <a:lnTo>
                  <a:pt x="689" y="45"/>
                </a:lnTo>
                <a:lnTo>
                  <a:pt x="694" y="50"/>
                </a:lnTo>
                <a:lnTo>
                  <a:pt x="698" y="55"/>
                </a:lnTo>
                <a:lnTo>
                  <a:pt x="703" y="60"/>
                </a:lnTo>
                <a:lnTo>
                  <a:pt x="707" y="65"/>
                </a:lnTo>
                <a:lnTo>
                  <a:pt x="712" y="71"/>
                </a:lnTo>
                <a:lnTo>
                  <a:pt x="716" y="77"/>
                </a:lnTo>
                <a:lnTo>
                  <a:pt x="720" y="83"/>
                </a:lnTo>
                <a:lnTo>
                  <a:pt x="724" y="88"/>
                </a:lnTo>
                <a:lnTo>
                  <a:pt x="727" y="94"/>
                </a:lnTo>
                <a:lnTo>
                  <a:pt x="731" y="99"/>
                </a:lnTo>
                <a:lnTo>
                  <a:pt x="735" y="105"/>
                </a:lnTo>
                <a:lnTo>
                  <a:pt x="739" y="110"/>
                </a:lnTo>
                <a:lnTo>
                  <a:pt x="743" y="115"/>
                </a:lnTo>
                <a:lnTo>
                  <a:pt x="747" y="120"/>
                </a:lnTo>
                <a:lnTo>
                  <a:pt x="751" y="124"/>
                </a:lnTo>
                <a:lnTo>
                  <a:pt x="755" y="128"/>
                </a:lnTo>
                <a:lnTo>
                  <a:pt x="760" y="132"/>
                </a:lnTo>
                <a:lnTo>
                  <a:pt x="765" y="136"/>
                </a:lnTo>
                <a:lnTo>
                  <a:pt x="769" y="139"/>
                </a:lnTo>
                <a:lnTo>
                  <a:pt x="774" y="142"/>
                </a:lnTo>
                <a:lnTo>
                  <a:pt x="780" y="145"/>
                </a:lnTo>
                <a:lnTo>
                  <a:pt x="785" y="148"/>
                </a:lnTo>
                <a:lnTo>
                  <a:pt x="791" y="150"/>
                </a:lnTo>
                <a:lnTo>
                  <a:pt x="797" y="152"/>
                </a:lnTo>
                <a:lnTo>
                  <a:pt x="803" y="154"/>
                </a:lnTo>
                <a:lnTo>
                  <a:pt x="809" y="156"/>
                </a:lnTo>
                <a:lnTo>
                  <a:pt x="816" y="158"/>
                </a:lnTo>
                <a:lnTo>
                  <a:pt x="823" y="160"/>
                </a:lnTo>
                <a:lnTo>
                  <a:pt x="829" y="162"/>
                </a:lnTo>
                <a:lnTo>
                  <a:pt x="836" y="164"/>
                </a:lnTo>
                <a:lnTo>
                  <a:pt x="843" y="166"/>
                </a:lnTo>
                <a:lnTo>
                  <a:pt x="849" y="169"/>
                </a:lnTo>
                <a:lnTo>
                  <a:pt x="856" y="171"/>
                </a:lnTo>
                <a:lnTo>
                  <a:pt x="862" y="174"/>
                </a:lnTo>
                <a:lnTo>
                  <a:pt x="869" y="177"/>
                </a:lnTo>
                <a:lnTo>
                  <a:pt x="875" y="180"/>
                </a:lnTo>
                <a:lnTo>
                  <a:pt x="880" y="184"/>
                </a:lnTo>
                <a:lnTo>
                  <a:pt x="886" y="187"/>
                </a:lnTo>
                <a:lnTo>
                  <a:pt x="891" y="192"/>
                </a:lnTo>
                <a:lnTo>
                  <a:pt x="896" y="196"/>
                </a:lnTo>
                <a:lnTo>
                  <a:pt x="900" y="201"/>
                </a:lnTo>
                <a:lnTo>
                  <a:pt x="905" y="206"/>
                </a:lnTo>
                <a:lnTo>
                  <a:pt x="908" y="212"/>
                </a:lnTo>
                <a:lnTo>
                  <a:pt x="911" y="217"/>
                </a:lnTo>
                <a:lnTo>
                  <a:pt x="914" y="223"/>
                </a:lnTo>
                <a:lnTo>
                  <a:pt x="917" y="230"/>
                </a:lnTo>
                <a:lnTo>
                  <a:pt x="918" y="236"/>
                </a:lnTo>
                <a:lnTo>
                  <a:pt x="920" y="243"/>
                </a:lnTo>
                <a:lnTo>
                  <a:pt x="921" y="249"/>
                </a:lnTo>
                <a:lnTo>
                  <a:pt x="922" y="256"/>
                </a:lnTo>
                <a:lnTo>
                  <a:pt x="923" y="263"/>
                </a:lnTo>
                <a:lnTo>
                  <a:pt x="923" y="270"/>
                </a:lnTo>
                <a:lnTo>
                  <a:pt x="923" y="277"/>
                </a:lnTo>
                <a:lnTo>
                  <a:pt x="923" y="284"/>
                </a:lnTo>
                <a:lnTo>
                  <a:pt x="923" y="291"/>
                </a:lnTo>
                <a:lnTo>
                  <a:pt x="923" y="298"/>
                </a:lnTo>
                <a:lnTo>
                  <a:pt x="923" y="305"/>
                </a:lnTo>
                <a:lnTo>
                  <a:pt x="923" y="312"/>
                </a:lnTo>
                <a:lnTo>
                  <a:pt x="922" y="319"/>
                </a:lnTo>
                <a:lnTo>
                  <a:pt x="923" y="325"/>
                </a:lnTo>
                <a:lnTo>
                  <a:pt x="923" y="331"/>
                </a:lnTo>
                <a:lnTo>
                  <a:pt x="923" y="338"/>
                </a:lnTo>
                <a:lnTo>
                  <a:pt x="924" y="344"/>
                </a:lnTo>
                <a:lnTo>
                  <a:pt x="925" y="350"/>
                </a:lnTo>
                <a:lnTo>
                  <a:pt x="926" y="355"/>
                </a:lnTo>
                <a:lnTo>
                  <a:pt x="928" y="361"/>
                </a:lnTo>
                <a:lnTo>
                  <a:pt x="930" y="366"/>
                </a:lnTo>
                <a:lnTo>
                  <a:pt x="932" y="372"/>
                </a:lnTo>
                <a:lnTo>
                  <a:pt x="935" y="377"/>
                </a:lnTo>
                <a:lnTo>
                  <a:pt x="938" y="383"/>
                </a:lnTo>
                <a:lnTo>
                  <a:pt x="941" y="388"/>
                </a:lnTo>
                <a:lnTo>
                  <a:pt x="945" y="393"/>
                </a:lnTo>
                <a:lnTo>
                  <a:pt x="948" y="399"/>
                </a:lnTo>
                <a:lnTo>
                  <a:pt x="952" y="404"/>
                </a:lnTo>
                <a:lnTo>
                  <a:pt x="956" y="409"/>
                </a:lnTo>
                <a:lnTo>
                  <a:pt x="961" y="415"/>
                </a:lnTo>
                <a:lnTo>
                  <a:pt x="965" y="420"/>
                </a:lnTo>
                <a:lnTo>
                  <a:pt x="969" y="426"/>
                </a:lnTo>
                <a:lnTo>
                  <a:pt x="973" y="431"/>
                </a:lnTo>
                <a:lnTo>
                  <a:pt x="977" y="437"/>
                </a:lnTo>
                <a:lnTo>
                  <a:pt x="981" y="443"/>
                </a:lnTo>
                <a:lnTo>
                  <a:pt x="985" y="449"/>
                </a:lnTo>
                <a:lnTo>
                  <a:pt x="988" y="455"/>
                </a:lnTo>
                <a:lnTo>
                  <a:pt x="991" y="461"/>
                </a:lnTo>
                <a:lnTo>
                  <a:pt x="994" y="468"/>
                </a:lnTo>
                <a:lnTo>
                  <a:pt x="996" y="474"/>
                </a:lnTo>
                <a:lnTo>
                  <a:pt x="998" y="480"/>
                </a:lnTo>
                <a:lnTo>
                  <a:pt x="999" y="487"/>
                </a:lnTo>
                <a:lnTo>
                  <a:pt x="1000" y="493"/>
                </a:lnTo>
                <a:close/>
              </a:path>
            </a:pathLst>
          </a:custGeom>
          <a:solidFill>
            <a:srgbClr val="036554"/>
          </a:solidFill>
          <a:ln w="762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395727" y="2532888"/>
            <a:ext cx="4352544" cy="4352544"/>
          </a:xfrm>
          <a:custGeom>
            <a:avLst/>
            <a:gdLst/>
            <a:ahLst/>
            <a:cxnLst/>
            <a:rect l="0" t="0" r="r" b="b"/>
            <a:pathLst>
              <a:path w="1000" h="1000">
                <a:moveTo>
                  <a:pt x="999" y="500"/>
                </a:moveTo>
                <a:lnTo>
                  <a:pt x="998" y="507"/>
                </a:lnTo>
                <a:lnTo>
                  <a:pt x="996" y="513"/>
                </a:lnTo>
                <a:lnTo>
                  <a:pt x="994" y="519"/>
                </a:lnTo>
                <a:lnTo>
                  <a:pt x="991" y="526"/>
                </a:lnTo>
                <a:lnTo>
                  <a:pt x="988" y="532"/>
                </a:lnTo>
                <a:lnTo>
                  <a:pt x="985" y="538"/>
                </a:lnTo>
                <a:lnTo>
                  <a:pt x="981" y="544"/>
                </a:lnTo>
                <a:lnTo>
                  <a:pt x="978" y="550"/>
                </a:lnTo>
                <a:lnTo>
                  <a:pt x="974" y="556"/>
                </a:lnTo>
                <a:lnTo>
                  <a:pt x="970" y="562"/>
                </a:lnTo>
                <a:lnTo>
                  <a:pt x="966" y="568"/>
                </a:lnTo>
                <a:lnTo>
                  <a:pt x="962" y="573"/>
                </a:lnTo>
                <a:lnTo>
                  <a:pt x="958" y="579"/>
                </a:lnTo>
                <a:lnTo>
                  <a:pt x="954" y="584"/>
                </a:lnTo>
                <a:lnTo>
                  <a:pt x="950" y="590"/>
                </a:lnTo>
                <a:lnTo>
                  <a:pt x="946" y="595"/>
                </a:lnTo>
                <a:lnTo>
                  <a:pt x="943" y="600"/>
                </a:lnTo>
                <a:lnTo>
                  <a:pt x="940" y="606"/>
                </a:lnTo>
                <a:lnTo>
                  <a:pt x="938" y="611"/>
                </a:lnTo>
                <a:lnTo>
                  <a:pt x="935" y="617"/>
                </a:lnTo>
                <a:lnTo>
                  <a:pt x="933" y="622"/>
                </a:lnTo>
                <a:lnTo>
                  <a:pt x="932" y="628"/>
                </a:lnTo>
                <a:lnTo>
                  <a:pt x="930" y="634"/>
                </a:lnTo>
                <a:lnTo>
                  <a:pt x="929" y="639"/>
                </a:lnTo>
                <a:lnTo>
                  <a:pt x="928" y="645"/>
                </a:lnTo>
                <a:lnTo>
                  <a:pt x="928" y="652"/>
                </a:lnTo>
                <a:lnTo>
                  <a:pt x="928" y="658"/>
                </a:lnTo>
                <a:lnTo>
                  <a:pt x="928" y="664"/>
                </a:lnTo>
                <a:lnTo>
                  <a:pt x="928" y="671"/>
                </a:lnTo>
                <a:lnTo>
                  <a:pt x="928" y="677"/>
                </a:lnTo>
                <a:lnTo>
                  <a:pt x="929" y="684"/>
                </a:lnTo>
                <a:lnTo>
                  <a:pt x="929" y="691"/>
                </a:lnTo>
                <a:lnTo>
                  <a:pt x="930" y="698"/>
                </a:lnTo>
                <a:lnTo>
                  <a:pt x="930" y="705"/>
                </a:lnTo>
                <a:lnTo>
                  <a:pt x="930" y="712"/>
                </a:lnTo>
                <a:lnTo>
                  <a:pt x="930" y="719"/>
                </a:lnTo>
                <a:lnTo>
                  <a:pt x="930" y="726"/>
                </a:lnTo>
                <a:lnTo>
                  <a:pt x="929" y="733"/>
                </a:lnTo>
                <a:lnTo>
                  <a:pt x="929" y="740"/>
                </a:lnTo>
                <a:lnTo>
                  <a:pt x="927" y="747"/>
                </a:lnTo>
                <a:lnTo>
                  <a:pt x="926" y="753"/>
                </a:lnTo>
                <a:lnTo>
                  <a:pt x="924" y="760"/>
                </a:lnTo>
                <a:lnTo>
                  <a:pt x="922" y="766"/>
                </a:lnTo>
                <a:lnTo>
                  <a:pt x="919" y="772"/>
                </a:lnTo>
                <a:lnTo>
                  <a:pt x="916" y="778"/>
                </a:lnTo>
                <a:lnTo>
                  <a:pt x="912" y="783"/>
                </a:lnTo>
                <a:lnTo>
                  <a:pt x="908" y="788"/>
                </a:lnTo>
                <a:lnTo>
                  <a:pt x="904" y="793"/>
                </a:lnTo>
                <a:lnTo>
                  <a:pt x="899" y="798"/>
                </a:lnTo>
                <a:lnTo>
                  <a:pt x="893" y="802"/>
                </a:lnTo>
                <a:lnTo>
                  <a:pt x="888" y="806"/>
                </a:lnTo>
                <a:lnTo>
                  <a:pt x="882" y="809"/>
                </a:lnTo>
                <a:lnTo>
                  <a:pt x="876" y="813"/>
                </a:lnTo>
                <a:lnTo>
                  <a:pt x="870" y="816"/>
                </a:lnTo>
                <a:lnTo>
                  <a:pt x="863" y="819"/>
                </a:lnTo>
                <a:lnTo>
                  <a:pt x="857" y="821"/>
                </a:lnTo>
                <a:lnTo>
                  <a:pt x="850" y="824"/>
                </a:lnTo>
                <a:lnTo>
                  <a:pt x="844" y="826"/>
                </a:lnTo>
                <a:lnTo>
                  <a:pt x="837" y="828"/>
                </a:lnTo>
                <a:lnTo>
                  <a:pt x="830" y="830"/>
                </a:lnTo>
                <a:lnTo>
                  <a:pt x="824" y="833"/>
                </a:lnTo>
                <a:lnTo>
                  <a:pt x="818" y="835"/>
                </a:lnTo>
                <a:lnTo>
                  <a:pt x="811" y="837"/>
                </a:lnTo>
                <a:lnTo>
                  <a:pt x="805" y="839"/>
                </a:lnTo>
                <a:lnTo>
                  <a:pt x="800" y="842"/>
                </a:lnTo>
                <a:lnTo>
                  <a:pt x="794" y="844"/>
                </a:lnTo>
                <a:lnTo>
                  <a:pt x="789" y="847"/>
                </a:lnTo>
                <a:lnTo>
                  <a:pt x="784" y="850"/>
                </a:lnTo>
                <a:lnTo>
                  <a:pt x="779" y="853"/>
                </a:lnTo>
                <a:lnTo>
                  <a:pt x="774" y="857"/>
                </a:lnTo>
                <a:lnTo>
                  <a:pt x="769" y="861"/>
                </a:lnTo>
                <a:lnTo>
                  <a:pt x="765" y="865"/>
                </a:lnTo>
                <a:lnTo>
                  <a:pt x="761" y="869"/>
                </a:lnTo>
                <a:lnTo>
                  <a:pt x="757" y="874"/>
                </a:lnTo>
                <a:lnTo>
                  <a:pt x="753" y="879"/>
                </a:lnTo>
                <a:lnTo>
                  <a:pt x="750" y="884"/>
                </a:lnTo>
                <a:lnTo>
                  <a:pt x="746" y="890"/>
                </a:lnTo>
                <a:lnTo>
                  <a:pt x="742" y="895"/>
                </a:lnTo>
                <a:lnTo>
                  <a:pt x="739" y="901"/>
                </a:lnTo>
                <a:lnTo>
                  <a:pt x="735" y="907"/>
                </a:lnTo>
                <a:lnTo>
                  <a:pt x="731" y="913"/>
                </a:lnTo>
                <a:lnTo>
                  <a:pt x="727" y="919"/>
                </a:lnTo>
                <a:lnTo>
                  <a:pt x="723" y="924"/>
                </a:lnTo>
                <a:lnTo>
                  <a:pt x="719" y="930"/>
                </a:lnTo>
                <a:lnTo>
                  <a:pt x="715" y="936"/>
                </a:lnTo>
                <a:lnTo>
                  <a:pt x="710" y="941"/>
                </a:lnTo>
                <a:lnTo>
                  <a:pt x="706" y="946"/>
                </a:lnTo>
                <a:lnTo>
                  <a:pt x="701" y="951"/>
                </a:lnTo>
                <a:lnTo>
                  <a:pt x="696" y="955"/>
                </a:lnTo>
                <a:lnTo>
                  <a:pt x="690" y="959"/>
                </a:lnTo>
                <a:lnTo>
                  <a:pt x="685" y="963"/>
                </a:lnTo>
                <a:lnTo>
                  <a:pt x="679" y="966"/>
                </a:lnTo>
                <a:lnTo>
                  <a:pt x="673" y="969"/>
                </a:lnTo>
                <a:lnTo>
                  <a:pt x="667" y="971"/>
                </a:lnTo>
                <a:lnTo>
                  <a:pt x="661" y="973"/>
                </a:lnTo>
                <a:lnTo>
                  <a:pt x="654" y="974"/>
                </a:lnTo>
                <a:lnTo>
                  <a:pt x="648" y="975"/>
                </a:lnTo>
                <a:lnTo>
                  <a:pt x="641" y="976"/>
                </a:lnTo>
                <a:lnTo>
                  <a:pt x="634" y="975"/>
                </a:lnTo>
                <a:lnTo>
                  <a:pt x="627" y="975"/>
                </a:lnTo>
                <a:lnTo>
                  <a:pt x="620" y="974"/>
                </a:lnTo>
                <a:lnTo>
                  <a:pt x="614" y="973"/>
                </a:lnTo>
                <a:lnTo>
                  <a:pt x="607" y="971"/>
                </a:lnTo>
                <a:lnTo>
                  <a:pt x="600" y="970"/>
                </a:lnTo>
                <a:lnTo>
                  <a:pt x="593" y="968"/>
                </a:lnTo>
                <a:lnTo>
                  <a:pt x="586" y="966"/>
                </a:lnTo>
                <a:lnTo>
                  <a:pt x="580" y="964"/>
                </a:lnTo>
                <a:lnTo>
                  <a:pt x="573" y="962"/>
                </a:lnTo>
                <a:lnTo>
                  <a:pt x="567" y="959"/>
                </a:lnTo>
                <a:lnTo>
                  <a:pt x="560" y="957"/>
                </a:lnTo>
                <a:lnTo>
                  <a:pt x="554" y="956"/>
                </a:lnTo>
                <a:lnTo>
                  <a:pt x="548" y="954"/>
                </a:lnTo>
                <a:lnTo>
                  <a:pt x="542" y="952"/>
                </a:lnTo>
                <a:lnTo>
                  <a:pt x="536" y="951"/>
                </a:lnTo>
                <a:lnTo>
                  <a:pt x="530" y="950"/>
                </a:lnTo>
                <a:lnTo>
                  <a:pt x="524" y="950"/>
                </a:lnTo>
                <a:lnTo>
                  <a:pt x="518" y="950"/>
                </a:lnTo>
                <a:lnTo>
                  <a:pt x="512" y="950"/>
                </a:lnTo>
                <a:lnTo>
                  <a:pt x="506" y="950"/>
                </a:lnTo>
                <a:lnTo>
                  <a:pt x="500" y="951"/>
                </a:lnTo>
                <a:lnTo>
                  <a:pt x="494" y="952"/>
                </a:lnTo>
                <a:lnTo>
                  <a:pt x="488" y="954"/>
                </a:lnTo>
                <a:lnTo>
                  <a:pt x="482" y="956"/>
                </a:lnTo>
                <a:lnTo>
                  <a:pt x="476" y="958"/>
                </a:lnTo>
                <a:lnTo>
                  <a:pt x="470" y="960"/>
                </a:lnTo>
                <a:lnTo>
                  <a:pt x="464" y="962"/>
                </a:lnTo>
                <a:lnTo>
                  <a:pt x="457" y="965"/>
                </a:lnTo>
                <a:lnTo>
                  <a:pt x="451" y="967"/>
                </a:lnTo>
                <a:lnTo>
                  <a:pt x="444" y="970"/>
                </a:lnTo>
                <a:lnTo>
                  <a:pt x="438" y="972"/>
                </a:lnTo>
                <a:lnTo>
                  <a:pt x="431" y="975"/>
                </a:lnTo>
                <a:lnTo>
                  <a:pt x="424" y="977"/>
                </a:lnTo>
                <a:lnTo>
                  <a:pt x="418" y="979"/>
                </a:lnTo>
                <a:lnTo>
                  <a:pt x="411" y="980"/>
                </a:lnTo>
                <a:lnTo>
                  <a:pt x="404" y="982"/>
                </a:lnTo>
                <a:lnTo>
                  <a:pt x="397" y="983"/>
                </a:lnTo>
                <a:lnTo>
                  <a:pt x="391" y="983"/>
                </a:lnTo>
                <a:lnTo>
                  <a:pt x="384" y="984"/>
                </a:lnTo>
                <a:lnTo>
                  <a:pt x="377" y="983"/>
                </a:lnTo>
                <a:lnTo>
                  <a:pt x="371" y="982"/>
                </a:lnTo>
                <a:lnTo>
                  <a:pt x="364" y="981"/>
                </a:lnTo>
                <a:lnTo>
                  <a:pt x="358" y="979"/>
                </a:lnTo>
                <a:lnTo>
                  <a:pt x="352" y="977"/>
                </a:lnTo>
                <a:lnTo>
                  <a:pt x="346" y="974"/>
                </a:lnTo>
                <a:lnTo>
                  <a:pt x="340" y="971"/>
                </a:lnTo>
                <a:lnTo>
                  <a:pt x="334" y="968"/>
                </a:lnTo>
                <a:lnTo>
                  <a:pt x="329" y="963"/>
                </a:lnTo>
                <a:lnTo>
                  <a:pt x="324" y="959"/>
                </a:lnTo>
                <a:lnTo>
                  <a:pt x="319" y="954"/>
                </a:lnTo>
                <a:lnTo>
                  <a:pt x="314" y="949"/>
                </a:lnTo>
                <a:lnTo>
                  <a:pt x="309" y="944"/>
                </a:lnTo>
                <a:lnTo>
                  <a:pt x="305" y="939"/>
                </a:lnTo>
                <a:lnTo>
                  <a:pt x="300" y="933"/>
                </a:lnTo>
                <a:lnTo>
                  <a:pt x="296" y="928"/>
                </a:lnTo>
                <a:lnTo>
                  <a:pt x="292" y="922"/>
                </a:lnTo>
                <a:lnTo>
                  <a:pt x="288" y="916"/>
                </a:lnTo>
                <a:lnTo>
                  <a:pt x="284" y="911"/>
                </a:lnTo>
                <a:lnTo>
                  <a:pt x="280" y="905"/>
                </a:lnTo>
                <a:lnTo>
                  <a:pt x="276" y="900"/>
                </a:lnTo>
                <a:lnTo>
                  <a:pt x="272" y="895"/>
                </a:lnTo>
                <a:lnTo>
                  <a:pt x="268" y="891"/>
                </a:lnTo>
                <a:lnTo>
                  <a:pt x="263" y="886"/>
                </a:lnTo>
                <a:lnTo>
                  <a:pt x="259" y="882"/>
                </a:lnTo>
                <a:lnTo>
                  <a:pt x="255" y="878"/>
                </a:lnTo>
                <a:lnTo>
                  <a:pt x="250" y="874"/>
                </a:lnTo>
                <a:lnTo>
                  <a:pt x="245" y="871"/>
                </a:lnTo>
                <a:lnTo>
                  <a:pt x="240" y="868"/>
                </a:lnTo>
                <a:lnTo>
                  <a:pt x="235" y="865"/>
                </a:lnTo>
                <a:lnTo>
                  <a:pt x="229" y="863"/>
                </a:lnTo>
                <a:lnTo>
                  <a:pt x="224" y="860"/>
                </a:lnTo>
                <a:lnTo>
                  <a:pt x="218" y="858"/>
                </a:lnTo>
                <a:lnTo>
                  <a:pt x="212" y="856"/>
                </a:lnTo>
                <a:lnTo>
                  <a:pt x="205" y="854"/>
                </a:lnTo>
                <a:lnTo>
                  <a:pt x="199" y="853"/>
                </a:lnTo>
                <a:lnTo>
                  <a:pt x="192" y="851"/>
                </a:lnTo>
                <a:lnTo>
                  <a:pt x="186" y="849"/>
                </a:lnTo>
                <a:lnTo>
                  <a:pt x="179" y="847"/>
                </a:lnTo>
                <a:lnTo>
                  <a:pt x="172" y="846"/>
                </a:lnTo>
                <a:lnTo>
                  <a:pt x="165" y="844"/>
                </a:lnTo>
                <a:lnTo>
                  <a:pt x="159" y="841"/>
                </a:lnTo>
                <a:lnTo>
                  <a:pt x="152" y="839"/>
                </a:lnTo>
                <a:lnTo>
                  <a:pt x="146" y="836"/>
                </a:lnTo>
                <a:lnTo>
                  <a:pt x="139" y="833"/>
                </a:lnTo>
                <a:lnTo>
                  <a:pt x="133" y="830"/>
                </a:lnTo>
                <a:lnTo>
                  <a:pt x="127" y="827"/>
                </a:lnTo>
                <a:lnTo>
                  <a:pt x="122" y="823"/>
                </a:lnTo>
                <a:lnTo>
                  <a:pt x="117" y="819"/>
                </a:lnTo>
                <a:lnTo>
                  <a:pt x="112" y="814"/>
                </a:lnTo>
                <a:lnTo>
                  <a:pt x="107" y="809"/>
                </a:lnTo>
                <a:lnTo>
                  <a:pt x="103" y="804"/>
                </a:lnTo>
                <a:lnTo>
                  <a:pt x="100" y="799"/>
                </a:lnTo>
                <a:lnTo>
                  <a:pt x="96" y="793"/>
                </a:lnTo>
                <a:lnTo>
                  <a:pt x="94" y="787"/>
                </a:lnTo>
                <a:lnTo>
                  <a:pt x="91" y="781"/>
                </a:lnTo>
                <a:lnTo>
                  <a:pt x="89" y="774"/>
                </a:lnTo>
                <a:lnTo>
                  <a:pt x="88" y="768"/>
                </a:lnTo>
                <a:lnTo>
                  <a:pt x="86" y="761"/>
                </a:lnTo>
                <a:lnTo>
                  <a:pt x="85" y="754"/>
                </a:lnTo>
                <a:lnTo>
                  <a:pt x="85" y="747"/>
                </a:lnTo>
                <a:lnTo>
                  <a:pt x="84" y="740"/>
                </a:lnTo>
                <a:lnTo>
                  <a:pt x="84" y="733"/>
                </a:lnTo>
                <a:lnTo>
                  <a:pt x="84" y="726"/>
                </a:lnTo>
                <a:lnTo>
                  <a:pt x="84" y="719"/>
                </a:lnTo>
                <a:lnTo>
                  <a:pt x="84" y="712"/>
                </a:lnTo>
                <a:lnTo>
                  <a:pt x="84" y="705"/>
                </a:lnTo>
                <a:lnTo>
                  <a:pt x="84" y="699"/>
                </a:lnTo>
                <a:lnTo>
                  <a:pt x="83" y="692"/>
                </a:lnTo>
                <a:lnTo>
                  <a:pt x="83" y="686"/>
                </a:lnTo>
                <a:lnTo>
                  <a:pt x="83" y="679"/>
                </a:lnTo>
                <a:lnTo>
                  <a:pt x="82" y="673"/>
                </a:lnTo>
                <a:lnTo>
                  <a:pt x="81" y="667"/>
                </a:lnTo>
                <a:lnTo>
                  <a:pt x="79" y="661"/>
                </a:lnTo>
                <a:lnTo>
                  <a:pt x="78" y="656"/>
                </a:lnTo>
                <a:lnTo>
                  <a:pt x="76" y="650"/>
                </a:lnTo>
                <a:lnTo>
                  <a:pt x="73" y="645"/>
                </a:lnTo>
                <a:lnTo>
                  <a:pt x="71" y="639"/>
                </a:lnTo>
                <a:lnTo>
                  <a:pt x="68" y="634"/>
                </a:lnTo>
                <a:lnTo>
                  <a:pt x="65" y="629"/>
                </a:lnTo>
                <a:lnTo>
                  <a:pt x="61" y="624"/>
                </a:lnTo>
                <a:lnTo>
                  <a:pt x="57" y="619"/>
                </a:lnTo>
                <a:lnTo>
                  <a:pt x="53" y="613"/>
                </a:lnTo>
                <a:lnTo>
                  <a:pt x="49" y="608"/>
                </a:lnTo>
                <a:lnTo>
                  <a:pt x="45" y="603"/>
                </a:lnTo>
                <a:lnTo>
                  <a:pt x="40" y="598"/>
                </a:lnTo>
                <a:lnTo>
                  <a:pt x="36" y="592"/>
                </a:lnTo>
                <a:lnTo>
                  <a:pt x="32" y="587"/>
                </a:lnTo>
                <a:lnTo>
                  <a:pt x="27" y="581"/>
                </a:lnTo>
                <a:lnTo>
                  <a:pt x="23" y="576"/>
                </a:lnTo>
                <a:lnTo>
                  <a:pt x="19" y="570"/>
                </a:lnTo>
                <a:lnTo>
                  <a:pt x="16" y="564"/>
                </a:lnTo>
                <a:lnTo>
                  <a:pt x="12" y="558"/>
                </a:lnTo>
                <a:lnTo>
                  <a:pt x="9" y="552"/>
                </a:lnTo>
                <a:lnTo>
                  <a:pt x="6" y="545"/>
                </a:lnTo>
                <a:lnTo>
                  <a:pt x="4" y="539"/>
                </a:lnTo>
                <a:lnTo>
                  <a:pt x="3" y="533"/>
                </a:lnTo>
                <a:lnTo>
                  <a:pt x="1" y="526"/>
                </a:lnTo>
                <a:lnTo>
                  <a:pt x="0" y="520"/>
                </a:lnTo>
                <a:lnTo>
                  <a:pt x="0" y="513"/>
                </a:lnTo>
                <a:lnTo>
                  <a:pt x="0" y="507"/>
                </a:lnTo>
                <a:lnTo>
                  <a:pt x="1" y="500"/>
                </a:lnTo>
                <a:lnTo>
                  <a:pt x="2" y="493"/>
                </a:lnTo>
                <a:lnTo>
                  <a:pt x="4" y="487"/>
                </a:lnTo>
                <a:lnTo>
                  <a:pt x="6" y="481"/>
                </a:lnTo>
                <a:lnTo>
                  <a:pt x="9" y="474"/>
                </a:lnTo>
                <a:lnTo>
                  <a:pt x="12" y="468"/>
                </a:lnTo>
                <a:lnTo>
                  <a:pt x="15" y="462"/>
                </a:lnTo>
                <a:lnTo>
                  <a:pt x="19" y="456"/>
                </a:lnTo>
                <a:lnTo>
                  <a:pt x="22" y="450"/>
                </a:lnTo>
                <a:lnTo>
                  <a:pt x="26" y="444"/>
                </a:lnTo>
                <a:lnTo>
                  <a:pt x="30" y="438"/>
                </a:lnTo>
                <a:lnTo>
                  <a:pt x="34" y="432"/>
                </a:lnTo>
                <a:lnTo>
                  <a:pt x="38" y="427"/>
                </a:lnTo>
                <a:lnTo>
                  <a:pt x="42" y="421"/>
                </a:lnTo>
                <a:lnTo>
                  <a:pt x="46" y="416"/>
                </a:lnTo>
                <a:lnTo>
                  <a:pt x="50" y="410"/>
                </a:lnTo>
                <a:lnTo>
                  <a:pt x="54" y="405"/>
                </a:lnTo>
                <a:lnTo>
                  <a:pt x="57" y="400"/>
                </a:lnTo>
                <a:lnTo>
                  <a:pt x="60" y="394"/>
                </a:lnTo>
                <a:lnTo>
                  <a:pt x="62" y="389"/>
                </a:lnTo>
                <a:lnTo>
                  <a:pt x="65" y="383"/>
                </a:lnTo>
                <a:lnTo>
                  <a:pt x="67" y="378"/>
                </a:lnTo>
                <a:lnTo>
                  <a:pt x="68" y="372"/>
                </a:lnTo>
                <a:lnTo>
                  <a:pt x="70" y="366"/>
                </a:lnTo>
                <a:lnTo>
                  <a:pt x="71" y="361"/>
                </a:lnTo>
                <a:lnTo>
                  <a:pt x="72" y="355"/>
                </a:lnTo>
                <a:lnTo>
                  <a:pt x="72" y="348"/>
                </a:lnTo>
                <a:lnTo>
                  <a:pt x="72" y="342"/>
                </a:lnTo>
                <a:lnTo>
                  <a:pt x="72" y="336"/>
                </a:lnTo>
                <a:lnTo>
                  <a:pt x="72" y="329"/>
                </a:lnTo>
                <a:lnTo>
                  <a:pt x="72" y="323"/>
                </a:lnTo>
                <a:lnTo>
                  <a:pt x="71" y="316"/>
                </a:lnTo>
                <a:lnTo>
                  <a:pt x="71" y="309"/>
                </a:lnTo>
                <a:lnTo>
                  <a:pt x="70" y="302"/>
                </a:lnTo>
                <a:lnTo>
                  <a:pt x="70" y="295"/>
                </a:lnTo>
                <a:lnTo>
                  <a:pt x="70" y="288"/>
                </a:lnTo>
                <a:lnTo>
                  <a:pt x="70" y="281"/>
                </a:lnTo>
                <a:lnTo>
                  <a:pt x="70" y="274"/>
                </a:lnTo>
                <a:lnTo>
                  <a:pt x="71" y="267"/>
                </a:lnTo>
                <a:lnTo>
                  <a:pt x="71" y="260"/>
                </a:lnTo>
                <a:lnTo>
                  <a:pt x="73" y="253"/>
                </a:lnTo>
                <a:lnTo>
                  <a:pt x="74" y="247"/>
                </a:lnTo>
                <a:lnTo>
                  <a:pt x="76" y="240"/>
                </a:lnTo>
                <a:lnTo>
                  <a:pt x="78" y="234"/>
                </a:lnTo>
                <a:lnTo>
                  <a:pt x="81" y="228"/>
                </a:lnTo>
                <a:lnTo>
                  <a:pt x="84" y="222"/>
                </a:lnTo>
                <a:lnTo>
                  <a:pt x="88" y="217"/>
                </a:lnTo>
                <a:lnTo>
                  <a:pt x="92" y="212"/>
                </a:lnTo>
                <a:lnTo>
                  <a:pt x="96" y="207"/>
                </a:lnTo>
                <a:lnTo>
                  <a:pt x="101" y="202"/>
                </a:lnTo>
                <a:lnTo>
                  <a:pt x="107" y="198"/>
                </a:lnTo>
                <a:lnTo>
                  <a:pt x="112" y="194"/>
                </a:lnTo>
                <a:lnTo>
                  <a:pt x="118" y="191"/>
                </a:lnTo>
                <a:lnTo>
                  <a:pt x="124" y="187"/>
                </a:lnTo>
                <a:lnTo>
                  <a:pt x="130" y="184"/>
                </a:lnTo>
                <a:lnTo>
                  <a:pt x="137" y="181"/>
                </a:lnTo>
                <a:lnTo>
                  <a:pt x="143" y="179"/>
                </a:lnTo>
                <a:lnTo>
                  <a:pt x="150" y="176"/>
                </a:lnTo>
                <a:lnTo>
                  <a:pt x="156" y="174"/>
                </a:lnTo>
                <a:lnTo>
                  <a:pt x="163" y="172"/>
                </a:lnTo>
                <a:lnTo>
                  <a:pt x="170" y="170"/>
                </a:lnTo>
                <a:lnTo>
                  <a:pt x="176" y="167"/>
                </a:lnTo>
                <a:lnTo>
                  <a:pt x="182" y="165"/>
                </a:lnTo>
                <a:lnTo>
                  <a:pt x="189" y="163"/>
                </a:lnTo>
                <a:lnTo>
                  <a:pt x="195" y="161"/>
                </a:lnTo>
                <a:lnTo>
                  <a:pt x="200" y="158"/>
                </a:lnTo>
                <a:lnTo>
                  <a:pt x="206" y="156"/>
                </a:lnTo>
                <a:lnTo>
                  <a:pt x="211" y="153"/>
                </a:lnTo>
                <a:lnTo>
                  <a:pt x="216" y="150"/>
                </a:lnTo>
                <a:lnTo>
                  <a:pt x="221" y="147"/>
                </a:lnTo>
                <a:lnTo>
                  <a:pt x="226" y="143"/>
                </a:lnTo>
                <a:lnTo>
                  <a:pt x="231" y="139"/>
                </a:lnTo>
                <a:lnTo>
                  <a:pt x="235" y="135"/>
                </a:lnTo>
                <a:lnTo>
                  <a:pt x="239" y="131"/>
                </a:lnTo>
                <a:lnTo>
                  <a:pt x="243" y="126"/>
                </a:lnTo>
                <a:lnTo>
                  <a:pt x="247" y="121"/>
                </a:lnTo>
                <a:lnTo>
                  <a:pt x="250" y="116"/>
                </a:lnTo>
                <a:lnTo>
                  <a:pt x="254" y="110"/>
                </a:lnTo>
                <a:lnTo>
                  <a:pt x="258" y="105"/>
                </a:lnTo>
                <a:lnTo>
                  <a:pt x="261" y="99"/>
                </a:lnTo>
                <a:lnTo>
                  <a:pt x="265" y="93"/>
                </a:lnTo>
                <a:lnTo>
                  <a:pt x="269" y="87"/>
                </a:lnTo>
                <a:lnTo>
                  <a:pt x="273" y="81"/>
                </a:lnTo>
                <a:lnTo>
                  <a:pt x="277" y="76"/>
                </a:lnTo>
                <a:lnTo>
                  <a:pt x="281" y="70"/>
                </a:lnTo>
                <a:lnTo>
                  <a:pt x="285" y="64"/>
                </a:lnTo>
                <a:lnTo>
                  <a:pt x="290" y="59"/>
                </a:lnTo>
                <a:lnTo>
                  <a:pt x="294" y="54"/>
                </a:lnTo>
                <a:lnTo>
                  <a:pt x="299" y="49"/>
                </a:lnTo>
                <a:lnTo>
                  <a:pt x="304" y="45"/>
                </a:lnTo>
                <a:lnTo>
                  <a:pt x="310" y="41"/>
                </a:lnTo>
                <a:lnTo>
                  <a:pt x="315" y="37"/>
                </a:lnTo>
                <a:lnTo>
                  <a:pt x="321" y="34"/>
                </a:lnTo>
                <a:lnTo>
                  <a:pt x="327" y="31"/>
                </a:lnTo>
                <a:lnTo>
                  <a:pt x="333" y="29"/>
                </a:lnTo>
                <a:lnTo>
                  <a:pt x="339" y="27"/>
                </a:lnTo>
                <a:lnTo>
                  <a:pt x="346" y="26"/>
                </a:lnTo>
                <a:lnTo>
                  <a:pt x="352" y="25"/>
                </a:lnTo>
                <a:lnTo>
                  <a:pt x="359" y="24"/>
                </a:lnTo>
                <a:lnTo>
                  <a:pt x="366" y="25"/>
                </a:lnTo>
                <a:lnTo>
                  <a:pt x="373" y="25"/>
                </a:lnTo>
                <a:lnTo>
                  <a:pt x="380" y="26"/>
                </a:lnTo>
                <a:lnTo>
                  <a:pt x="386" y="27"/>
                </a:lnTo>
                <a:lnTo>
                  <a:pt x="393" y="29"/>
                </a:lnTo>
                <a:lnTo>
                  <a:pt x="400" y="30"/>
                </a:lnTo>
                <a:lnTo>
                  <a:pt x="407" y="32"/>
                </a:lnTo>
                <a:lnTo>
                  <a:pt x="414" y="34"/>
                </a:lnTo>
                <a:lnTo>
                  <a:pt x="420" y="36"/>
                </a:lnTo>
                <a:lnTo>
                  <a:pt x="427" y="38"/>
                </a:lnTo>
                <a:lnTo>
                  <a:pt x="433" y="41"/>
                </a:lnTo>
                <a:lnTo>
                  <a:pt x="440" y="43"/>
                </a:lnTo>
                <a:lnTo>
                  <a:pt x="446" y="44"/>
                </a:lnTo>
                <a:lnTo>
                  <a:pt x="452" y="46"/>
                </a:lnTo>
                <a:lnTo>
                  <a:pt x="458" y="48"/>
                </a:lnTo>
                <a:lnTo>
                  <a:pt x="464" y="49"/>
                </a:lnTo>
                <a:lnTo>
                  <a:pt x="470" y="50"/>
                </a:lnTo>
                <a:lnTo>
                  <a:pt x="476" y="50"/>
                </a:lnTo>
                <a:lnTo>
                  <a:pt x="482" y="50"/>
                </a:lnTo>
                <a:lnTo>
                  <a:pt x="488" y="50"/>
                </a:lnTo>
                <a:lnTo>
                  <a:pt x="494" y="50"/>
                </a:lnTo>
                <a:lnTo>
                  <a:pt x="500" y="49"/>
                </a:lnTo>
                <a:lnTo>
                  <a:pt x="506" y="48"/>
                </a:lnTo>
                <a:lnTo>
                  <a:pt x="512" y="46"/>
                </a:lnTo>
                <a:lnTo>
                  <a:pt x="518" y="44"/>
                </a:lnTo>
                <a:lnTo>
                  <a:pt x="524" y="42"/>
                </a:lnTo>
                <a:lnTo>
                  <a:pt x="530" y="40"/>
                </a:lnTo>
                <a:lnTo>
                  <a:pt x="536" y="38"/>
                </a:lnTo>
                <a:lnTo>
                  <a:pt x="543" y="35"/>
                </a:lnTo>
                <a:lnTo>
                  <a:pt x="549" y="33"/>
                </a:lnTo>
                <a:lnTo>
                  <a:pt x="556" y="30"/>
                </a:lnTo>
                <a:lnTo>
                  <a:pt x="562" y="28"/>
                </a:lnTo>
                <a:lnTo>
                  <a:pt x="569" y="25"/>
                </a:lnTo>
                <a:lnTo>
                  <a:pt x="576" y="23"/>
                </a:lnTo>
                <a:lnTo>
                  <a:pt x="582" y="21"/>
                </a:lnTo>
                <a:lnTo>
                  <a:pt x="589" y="20"/>
                </a:lnTo>
                <a:lnTo>
                  <a:pt x="596" y="18"/>
                </a:lnTo>
                <a:lnTo>
                  <a:pt x="603" y="17"/>
                </a:lnTo>
                <a:lnTo>
                  <a:pt x="609" y="17"/>
                </a:lnTo>
                <a:lnTo>
                  <a:pt x="616" y="16"/>
                </a:lnTo>
                <a:lnTo>
                  <a:pt x="623" y="17"/>
                </a:lnTo>
                <a:lnTo>
                  <a:pt x="629" y="18"/>
                </a:lnTo>
                <a:lnTo>
                  <a:pt x="636" y="19"/>
                </a:lnTo>
                <a:lnTo>
                  <a:pt x="642" y="21"/>
                </a:lnTo>
                <a:lnTo>
                  <a:pt x="648" y="23"/>
                </a:lnTo>
                <a:lnTo>
                  <a:pt x="654" y="26"/>
                </a:lnTo>
                <a:lnTo>
                  <a:pt x="660" y="29"/>
                </a:lnTo>
                <a:lnTo>
                  <a:pt x="666" y="32"/>
                </a:lnTo>
                <a:lnTo>
                  <a:pt x="671" y="37"/>
                </a:lnTo>
                <a:lnTo>
                  <a:pt x="676" y="41"/>
                </a:lnTo>
                <a:lnTo>
                  <a:pt x="681" y="46"/>
                </a:lnTo>
                <a:lnTo>
                  <a:pt x="686" y="51"/>
                </a:lnTo>
                <a:lnTo>
                  <a:pt x="691" y="56"/>
                </a:lnTo>
                <a:lnTo>
                  <a:pt x="695" y="61"/>
                </a:lnTo>
                <a:lnTo>
                  <a:pt x="700" y="67"/>
                </a:lnTo>
                <a:lnTo>
                  <a:pt x="704" y="72"/>
                </a:lnTo>
                <a:lnTo>
                  <a:pt x="708" y="78"/>
                </a:lnTo>
                <a:lnTo>
                  <a:pt x="712" y="84"/>
                </a:lnTo>
                <a:lnTo>
                  <a:pt x="716" y="89"/>
                </a:lnTo>
                <a:lnTo>
                  <a:pt x="720" y="95"/>
                </a:lnTo>
                <a:lnTo>
                  <a:pt x="724" y="100"/>
                </a:lnTo>
                <a:lnTo>
                  <a:pt x="728" y="105"/>
                </a:lnTo>
                <a:lnTo>
                  <a:pt x="732" y="109"/>
                </a:lnTo>
                <a:lnTo>
                  <a:pt x="737" y="114"/>
                </a:lnTo>
                <a:lnTo>
                  <a:pt x="741" y="118"/>
                </a:lnTo>
                <a:lnTo>
                  <a:pt x="745" y="122"/>
                </a:lnTo>
                <a:lnTo>
                  <a:pt x="750" y="126"/>
                </a:lnTo>
                <a:lnTo>
                  <a:pt x="755" y="129"/>
                </a:lnTo>
                <a:lnTo>
                  <a:pt x="760" y="132"/>
                </a:lnTo>
                <a:lnTo>
                  <a:pt x="765" y="135"/>
                </a:lnTo>
                <a:lnTo>
                  <a:pt x="771" y="137"/>
                </a:lnTo>
                <a:lnTo>
                  <a:pt x="776" y="140"/>
                </a:lnTo>
                <a:lnTo>
                  <a:pt x="782" y="142"/>
                </a:lnTo>
                <a:lnTo>
                  <a:pt x="788" y="144"/>
                </a:lnTo>
                <a:lnTo>
                  <a:pt x="795" y="146"/>
                </a:lnTo>
                <a:lnTo>
                  <a:pt x="801" y="147"/>
                </a:lnTo>
                <a:lnTo>
                  <a:pt x="808" y="149"/>
                </a:lnTo>
                <a:lnTo>
                  <a:pt x="814" y="151"/>
                </a:lnTo>
                <a:lnTo>
                  <a:pt x="821" y="153"/>
                </a:lnTo>
                <a:lnTo>
                  <a:pt x="828" y="154"/>
                </a:lnTo>
                <a:lnTo>
                  <a:pt x="835" y="156"/>
                </a:lnTo>
                <a:lnTo>
                  <a:pt x="841" y="159"/>
                </a:lnTo>
                <a:lnTo>
                  <a:pt x="848" y="161"/>
                </a:lnTo>
                <a:lnTo>
                  <a:pt x="854" y="164"/>
                </a:lnTo>
                <a:lnTo>
                  <a:pt x="861" y="167"/>
                </a:lnTo>
                <a:lnTo>
                  <a:pt x="867" y="170"/>
                </a:lnTo>
                <a:lnTo>
                  <a:pt x="873" y="173"/>
                </a:lnTo>
                <a:lnTo>
                  <a:pt x="878" y="177"/>
                </a:lnTo>
                <a:lnTo>
                  <a:pt x="883" y="181"/>
                </a:lnTo>
                <a:lnTo>
                  <a:pt x="888" y="186"/>
                </a:lnTo>
                <a:lnTo>
                  <a:pt x="893" y="191"/>
                </a:lnTo>
                <a:lnTo>
                  <a:pt x="897" y="196"/>
                </a:lnTo>
                <a:lnTo>
                  <a:pt x="900" y="201"/>
                </a:lnTo>
                <a:lnTo>
                  <a:pt x="904" y="207"/>
                </a:lnTo>
                <a:lnTo>
                  <a:pt x="906" y="213"/>
                </a:lnTo>
                <a:lnTo>
                  <a:pt x="909" y="219"/>
                </a:lnTo>
                <a:lnTo>
                  <a:pt x="911" y="226"/>
                </a:lnTo>
                <a:lnTo>
                  <a:pt x="912" y="232"/>
                </a:lnTo>
                <a:lnTo>
                  <a:pt x="914" y="239"/>
                </a:lnTo>
                <a:lnTo>
                  <a:pt x="915" y="246"/>
                </a:lnTo>
                <a:lnTo>
                  <a:pt x="915" y="253"/>
                </a:lnTo>
                <a:lnTo>
                  <a:pt x="916" y="260"/>
                </a:lnTo>
                <a:lnTo>
                  <a:pt x="916" y="267"/>
                </a:lnTo>
                <a:lnTo>
                  <a:pt x="916" y="274"/>
                </a:lnTo>
                <a:lnTo>
                  <a:pt x="916" y="281"/>
                </a:lnTo>
                <a:lnTo>
                  <a:pt x="916" y="288"/>
                </a:lnTo>
                <a:lnTo>
                  <a:pt x="916" y="295"/>
                </a:lnTo>
                <a:lnTo>
                  <a:pt x="916" y="301"/>
                </a:lnTo>
                <a:lnTo>
                  <a:pt x="917" y="308"/>
                </a:lnTo>
                <a:lnTo>
                  <a:pt x="917" y="314"/>
                </a:lnTo>
                <a:lnTo>
                  <a:pt x="917" y="321"/>
                </a:lnTo>
                <a:lnTo>
                  <a:pt x="918" y="327"/>
                </a:lnTo>
                <a:lnTo>
                  <a:pt x="919" y="333"/>
                </a:lnTo>
                <a:lnTo>
                  <a:pt x="921" y="339"/>
                </a:lnTo>
                <a:lnTo>
                  <a:pt x="922" y="344"/>
                </a:lnTo>
                <a:lnTo>
                  <a:pt x="924" y="350"/>
                </a:lnTo>
                <a:lnTo>
                  <a:pt x="927" y="355"/>
                </a:lnTo>
                <a:lnTo>
                  <a:pt x="929" y="361"/>
                </a:lnTo>
                <a:lnTo>
                  <a:pt x="932" y="366"/>
                </a:lnTo>
                <a:lnTo>
                  <a:pt x="935" y="371"/>
                </a:lnTo>
                <a:lnTo>
                  <a:pt x="939" y="376"/>
                </a:lnTo>
                <a:lnTo>
                  <a:pt x="943" y="381"/>
                </a:lnTo>
                <a:lnTo>
                  <a:pt x="947" y="387"/>
                </a:lnTo>
                <a:lnTo>
                  <a:pt x="951" y="392"/>
                </a:lnTo>
                <a:lnTo>
                  <a:pt x="955" y="397"/>
                </a:lnTo>
                <a:lnTo>
                  <a:pt x="960" y="402"/>
                </a:lnTo>
                <a:lnTo>
                  <a:pt x="964" y="408"/>
                </a:lnTo>
                <a:lnTo>
                  <a:pt x="968" y="413"/>
                </a:lnTo>
                <a:lnTo>
                  <a:pt x="973" y="419"/>
                </a:lnTo>
                <a:lnTo>
                  <a:pt x="977" y="424"/>
                </a:lnTo>
                <a:lnTo>
                  <a:pt x="981" y="430"/>
                </a:lnTo>
                <a:lnTo>
                  <a:pt x="984" y="436"/>
                </a:lnTo>
                <a:lnTo>
                  <a:pt x="988" y="442"/>
                </a:lnTo>
                <a:lnTo>
                  <a:pt x="991" y="448"/>
                </a:lnTo>
                <a:lnTo>
                  <a:pt x="994" y="455"/>
                </a:lnTo>
                <a:lnTo>
                  <a:pt x="996" y="461"/>
                </a:lnTo>
                <a:lnTo>
                  <a:pt x="997" y="467"/>
                </a:lnTo>
                <a:lnTo>
                  <a:pt x="999" y="474"/>
                </a:lnTo>
                <a:lnTo>
                  <a:pt x="1000" y="480"/>
                </a:lnTo>
                <a:lnTo>
                  <a:pt x="1000" y="487"/>
                </a:lnTo>
                <a:lnTo>
                  <a:pt x="1000" y="493"/>
                </a:lnTo>
                <a:close/>
              </a:path>
            </a:pathLst>
          </a:cu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743200"/>
            <a:ext cx="6400800" cy="548640"/>
          </a:xfrm>
          <a:prstGeom prst="rect">
            <a:avLst/>
          </a:prstGeom>
          <a:noFill/>
        </p:spPr>
        <p:txBody>
          <a:bodyPr wrap="square" anchor="ctr" lIns="0" rIns="0" tIns="0" bIns="0">
            <a:spAutoFit/>
          </a:bodyPr>
          <a:lstStyle/>
          <a:p>
            <a:pPr algn="ctr">
              <a:lnSpc>
                <a:spcPct val="100000"/>
              </a:lnSpc>
            </a:pPr>
            <a:r>
              <a:rPr sz="2700" b="1" spc="400">
                <a:solidFill>
                  <a:srgbClr val="004380"/>
                </a:solidFill>
                <a:latin typeface="Montserrat"/>
              </a:rPr>
              <a:t>PASSO</a:t>
            </a:r>
          </a:p>
        </p:txBody>
      </p:sp>
      <p:sp>
        <p:nvSpPr>
          <p:cNvPr id="6" name="TextBox 5"/>
          <p:cNvSpPr txBox="1"/>
          <p:nvPr/>
        </p:nvSpPr>
        <p:spPr>
          <a:xfrm>
            <a:off x="1371600" y="3246120"/>
            <a:ext cx="6400800" cy="2926080"/>
          </a:xfrm>
          <a:prstGeom prst="rect">
            <a:avLst/>
          </a:prstGeom>
          <a:noFill/>
        </p:spPr>
        <p:txBody>
          <a:bodyPr wrap="square" anchor="ctr" lIns="0" rIns="0" tIns="0" bIns="0">
            <a:spAutoFit/>
          </a:bodyPr>
          <a:lstStyle/>
          <a:p>
            <a:pPr algn="ctr">
              <a:lnSpc>
                <a:spcPct val="100000"/>
              </a:lnSpc>
            </a:pPr>
            <a:r>
              <a:rPr sz="16200" b="1" spc="-300">
                <a:solidFill>
                  <a:srgbClr val="004380"/>
                </a:solidFill>
                <a:latin typeface="Montserrat"/>
              </a:rPr>
              <a:t>03</a:t>
            </a:r>
          </a:p>
        </p:txBody>
      </p:sp>
      <p:sp>
        <p:nvSpPr>
          <p:cNvPr id="7" name="Rectangle 6"/>
          <p:cNvSpPr/>
          <p:nvPr/>
        </p:nvSpPr>
        <p:spPr>
          <a:xfrm>
            <a:off x="9144000" y="12984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12680" y="1143000"/>
            <a:ext cx="9144000" cy="457200"/>
          </a:xfrm>
          <a:prstGeom prst="rect">
            <a:avLst/>
          </a:prstGeom>
          <a:noFill/>
        </p:spPr>
        <p:txBody>
          <a:bodyPr wrap="square" anchor="t" lIns="0" rIns="0" tIns="0" bIns="0">
            <a:spAutoFit/>
          </a:bodyPr>
          <a:lstStyle/>
          <a:p>
            <a:pPr algn="l">
              <a:lnSpc>
                <a:spcPct val="100000"/>
              </a:lnSpc>
            </a:pPr>
            <a:r>
              <a:rPr sz="2000" b="1" spc="300">
                <a:solidFill>
                  <a:srgbClr val="5E9E17"/>
                </a:solidFill>
                <a:latin typeface="Montserrat"/>
              </a:rPr>
              <a:t>PASSO 03 DE 12</a:t>
            </a:r>
          </a:p>
        </p:txBody>
      </p:sp>
      <p:sp>
        <p:nvSpPr>
          <p:cNvPr id="9" name="TextBox 8"/>
          <p:cNvSpPr txBox="1"/>
          <p:nvPr/>
        </p:nvSpPr>
        <p:spPr>
          <a:xfrm>
            <a:off x="9144000" y="1737360"/>
            <a:ext cx="8778240" cy="6675120"/>
          </a:xfrm>
          <a:prstGeom prst="rect">
            <a:avLst/>
          </a:prstGeom>
          <a:noFill/>
        </p:spPr>
        <p:txBody>
          <a:bodyPr wrap="square" anchor="ctr" lIns="0" rIns="0" tIns="0" bIns="0">
            <a:spAutoFit/>
          </a:bodyPr>
          <a:lstStyle/>
          <a:p>
            <a:pPr algn="l">
              <a:lnSpc>
                <a:spcPct val="100000"/>
              </a:lnSpc>
            </a:pPr>
            <a:r>
              <a:rPr sz="10800" b="1" spc="-100">
                <a:solidFill>
                  <a:srgbClr val="004380"/>
                </a:solidFill>
                <a:latin typeface="Montserrat"/>
              </a:rPr>
              <a:t>Seja</a:t>
            </a:r>
          </a:p>
          <a:p>
            <a:pPr algn="l">
              <a:lnSpc>
                <a:spcPct val="100000"/>
              </a:lnSpc>
            </a:pPr>
            <a:r>
              <a:rPr sz="10800" b="1" spc="-100">
                <a:solidFill>
                  <a:srgbClr val="0263BA"/>
                </a:solidFill>
                <a:latin typeface="Montserrat"/>
              </a:rPr>
              <a:t>exemplo.</a:t>
            </a:r>
          </a:p>
        </p:txBody>
      </p:sp>
      <p:sp>
        <p:nvSpPr>
          <p:cNvPr id="10" name="Rounded Rectangle 9"/>
          <p:cNvSpPr/>
          <p:nvPr/>
        </p:nvSpPr>
        <p:spPr>
          <a:xfrm>
            <a:off x="9144000"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48088"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552176"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256264"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960352"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664440"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3368528"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4072616"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4776704"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5480792"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6184880"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6888968"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gradFill rotWithShape="1">
            <a:gsLst>
              <a:gs pos="0">
                <a:srgbClr val="002B52"/>
              </a:gs>
              <a:gs pos="100000">
                <a:srgbClr val="036554"/>
              </a:gs>
            </a:gsLst>
            <a:lin ang="21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508760"/>
            <a:ext cx="6400800" cy="6400800"/>
          </a:xfrm>
          <a:custGeom>
            <a:avLst/>
            <a:gdLst/>
            <a:ahLst/>
            <a:cxnLst/>
            <a:rect l="0" t="0" r="r" b="b"/>
            <a:pathLst>
              <a:path w="1000" h="1000">
                <a:moveTo>
                  <a:pt x="1000" y="500"/>
                </a:moveTo>
                <a:lnTo>
                  <a:pt x="1000" y="507"/>
                </a:lnTo>
                <a:lnTo>
                  <a:pt x="999" y="513"/>
                </a:lnTo>
                <a:lnTo>
                  <a:pt x="998" y="520"/>
                </a:lnTo>
                <a:lnTo>
                  <a:pt x="996" y="526"/>
                </a:lnTo>
                <a:lnTo>
                  <a:pt x="994" y="532"/>
                </a:lnTo>
                <a:lnTo>
                  <a:pt x="991" y="539"/>
                </a:lnTo>
                <a:lnTo>
                  <a:pt x="988" y="545"/>
                </a:lnTo>
                <a:lnTo>
                  <a:pt x="985" y="551"/>
                </a:lnTo>
                <a:lnTo>
                  <a:pt x="981" y="557"/>
                </a:lnTo>
                <a:lnTo>
                  <a:pt x="977" y="563"/>
                </a:lnTo>
                <a:lnTo>
                  <a:pt x="973" y="569"/>
                </a:lnTo>
                <a:lnTo>
                  <a:pt x="969" y="574"/>
                </a:lnTo>
                <a:lnTo>
                  <a:pt x="965" y="580"/>
                </a:lnTo>
                <a:lnTo>
                  <a:pt x="961" y="585"/>
                </a:lnTo>
                <a:lnTo>
                  <a:pt x="956" y="591"/>
                </a:lnTo>
                <a:lnTo>
                  <a:pt x="952" y="596"/>
                </a:lnTo>
                <a:lnTo>
                  <a:pt x="948" y="601"/>
                </a:lnTo>
                <a:lnTo>
                  <a:pt x="945" y="607"/>
                </a:lnTo>
                <a:lnTo>
                  <a:pt x="941" y="612"/>
                </a:lnTo>
                <a:lnTo>
                  <a:pt x="938" y="617"/>
                </a:lnTo>
                <a:lnTo>
                  <a:pt x="935" y="623"/>
                </a:lnTo>
                <a:lnTo>
                  <a:pt x="932" y="628"/>
                </a:lnTo>
                <a:lnTo>
                  <a:pt x="930" y="634"/>
                </a:lnTo>
                <a:lnTo>
                  <a:pt x="928" y="639"/>
                </a:lnTo>
                <a:lnTo>
                  <a:pt x="926" y="645"/>
                </a:lnTo>
                <a:lnTo>
                  <a:pt x="925" y="650"/>
                </a:lnTo>
                <a:lnTo>
                  <a:pt x="924" y="656"/>
                </a:lnTo>
                <a:lnTo>
                  <a:pt x="923" y="662"/>
                </a:lnTo>
                <a:lnTo>
                  <a:pt x="923" y="669"/>
                </a:lnTo>
                <a:lnTo>
                  <a:pt x="923" y="675"/>
                </a:lnTo>
                <a:lnTo>
                  <a:pt x="922" y="681"/>
                </a:lnTo>
                <a:lnTo>
                  <a:pt x="923" y="688"/>
                </a:lnTo>
                <a:lnTo>
                  <a:pt x="923" y="695"/>
                </a:lnTo>
                <a:lnTo>
                  <a:pt x="923" y="702"/>
                </a:lnTo>
                <a:lnTo>
                  <a:pt x="923" y="709"/>
                </a:lnTo>
                <a:lnTo>
                  <a:pt x="923" y="716"/>
                </a:lnTo>
                <a:lnTo>
                  <a:pt x="923" y="723"/>
                </a:lnTo>
                <a:lnTo>
                  <a:pt x="923" y="730"/>
                </a:lnTo>
                <a:lnTo>
                  <a:pt x="923" y="737"/>
                </a:lnTo>
                <a:lnTo>
                  <a:pt x="922" y="744"/>
                </a:lnTo>
                <a:lnTo>
                  <a:pt x="921" y="751"/>
                </a:lnTo>
                <a:lnTo>
                  <a:pt x="920" y="757"/>
                </a:lnTo>
                <a:lnTo>
                  <a:pt x="918" y="764"/>
                </a:lnTo>
                <a:lnTo>
                  <a:pt x="917" y="770"/>
                </a:lnTo>
                <a:lnTo>
                  <a:pt x="914" y="777"/>
                </a:lnTo>
                <a:lnTo>
                  <a:pt x="911" y="783"/>
                </a:lnTo>
                <a:lnTo>
                  <a:pt x="908" y="788"/>
                </a:lnTo>
                <a:lnTo>
                  <a:pt x="905" y="794"/>
                </a:lnTo>
                <a:lnTo>
                  <a:pt x="900" y="799"/>
                </a:lnTo>
                <a:lnTo>
                  <a:pt x="896" y="804"/>
                </a:lnTo>
                <a:lnTo>
                  <a:pt x="891" y="808"/>
                </a:lnTo>
                <a:lnTo>
                  <a:pt x="886" y="813"/>
                </a:lnTo>
                <a:lnTo>
                  <a:pt x="880" y="816"/>
                </a:lnTo>
                <a:lnTo>
                  <a:pt x="875" y="820"/>
                </a:lnTo>
                <a:lnTo>
                  <a:pt x="869" y="823"/>
                </a:lnTo>
                <a:lnTo>
                  <a:pt x="862" y="826"/>
                </a:lnTo>
                <a:lnTo>
                  <a:pt x="856" y="829"/>
                </a:lnTo>
                <a:lnTo>
                  <a:pt x="849" y="831"/>
                </a:lnTo>
                <a:lnTo>
                  <a:pt x="843" y="834"/>
                </a:lnTo>
                <a:lnTo>
                  <a:pt x="836" y="836"/>
                </a:lnTo>
                <a:lnTo>
                  <a:pt x="829" y="838"/>
                </a:lnTo>
                <a:lnTo>
                  <a:pt x="823" y="840"/>
                </a:lnTo>
                <a:lnTo>
                  <a:pt x="816" y="842"/>
                </a:lnTo>
                <a:lnTo>
                  <a:pt x="809" y="844"/>
                </a:lnTo>
                <a:lnTo>
                  <a:pt x="803" y="846"/>
                </a:lnTo>
                <a:lnTo>
                  <a:pt x="797" y="848"/>
                </a:lnTo>
                <a:lnTo>
                  <a:pt x="791" y="850"/>
                </a:lnTo>
                <a:lnTo>
                  <a:pt x="785" y="852"/>
                </a:lnTo>
                <a:lnTo>
                  <a:pt x="780" y="855"/>
                </a:lnTo>
                <a:lnTo>
                  <a:pt x="774" y="858"/>
                </a:lnTo>
                <a:lnTo>
                  <a:pt x="769" y="861"/>
                </a:lnTo>
                <a:lnTo>
                  <a:pt x="765" y="864"/>
                </a:lnTo>
                <a:lnTo>
                  <a:pt x="760" y="868"/>
                </a:lnTo>
                <a:lnTo>
                  <a:pt x="755" y="872"/>
                </a:lnTo>
                <a:lnTo>
                  <a:pt x="751" y="876"/>
                </a:lnTo>
                <a:lnTo>
                  <a:pt x="747" y="880"/>
                </a:lnTo>
                <a:lnTo>
                  <a:pt x="743" y="885"/>
                </a:lnTo>
                <a:lnTo>
                  <a:pt x="739" y="890"/>
                </a:lnTo>
                <a:lnTo>
                  <a:pt x="735" y="895"/>
                </a:lnTo>
                <a:lnTo>
                  <a:pt x="731" y="901"/>
                </a:lnTo>
                <a:lnTo>
                  <a:pt x="727" y="906"/>
                </a:lnTo>
                <a:lnTo>
                  <a:pt x="724" y="912"/>
                </a:lnTo>
                <a:lnTo>
                  <a:pt x="720" y="917"/>
                </a:lnTo>
                <a:lnTo>
                  <a:pt x="716" y="923"/>
                </a:lnTo>
                <a:lnTo>
                  <a:pt x="712" y="929"/>
                </a:lnTo>
                <a:lnTo>
                  <a:pt x="707" y="935"/>
                </a:lnTo>
                <a:lnTo>
                  <a:pt x="703" y="940"/>
                </a:lnTo>
                <a:lnTo>
                  <a:pt x="698" y="945"/>
                </a:lnTo>
                <a:lnTo>
                  <a:pt x="694" y="950"/>
                </a:lnTo>
                <a:lnTo>
                  <a:pt x="689" y="955"/>
                </a:lnTo>
                <a:lnTo>
                  <a:pt x="683" y="960"/>
                </a:lnTo>
                <a:lnTo>
                  <a:pt x="678" y="964"/>
                </a:lnTo>
                <a:lnTo>
                  <a:pt x="672" y="967"/>
                </a:lnTo>
                <a:lnTo>
                  <a:pt x="667" y="971"/>
                </a:lnTo>
                <a:lnTo>
                  <a:pt x="661" y="973"/>
                </a:lnTo>
                <a:lnTo>
                  <a:pt x="655" y="976"/>
                </a:lnTo>
                <a:lnTo>
                  <a:pt x="648" y="977"/>
                </a:lnTo>
                <a:lnTo>
                  <a:pt x="642" y="979"/>
                </a:lnTo>
                <a:lnTo>
                  <a:pt x="635" y="979"/>
                </a:lnTo>
                <a:lnTo>
                  <a:pt x="629" y="980"/>
                </a:lnTo>
                <a:lnTo>
                  <a:pt x="622" y="980"/>
                </a:lnTo>
                <a:lnTo>
                  <a:pt x="615" y="979"/>
                </a:lnTo>
                <a:lnTo>
                  <a:pt x="608" y="978"/>
                </a:lnTo>
                <a:lnTo>
                  <a:pt x="601" y="977"/>
                </a:lnTo>
                <a:lnTo>
                  <a:pt x="595" y="975"/>
                </a:lnTo>
                <a:lnTo>
                  <a:pt x="588" y="973"/>
                </a:lnTo>
                <a:lnTo>
                  <a:pt x="581" y="971"/>
                </a:lnTo>
                <a:lnTo>
                  <a:pt x="574" y="969"/>
                </a:lnTo>
                <a:lnTo>
                  <a:pt x="568" y="967"/>
                </a:lnTo>
                <a:lnTo>
                  <a:pt x="561" y="965"/>
                </a:lnTo>
                <a:lnTo>
                  <a:pt x="555" y="962"/>
                </a:lnTo>
                <a:lnTo>
                  <a:pt x="548" y="960"/>
                </a:lnTo>
                <a:lnTo>
                  <a:pt x="542" y="958"/>
                </a:lnTo>
                <a:lnTo>
                  <a:pt x="536" y="956"/>
                </a:lnTo>
                <a:lnTo>
                  <a:pt x="530" y="954"/>
                </a:lnTo>
                <a:lnTo>
                  <a:pt x="524" y="953"/>
                </a:lnTo>
                <a:lnTo>
                  <a:pt x="518" y="952"/>
                </a:lnTo>
                <a:lnTo>
                  <a:pt x="512" y="951"/>
                </a:lnTo>
                <a:lnTo>
                  <a:pt x="506" y="950"/>
                </a:lnTo>
                <a:lnTo>
                  <a:pt x="500" y="950"/>
                </a:lnTo>
                <a:lnTo>
                  <a:pt x="494" y="950"/>
                </a:lnTo>
                <a:lnTo>
                  <a:pt x="488" y="951"/>
                </a:lnTo>
                <a:lnTo>
                  <a:pt x="482" y="952"/>
                </a:lnTo>
                <a:lnTo>
                  <a:pt x="476" y="953"/>
                </a:lnTo>
                <a:lnTo>
                  <a:pt x="470" y="954"/>
                </a:lnTo>
                <a:lnTo>
                  <a:pt x="464" y="956"/>
                </a:lnTo>
                <a:lnTo>
                  <a:pt x="458" y="958"/>
                </a:lnTo>
                <a:lnTo>
                  <a:pt x="452" y="960"/>
                </a:lnTo>
                <a:lnTo>
                  <a:pt x="445" y="962"/>
                </a:lnTo>
                <a:lnTo>
                  <a:pt x="439" y="965"/>
                </a:lnTo>
                <a:lnTo>
                  <a:pt x="432" y="967"/>
                </a:lnTo>
                <a:lnTo>
                  <a:pt x="426" y="969"/>
                </a:lnTo>
                <a:lnTo>
                  <a:pt x="419" y="971"/>
                </a:lnTo>
                <a:lnTo>
                  <a:pt x="412" y="973"/>
                </a:lnTo>
                <a:lnTo>
                  <a:pt x="405" y="975"/>
                </a:lnTo>
                <a:lnTo>
                  <a:pt x="399" y="977"/>
                </a:lnTo>
                <a:lnTo>
                  <a:pt x="392" y="978"/>
                </a:lnTo>
                <a:lnTo>
                  <a:pt x="385" y="979"/>
                </a:lnTo>
                <a:lnTo>
                  <a:pt x="378" y="980"/>
                </a:lnTo>
                <a:lnTo>
                  <a:pt x="371" y="980"/>
                </a:lnTo>
                <a:lnTo>
                  <a:pt x="365" y="979"/>
                </a:lnTo>
                <a:lnTo>
                  <a:pt x="358" y="979"/>
                </a:lnTo>
                <a:lnTo>
                  <a:pt x="352" y="977"/>
                </a:lnTo>
                <a:lnTo>
                  <a:pt x="345" y="976"/>
                </a:lnTo>
                <a:lnTo>
                  <a:pt x="339" y="973"/>
                </a:lnTo>
                <a:lnTo>
                  <a:pt x="333" y="971"/>
                </a:lnTo>
                <a:lnTo>
                  <a:pt x="328" y="967"/>
                </a:lnTo>
                <a:lnTo>
                  <a:pt x="322" y="964"/>
                </a:lnTo>
                <a:lnTo>
                  <a:pt x="317" y="960"/>
                </a:lnTo>
                <a:lnTo>
                  <a:pt x="311" y="955"/>
                </a:lnTo>
                <a:lnTo>
                  <a:pt x="306" y="950"/>
                </a:lnTo>
                <a:lnTo>
                  <a:pt x="302" y="945"/>
                </a:lnTo>
                <a:lnTo>
                  <a:pt x="297" y="940"/>
                </a:lnTo>
                <a:lnTo>
                  <a:pt x="293" y="935"/>
                </a:lnTo>
                <a:lnTo>
                  <a:pt x="288" y="929"/>
                </a:lnTo>
                <a:lnTo>
                  <a:pt x="284" y="923"/>
                </a:lnTo>
                <a:lnTo>
                  <a:pt x="280" y="917"/>
                </a:lnTo>
                <a:lnTo>
                  <a:pt x="276" y="912"/>
                </a:lnTo>
                <a:lnTo>
                  <a:pt x="273" y="906"/>
                </a:lnTo>
                <a:lnTo>
                  <a:pt x="269" y="901"/>
                </a:lnTo>
                <a:lnTo>
                  <a:pt x="265" y="895"/>
                </a:lnTo>
                <a:lnTo>
                  <a:pt x="261" y="890"/>
                </a:lnTo>
                <a:lnTo>
                  <a:pt x="257" y="885"/>
                </a:lnTo>
                <a:lnTo>
                  <a:pt x="253" y="880"/>
                </a:lnTo>
                <a:lnTo>
                  <a:pt x="249" y="876"/>
                </a:lnTo>
                <a:lnTo>
                  <a:pt x="245" y="872"/>
                </a:lnTo>
                <a:lnTo>
                  <a:pt x="240" y="868"/>
                </a:lnTo>
                <a:lnTo>
                  <a:pt x="235" y="864"/>
                </a:lnTo>
                <a:lnTo>
                  <a:pt x="231" y="861"/>
                </a:lnTo>
                <a:lnTo>
                  <a:pt x="226" y="858"/>
                </a:lnTo>
                <a:lnTo>
                  <a:pt x="220" y="855"/>
                </a:lnTo>
                <a:lnTo>
                  <a:pt x="215" y="852"/>
                </a:lnTo>
                <a:lnTo>
                  <a:pt x="209" y="850"/>
                </a:lnTo>
                <a:lnTo>
                  <a:pt x="203" y="848"/>
                </a:lnTo>
                <a:lnTo>
                  <a:pt x="197" y="846"/>
                </a:lnTo>
                <a:lnTo>
                  <a:pt x="191" y="844"/>
                </a:lnTo>
                <a:lnTo>
                  <a:pt x="184" y="842"/>
                </a:lnTo>
                <a:lnTo>
                  <a:pt x="177" y="840"/>
                </a:lnTo>
                <a:lnTo>
                  <a:pt x="171" y="838"/>
                </a:lnTo>
                <a:lnTo>
                  <a:pt x="164" y="836"/>
                </a:lnTo>
                <a:lnTo>
                  <a:pt x="157" y="834"/>
                </a:lnTo>
                <a:lnTo>
                  <a:pt x="151" y="831"/>
                </a:lnTo>
                <a:lnTo>
                  <a:pt x="144" y="829"/>
                </a:lnTo>
                <a:lnTo>
                  <a:pt x="138" y="826"/>
                </a:lnTo>
                <a:lnTo>
                  <a:pt x="131" y="823"/>
                </a:lnTo>
                <a:lnTo>
                  <a:pt x="125" y="820"/>
                </a:lnTo>
                <a:lnTo>
                  <a:pt x="120" y="816"/>
                </a:lnTo>
                <a:lnTo>
                  <a:pt x="114" y="813"/>
                </a:lnTo>
                <a:lnTo>
                  <a:pt x="109" y="808"/>
                </a:lnTo>
                <a:lnTo>
                  <a:pt x="104" y="804"/>
                </a:lnTo>
                <a:lnTo>
                  <a:pt x="100" y="799"/>
                </a:lnTo>
                <a:lnTo>
                  <a:pt x="95" y="794"/>
                </a:lnTo>
                <a:lnTo>
                  <a:pt x="92" y="788"/>
                </a:lnTo>
                <a:lnTo>
                  <a:pt x="89" y="783"/>
                </a:lnTo>
                <a:lnTo>
                  <a:pt x="86" y="777"/>
                </a:lnTo>
                <a:lnTo>
                  <a:pt x="83" y="770"/>
                </a:lnTo>
                <a:lnTo>
                  <a:pt x="82" y="764"/>
                </a:lnTo>
                <a:lnTo>
                  <a:pt x="80" y="757"/>
                </a:lnTo>
                <a:lnTo>
                  <a:pt x="79" y="751"/>
                </a:lnTo>
                <a:lnTo>
                  <a:pt x="78" y="744"/>
                </a:lnTo>
                <a:lnTo>
                  <a:pt x="77" y="737"/>
                </a:lnTo>
                <a:lnTo>
                  <a:pt x="77" y="730"/>
                </a:lnTo>
                <a:lnTo>
                  <a:pt x="77" y="723"/>
                </a:lnTo>
                <a:lnTo>
                  <a:pt x="77" y="716"/>
                </a:lnTo>
                <a:lnTo>
                  <a:pt x="77" y="709"/>
                </a:lnTo>
                <a:lnTo>
                  <a:pt x="77" y="702"/>
                </a:lnTo>
                <a:lnTo>
                  <a:pt x="77" y="695"/>
                </a:lnTo>
                <a:lnTo>
                  <a:pt x="77" y="688"/>
                </a:lnTo>
                <a:lnTo>
                  <a:pt x="78" y="681"/>
                </a:lnTo>
                <a:lnTo>
                  <a:pt x="77" y="675"/>
                </a:lnTo>
                <a:lnTo>
                  <a:pt x="77" y="669"/>
                </a:lnTo>
                <a:lnTo>
                  <a:pt x="77" y="662"/>
                </a:lnTo>
                <a:lnTo>
                  <a:pt x="76" y="656"/>
                </a:lnTo>
                <a:lnTo>
                  <a:pt x="75" y="650"/>
                </a:lnTo>
                <a:lnTo>
                  <a:pt x="74" y="645"/>
                </a:lnTo>
                <a:lnTo>
                  <a:pt x="72" y="639"/>
                </a:lnTo>
                <a:lnTo>
                  <a:pt x="70" y="634"/>
                </a:lnTo>
                <a:lnTo>
                  <a:pt x="68" y="628"/>
                </a:lnTo>
                <a:lnTo>
                  <a:pt x="65" y="623"/>
                </a:lnTo>
                <a:lnTo>
                  <a:pt x="62" y="617"/>
                </a:lnTo>
                <a:lnTo>
                  <a:pt x="59" y="612"/>
                </a:lnTo>
                <a:lnTo>
                  <a:pt x="55" y="607"/>
                </a:lnTo>
                <a:lnTo>
                  <a:pt x="52" y="601"/>
                </a:lnTo>
                <a:lnTo>
                  <a:pt x="48" y="596"/>
                </a:lnTo>
                <a:lnTo>
                  <a:pt x="44" y="591"/>
                </a:lnTo>
                <a:lnTo>
                  <a:pt x="39" y="585"/>
                </a:lnTo>
                <a:lnTo>
                  <a:pt x="35" y="580"/>
                </a:lnTo>
                <a:lnTo>
                  <a:pt x="31" y="574"/>
                </a:lnTo>
                <a:lnTo>
                  <a:pt x="27" y="569"/>
                </a:lnTo>
                <a:lnTo>
                  <a:pt x="23" y="563"/>
                </a:lnTo>
                <a:lnTo>
                  <a:pt x="19" y="557"/>
                </a:lnTo>
                <a:lnTo>
                  <a:pt x="15" y="551"/>
                </a:lnTo>
                <a:lnTo>
                  <a:pt x="12" y="545"/>
                </a:lnTo>
                <a:lnTo>
                  <a:pt x="9" y="539"/>
                </a:lnTo>
                <a:lnTo>
                  <a:pt x="6" y="532"/>
                </a:lnTo>
                <a:lnTo>
                  <a:pt x="4" y="526"/>
                </a:lnTo>
                <a:lnTo>
                  <a:pt x="2" y="520"/>
                </a:lnTo>
                <a:lnTo>
                  <a:pt x="1" y="513"/>
                </a:lnTo>
                <a:lnTo>
                  <a:pt x="0" y="507"/>
                </a:lnTo>
                <a:lnTo>
                  <a:pt x="0" y="500"/>
                </a:lnTo>
                <a:lnTo>
                  <a:pt x="0" y="493"/>
                </a:lnTo>
                <a:lnTo>
                  <a:pt x="1" y="487"/>
                </a:lnTo>
                <a:lnTo>
                  <a:pt x="2" y="480"/>
                </a:lnTo>
                <a:lnTo>
                  <a:pt x="4" y="474"/>
                </a:lnTo>
                <a:lnTo>
                  <a:pt x="6" y="468"/>
                </a:lnTo>
                <a:lnTo>
                  <a:pt x="9" y="461"/>
                </a:lnTo>
                <a:lnTo>
                  <a:pt x="12" y="455"/>
                </a:lnTo>
                <a:lnTo>
                  <a:pt x="15" y="449"/>
                </a:lnTo>
                <a:lnTo>
                  <a:pt x="19" y="443"/>
                </a:lnTo>
                <a:lnTo>
                  <a:pt x="23" y="437"/>
                </a:lnTo>
                <a:lnTo>
                  <a:pt x="27" y="431"/>
                </a:lnTo>
                <a:lnTo>
                  <a:pt x="31" y="426"/>
                </a:lnTo>
                <a:lnTo>
                  <a:pt x="35" y="420"/>
                </a:lnTo>
                <a:lnTo>
                  <a:pt x="39" y="415"/>
                </a:lnTo>
                <a:lnTo>
                  <a:pt x="44" y="409"/>
                </a:lnTo>
                <a:lnTo>
                  <a:pt x="48" y="404"/>
                </a:lnTo>
                <a:lnTo>
                  <a:pt x="52" y="399"/>
                </a:lnTo>
                <a:lnTo>
                  <a:pt x="55" y="393"/>
                </a:lnTo>
                <a:lnTo>
                  <a:pt x="59" y="388"/>
                </a:lnTo>
                <a:lnTo>
                  <a:pt x="62" y="383"/>
                </a:lnTo>
                <a:lnTo>
                  <a:pt x="65" y="377"/>
                </a:lnTo>
                <a:lnTo>
                  <a:pt x="68" y="372"/>
                </a:lnTo>
                <a:lnTo>
                  <a:pt x="70" y="366"/>
                </a:lnTo>
                <a:lnTo>
                  <a:pt x="72" y="361"/>
                </a:lnTo>
                <a:lnTo>
                  <a:pt x="74" y="355"/>
                </a:lnTo>
                <a:lnTo>
                  <a:pt x="75" y="350"/>
                </a:lnTo>
                <a:lnTo>
                  <a:pt x="76" y="344"/>
                </a:lnTo>
                <a:lnTo>
                  <a:pt x="77" y="338"/>
                </a:lnTo>
                <a:lnTo>
                  <a:pt x="77" y="331"/>
                </a:lnTo>
                <a:lnTo>
                  <a:pt x="77" y="325"/>
                </a:lnTo>
                <a:lnTo>
                  <a:pt x="78" y="319"/>
                </a:lnTo>
                <a:lnTo>
                  <a:pt x="77" y="312"/>
                </a:lnTo>
                <a:lnTo>
                  <a:pt x="77" y="305"/>
                </a:lnTo>
                <a:lnTo>
                  <a:pt x="77" y="298"/>
                </a:lnTo>
                <a:lnTo>
                  <a:pt x="77" y="291"/>
                </a:lnTo>
                <a:lnTo>
                  <a:pt x="77" y="284"/>
                </a:lnTo>
                <a:lnTo>
                  <a:pt x="77" y="277"/>
                </a:lnTo>
                <a:lnTo>
                  <a:pt x="77" y="270"/>
                </a:lnTo>
                <a:lnTo>
                  <a:pt x="77" y="263"/>
                </a:lnTo>
                <a:lnTo>
                  <a:pt x="78" y="256"/>
                </a:lnTo>
                <a:lnTo>
                  <a:pt x="79" y="249"/>
                </a:lnTo>
                <a:lnTo>
                  <a:pt x="80" y="243"/>
                </a:lnTo>
                <a:lnTo>
                  <a:pt x="82" y="236"/>
                </a:lnTo>
                <a:lnTo>
                  <a:pt x="83" y="230"/>
                </a:lnTo>
                <a:lnTo>
                  <a:pt x="86" y="223"/>
                </a:lnTo>
                <a:lnTo>
                  <a:pt x="89" y="217"/>
                </a:lnTo>
                <a:lnTo>
                  <a:pt x="92" y="212"/>
                </a:lnTo>
                <a:lnTo>
                  <a:pt x="95" y="206"/>
                </a:lnTo>
                <a:lnTo>
                  <a:pt x="100" y="201"/>
                </a:lnTo>
                <a:lnTo>
                  <a:pt x="104" y="196"/>
                </a:lnTo>
                <a:lnTo>
                  <a:pt x="109" y="192"/>
                </a:lnTo>
                <a:lnTo>
                  <a:pt x="114" y="187"/>
                </a:lnTo>
                <a:lnTo>
                  <a:pt x="120" y="184"/>
                </a:lnTo>
                <a:lnTo>
                  <a:pt x="125" y="180"/>
                </a:lnTo>
                <a:lnTo>
                  <a:pt x="131" y="177"/>
                </a:lnTo>
                <a:lnTo>
                  <a:pt x="138" y="174"/>
                </a:lnTo>
                <a:lnTo>
                  <a:pt x="144" y="171"/>
                </a:lnTo>
                <a:lnTo>
                  <a:pt x="151" y="169"/>
                </a:lnTo>
                <a:lnTo>
                  <a:pt x="157" y="166"/>
                </a:lnTo>
                <a:lnTo>
                  <a:pt x="164" y="164"/>
                </a:lnTo>
                <a:lnTo>
                  <a:pt x="171" y="162"/>
                </a:lnTo>
                <a:lnTo>
                  <a:pt x="177" y="160"/>
                </a:lnTo>
                <a:lnTo>
                  <a:pt x="184" y="158"/>
                </a:lnTo>
                <a:lnTo>
                  <a:pt x="191" y="156"/>
                </a:lnTo>
                <a:lnTo>
                  <a:pt x="197" y="154"/>
                </a:lnTo>
                <a:lnTo>
                  <a:pt x="203" y="152"/>
                </a:lnTo>
                <a:lnTo>
                  <a:pt x="209" y="150"/>
                </a:lnTo>
                <a:lnTo>
                  <a:pt x="215" y="148"/>
                </a:lnTo>
                <a:lnTo>
                  <a:pt x="220" y="145"/>
                </a:lnTo>
                <a:lnTo>
                  <a:pt x="226" y="142"/>
                </a:lnTo>
                <a:lnTo>
                  <a:pt x="231" y="139"/>
                </a:lnTo>
                <a:lnTo>
                  <a:pt x="235" y="136"/>
                </a:lnTo>
                <a:lnTo>
                  <a:pt x="240" y="132"/>
                </a:lnTo>
                <a:lnTo>
                  <a:pt x="245" y="128"/>
                </a:lnTo>
                <a:lnTo>
                  <a:pt x="249" y="124"/>
                </a:lnTo>
                <a:lnTo>
                  <a:pt x="253" y="120"/>
                </a:lnTo>
                <a:lnTo>
                  <a:pt x="257" y="115"/>
                </a:lnTo>
                <a:lnTo>
                  <a:pt x="261" y="110"/>
                </a:lnTo>
                <a:lnTo>
                  <a:pt x="265" y="105"/>
                </a:lnTo>
                <a:lnTo>
                  <a:pt x="269" y="99"/>
                </a:lnTo>
                <a:lnTo>
                  <a:pt x="273" y="94"/>
                </a:lnTo>
                <a:lnTo>
                  <a:pt x="276" y="88"/>
                </a:lnTo>
                <a:lnTo>
                  <a:pt x="280" y="83"/>
                </a:lnTo>
                <a:lnTo>
                  <a:pt x="284" y="77"/>
                </a:lnTo>
                <a:lnTo>
                  <a:pt x="288" y="71"/>
                </a:lnTo>
                <a:lnTo>
                  <a:pt x="293" y="65"/>
                </a:lnTo>
                <a:lnTo>
                  <a:pt x="297" y="60"/>
                </a:lnTo>
                <a:lnTo>
                  <a:pt x="302" y="55"/>
                </a:lnTo>
                <a:lnTo>
                  <a:pt x="306" y="50"/>
                </a:lnTo>
                <a:lnTo>
                  <a:pt x="311" y="45"/>
                </a:lnTo>
                <a:lnTo>
                  <a:pt x="317" y="40"/>
                </a:lnTo>
                <a:lnTo>
                  <a:pt x="322" y="36"/>
                </a:lnTo>
                <a:lnTo>
                  <a:pt x="328" y="33"/>
                </a:lnTo>
                <a:lnTo>
                  <a:pt x="333" y="29"/>
                </a:lnTo>
                <a:lnTo>
                  <a:pt x="339" y="27"/>
                </a:lnTo>
                <a:lnTo>
                  <a:pt x="345" y="24"/>
                </a:lnTo>
                <a:lnTo>
                  <a:pt x="352" y="23"/>
                </a:lnTo>
                <a:lnTo>
                  <a:pt x="358" y="21"/>
                </a:lnTo>
                <a:lnTo>
                  <a:pt x="365" y="21"/>
                </a:lnTo>
                <a:lnTo>
                  <a:pt x="371" y="20"/>
                </a:lnTo>
                <a:lnTo>
                  <a:pt x="378" y="20"/>
                </a:lnTo>
                <a:lnTo>
                  <a:pt x="385" y="21"/>
                </a:lnTo>
                <a:lnTo>
                  <a:pt x="392" y="22"/>
                </a:lnTo>
                <a:lnTo>
                  <a:pt x="399" y="23"/>
                </a:lnTo>
                <a:lnTo>
                  <a:pt x="405" y="25"/>
                </a:lnTo>
                <a:lnTo>
                  <a:pt x="412" y="27"/>
                </a:lnTo>
                <a:lnTo>
                  <a:pt x="419" y="29"/>
                </a:lnTo>
                <a:lnTo>
                  <a:pt x="426" y="31"/>
                </a:lnTo>
                <a:lnTo>
                  <a:pt x="432" y="33"/>
                </a:lnTo>
                <a:lnTo>
                  <a:pt x="439" y="35"/>
                </a:lnTo>
                <a:lnTo>
                  <a:pt x="445" y="38"/>
                </a:lnTo>
                <a:lnTo>
                  <a:pt x="452" y="40"/>
                </a:lnTo>
                <a:lnTo>
                  <a:pt x="458" y="42"/>
                </a:lnTo>
                <a:lnTo>
                  <a:pt x="464" y="44"/>
                </a:lnTo>
                <a:lnTo>
                  <a:pt x="470" y="46"/>
                </a:lnTo>
                <a:lnTo>
                  <a:pt x="476" y="47"/>
                </a:lnTo>
                <a:lnTo>
                  <a:pt x="482" y="48"/>
                </a:lnTo>
                <a:lnTo>
                  <a:pt x="488" y="49"/>
                </a:lnTo>
                <a:lnTo>
                  <a:pt x="494" y="50"/>
                </a:lnTo>
                <a:lnTo>
                  <a:pt x="500" y="50"/>
                </a:lnTo>
                <a:lnTo>
                  <a:pt x="506" y="50"/>
                </a:lnTo>
                <a:lnTo>
                  <a:pt x="512" y="49"/>
                </a:lnTo>
                <a:lnTo>
                  <a:pt x="518" y="48"/>
                </a:lnTo>
                <a:lnTo>
                  <a:pt x="524" y="47"/>
                </a:lnTo>
                <a:lnTo>
                  <a:pt x="530" y="46"/>
                </a:lnTo>
                <a:lnTo>
                  <a:pt x="536" y="44"/>
                </a:lnTo>
                <a:lnTo>
                  <a:pt x="542" y="42"/>
                </a:lnTo>
                <a:lnTo>
                  <a:pt x="548" y="40"/>
                </a:lnTo>
                <a:lnTo>
                  <a:pt x="555" y="38"/>
                </a:lnTo>
                <a:lnTo>
                  <a:pt x="561" y="35"/>
                </a:lnTo>
                <a:lnTo>
                  <a:pt x="568" y="33"/>
                </a:lnTo>
                <a:lnTo>
                  <a:pt x="574" y="31"/>
                </a:lnTo>
                <a:lnTo>
                  <a:pt x="581" y="29"/>
                </a:lnTo>
                <a:lnTo>
                  <a:pt x="588" y="27"/>
                </a:lnTo>
                <a:lnTo>
                  <a:pt x="595" y="25"/>
                </a:lnTo>
                <a:lnTo>
                  <a:pt x="601" y="23"/>
                </a:lnTo>
                <a:lnTo>
                  <a:pt x="608" y="22"/>
                </a:lnTo>
                <a:lnTo>
                  <a:pt x="615" y="21"/>
                </a:lnTo>
                <a:lnTo>
                  <a:pt x="622" y="20"/>
                </a:lnTo>
                <a:lnTo>
                  <a:pt x="629" y="20"/>
                </a:lnTo>
                <a:lnTo>
                  <a:pt x="635" y="21"/>
                </a:lnTo>
                <a:lnTo>
                  <a:pt x="642" y="21"/>
                </a:lnTo>
                <a:lnTo>
                  <a:pt x="648" y="23"/>
                </a:lnTo>
                <a:lnTo>
                  <a:pt x="655" y="24"/>
                </a:lnTo>
                <a:lnTo>
                  <a:pt x="661" y="27"/>
                </a:lnTo>
                <a:lnTo>
                  <a:pt x="667" y="29"/>
                </a:lnTo>
                <a:lnTo>
                  <a:pt x="672" y="33"/>
                </a:lnTo>
                <a:lnTo>
                  <a:pt x="678" y="36"/>
                </a:lnTo>
                <a:lnTo>
                  <a:pt x="683" y="40"/>
                </a:lnTo>
                <a:lnTo>
                  <a:pt x="689" y="45"/>
                </a:lnTo>
                <a:lnTo>
                  <a:pt x="694" y="50"/>
                </a:lnTo>
                <a:lnTo>
                  <a:pt x="698" y="55"/>
                </a:lnTo>
                <a:lnTo>
                  <a:pt x="703" y="60"/>
                </a:lnTo>
                <a:lnTo>
                  <a:pt x="707" y="65"/>
                </a:lnTo>
                <a:lnTo>
                  <a:pt x="712" y="71"/>
                </a:lnTo>
                <a:lnTo>
                  <a:pt x="716" y="77"/>
                </a:lnTo>
                <a:lnTo>
                  <a:pt x="720" y="83"/>
                </a:lnTo>
                <a:lnTo>
                  <a:pt x="724" y="88"/>
                </a:lnTo>
                <a:lnTo>
                  <a:pt x="727" y="94"/>
                </a:lnTo>
                <a:lnTo>
                  <a:pt x="731" y="99"/>
                </a:lnTo>
                <a:lnTo>
                  <a:pt x="735" y="105"/>
                </a:lnTo>
                <a:lnTo>
                  <a:pt x="739" y="110"/>
                </a:lnTo>
                <a:lnTo>
                  <a:pt x="743" y="115"/>
                </a:lnTo>
                <a:lnTo>
                  <a:pt x="747" y="120"/>
                </a:lnTo>
                <a:lnTo>
                  <a:pt x="751" y="124"/>
                </a:lnTo>
                <a:lnTo>
                  <a:pt x="755" y="128"/>
                </a:lnTo>
                <a:lnTo>
                  <a:pt x="760" y="132"/>
                </a:lnTo>
                <a:lnTo>
                  <a:pt x="765" y="136"/>
                </a:lnTo>
                <a:lnTo>
                  <a:pt x="769" y="139"/>
                </a:lnTo>
                <a:lnTo>
                  <a:pt x="774" y="142"/>
                </a:lnTo>
                <a:lnTo>
                  <a:pt x="780" y="145"/>
                </a:lnTo>
                <a:lnTo>
                  <a:pt x="785" y="148"/>
                </a:lnTo>
                <a:lnTo>
                  <a:pt x="791" y="150"/>
                </a:lnTo>
                <a:lnTo>
                  <a:pt x="797" y="152"/>
                </a:lnTo>
                <a:lnTo>
                  <a:pt x="803" y="154"/>
                </a:lnTo>
                <a:lnTo>
                  <a:pt x="809" y="156"/>
                </a:lnTo>
                <a:lnTo>
                  <a:pt x="816" y="158"/>
                </a:lnTo>
                <a:lnTo>
                  <a:pt x="823" y="160"/>
                </a:lnTo>
                <a:lnTo>
                  <a:pt x="829" y="162"/>
                </a:lnTo>
                <a:lnTo>
                  <a:pt x="836" y="164"/>
                </a:lnTo>
                <a:lnTo>
                  <a:pt x="843" y="166"/>
                </a:lnTo>
                <a:lnTo>
                  <a:pt x="849" y="169"/>
                </a:lnTo>
                <a:lnTo>
                  <a:pt x="856" y="171"/>
                </a:lnTo>
                <a:lnTo>
                  <a:pt x="862" y="174"/>
                </a:lnTo>
                <a:lnTo>
                  <a:pt x="869" y="177"/>
                </a:lnTo>
                <a:lnTo>
                  <a:pt x="875" y="180"/>
                </a:lnTo>
                <a:lnTo>
                  <a:pt x="880" y="184"/>
                </a:lnTo>
                <a:lnTo>
                  <a:pt x="886" y="187"/>
                </a:lnTo>
                <a:lnTo>
                  <a:pt x="891" y="192"/>
                </a:lnTo>
                <a:lnTo>
                  <a:pt x="896" y="196"/>
                </a:lnTo>
                <a:lnTo>
                  <a:pt x="900" y="201"/>
                </a:lnTo>
                <a:lnTo>
                  <a:pt x="905" y="206"/>
                </a:lnTo>
                <a:lnTo>
                  <a:pt x="908" y="212"/>
                </a:lnTo>
                <a:lnTo>
                  <a:pt x="911" y="217"/>
                </a:lnTo>
                <a:lnTo>
                  <a:pt x="914" y="223"/>
                </a:lnTo>
                <a:lnTo>
                  <a:pt x="917" y="230"/>
                </a:lnTo>
                <a:lnTo>
                  <a:pt x="918" y="236"/>
                </a:lnTo>
                <a:lnTo>
                  <a:pt x="920" y="243"/>
                </a:lnTo>
                <a:lnTo>
                  <a:pt x="921" y="249"/>
                </a:lnTo>
                <a:lnTo>
                  <a:pt x="922" y="256"/>
                </a:lnTo>
                <a:lnTo>
                  <a:pt x="923" y="263"/>
                </a:lnTo>
                <a:lnTo>
                  <a:pt x="923" y="270"/>
                </a:lnTo>
                <a:lnTo>
                  <a:pt x="923" y="277"/>
                </a:lnTo>
                <a:lnTo>
                  <a:pt x="923" y="284"/>
                </a:lnTo>
                <a:lnTo>
                  <a:pt x="923" y="291"/>
                </a:lnTo>
                <a:lnTo>
                  <a:pt x="923" y="298"/>
                </a:lnTo>
                <a:lnTo>
                  <a:pt x="923" y="305"/>
                </a:lnTo>
                <a:lnTo>
                  <a:pt x="923" y="312"/>
                </a:lnTo>
                <a:lnTo>
                  <a:pt x="922" y="319"/>
                </a:lnTo>
                <a:lnTo>
                  <a:pt x="923" y="325"/>
                </a:lnTo>
                <a:lnTo>
                  <a:pt x="923" y="331"/>
                </a:lnTo>
                <a:lnTo>
                  <a:pt x="923" y="338"/>
                </a:lnTo>
                <a:lnTo>
                  <a:pt x="924" y="344"/>
                </a:lnTo>
                <a:lnTo>
                  <a:pt x="925" y="350"/>
                </a:lnTo>
                <a:lnTo>
                  <a:pt x="926" y="355"/>
                </a:lnTo>
                <a:lnTo>
                  <a:pt x="928" y="361"/>
                </a:lnTo>
                <a:lnTo>
                  <a:pt x="930" y="366"/>
                </a:lnTo>
                <a:lnTo>
                  <a:pt x="932" y="372"/>
                </a:lnTo>
                <a:lnTo>
                  <a:pt x="935" y="377"/>
                </a:lnTo>
                <a:lnTo>
                  <a:pt x="938" y="383"/>
                </a:lnTo>
                <a:lnTo>
                  <a:pt x="941" y="388"/>
                </a:lnTo>
                <a:lnTo>
                  <a:pt x="945" y="393"/>
                </a:lnTo>
                <a:lnTo>
                  <a:pt x="948" y="399"/>
                </a:lnTo>
                <a:lnTo>
                  <a:pt x="952" y="404"/>
                </a:lnTo>
                <a:lnTo>
                  <a:pt x="956" y="409"/>
                </a:lnTo>
                <a:lnTo>
                  <a:pt x="961" y="415"/>
                </a:lnTo>
                <a:lnTo>
                  <a:pt x="965" y="420"/>
                </a:lnTo>
                <a:lnTo>
                  <a:pt x="969" y="426"/>
                </a:lnTo>
                <a:lnTo>
                  <a:pt x="973" y="431"/>
                </a:lnTo>
                <a:lnTo>
                  <a:pt x="977" y="437"/>
                </a:lnTo>
                <a:lnTo>
                  <a:pt x="981" y="443"/>
                </a:lnTo>
                <a:lnTo>
                  <a:pt x="985" y="449"/>
                </a:lnTo>
                <a:lnTo>
                  <a:pt x="988" y="455"/>
                </a:lnTo>
                <a:lnTo>
                  <a:pt x="991" y="461"/>
                </a:lnTo>
                <a:lnTo>
                  <a:pt x="994" y="468"/>
                </a:lnTo>
                <a:lnTo>
                  <a:pt x="996" y="474"/>
                </a:lnTo>
                <a:lnTo>
                  <a:pt x="998" y="480"/>
                </a:lnTo>
                <a:lnTo>
                  <a:pt x="999" y="487"/>
                </a:lnTo>
                <a:lnTo>
                  <a:pt x="1000" y="493"/>
                </a:lnTo>
                <a:close/>
              </a:path>
            </a:pathLst>
          </a:custGeom>
          <a:solidFill>
            <a:srgbClr val="85C227"/>
          </a:solidFill>
          <a:ln w="762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395727" y="2532888"/>
            <a:ext cx="4352544" cy="4352544"/>
          </a:xfrm>
          <a:custGeom>
            <a:avLst/>
            <a:gdLst/>
            <a:ahLst/>
            <a:cxnLst/>
            <a:rect l="0" t="0" r="r" b="b"/>
            <a:pathLst>
              <a:path w="1000" h="1000">
                <a:moveTo>
                  <a:pt x="999" y="500"/>
                </a:moveTo>
                <a:lnTo>
                  <a:pt x="998" y="507"/>
                </a:lnTo>
                <a:lnTo>
                  <a:pt x="996" y="513"/>
                </a:lnTo>
                <a:lnTo>
                  <a:pt x="994" y="519"/>
                </a:lnTo>
                <a:lnTo>
                  <a:pt x="991" y="526"/>
                </a:lnTo>
                <a:lnTo>
                  <a:pt x="988" y="532"/>
                </a:lnTo>
                <a:lnTo>
                  <a:pt x="985" y="538"/>
                </a:lnTo>
                <a:lnTo>
                  <a:pt x="981" y="544"/>
                </a:lnTo>
                <a:lnTo>
                  <a:pt x="978" y="550"/>
                </a:lnTo>
                <a:lnTo>
                  <a:pt x="974" y="556"/>
                </a:lnTo>
                <a:lnTo>
                  <a:pt x="970" y="562"/>
                </a:lnTo>
                <a:lnTo>
                  <a:pt x="966" y="568"/>
                </a:lnTo>
                <a:lnTo>
                  <a:pt x="962" y="573"/>
                </a:lnTo>
                <a:lnTo>
                  <a:pt x="958" y="579"/>
                </a:lnTo>
                <a:lnTo>
                  <a:pt x="954" y="584"/>
                </a:lnTo>
                <a:lnTo>
                  <a:pt x="950" y="590"/>
                </a:lnTo>
                <a:lnTo>
                  <a:pt x="946" y="595"/>
                </a:lnTo>
                <a:lnTo>
                  <a:pt x="943" y="600"/>
                </a:lnTo>
                <a:lnTo>
                  <a:pt x="940" y="606"/>
                </a:lnTo>
                <a:lnTo>
                  <a:pt x="938" y="611"/>
                </a:lnTo>
                <a:lnTo>
                  <a:pt x="935" y="617"/>
                </a:lnTo>
                <a:lnTo>
                  <a:pt x="933" y="622"/>
                </a:lnTo>
                <a:lnTo>
                  <a:pt x="932" y="628"/>
                </a:lnTo>
                <a:lnTo>
                  <a:pt x="930" y="634"/>
                </a:lnTo>
                <a:lnTo>
                  <a:pt x="929" y="639"/>
                </a:lnTo>
                <a:lnTo>
                  <a:pt x="928" y="645"/>
                </a:lnTo>
                <a:lnTo>
                  <a:pt x="928" y="652"/>
                </a:lnTo>
                <a:lnTo>
                  <a:pt x="928" y="658"/>
                </a:lnTo>
                <a:lnTo>
                  <a:pt x="928" y="664"/>
                </a:lnTo>
                <a:lnTo>
                  <a:pt x="928" y="671"/>
                </a:lnTo>
                <a:lnTo>
                  <a:pt x="928" y="677"/>
                </a:lnTo>
                <a:lnTo>
                  <a:pt x="929" y="684"/>
                </a:lnTo>
                <a:lnTo>
                  <a:pt x="929" y="691"/>
                </a:lnTo>
                <a:lnTo>
                  <a:pt x="930" y="698"/>
                </a:lnTo>
                <a:lnTo>
                  <a:pt x="930" y="705"/>
                </a:lnTo>
                <a:lnTo>
                  <a:pt x="930" y="712"/>
                </a:lnTo>
                <a:lnTo>
                  <a:pt x="930" y="719"/>
                </a:lnTo>
                <a:lnTo>
                  <a:pt x="930" y="726"/>
                </a:lnTo>
                <a:lnTo>
                  <a:pt x="929" y="733"/>
                </a:lnTo>
                <a:lnTo>
                  <a:pt x="929" y="740"/>
                </a:lnTo>
                <a:lnTo>
                  <a:pt x="927" y="747"/>
                </a:lnTo>
                <a:lnTo>
                  <a:pt x="926" y="753"/>
                </a:lnTo>
                <a:lnTo>
                  <a:pt x="924" y="760"/>
                </a:lnTo>
                <a:lnTo>
                  <a:pt x="922" y="766"/>
                </a:lnTo>
                <a:lnTo>
                  <a:pt x="919" y="772"/>
                </a:lnTo>
                <a:lnTo>
                  <a:pt x="916" y="778"/>
                </a:lnTo>
                <a:lnTo>
                  <a:pt x="912" y="783"/>
                </a:lnTo>
                <a:lnTo>
                  <a:pt x="908" y="788"/>
                </a:lnTo>
                <a:lnTo>
                  <a:pt x="904" y="793"/>
                </a:lnTo>
                <a:lnTo>
                  <a:pt x="899" y="798"/>
                </a:lnTo>
                <a:lnTo>
                  <a:pt x="893" y="802"/>
                </a:lnTo>
                <a:lnTo>
                  <a:pt x="888" y="806"/>
                </a:lnTo>
                <a:lnTo>
                  <a:pt x="882" y="809"/>
                </a:lnTo>
                <a:lnTo>
                  <a:pt x="876" y="813"/>
                </a:lnTo>
                <a:lnTo>
                  <a:pt x="870" y="816"/>
                </a:lnTo>
                <a:lnTo>
                  <a:pt x="863" y="819"/>
                </a:lnTo>
                <a:lnTo>
                  <a:pt x="857" y="821"/>
                </a:lnTo>
                <a:lnTo>
                  <a:pt x="850" y="824"/>
                </a:lnTo>
                <a:lnTo>
                  <a:pt x="844" y="826"/>
                </a:lnTo>
                <a:lnTo>
                  <a:pt x="837" y="828"/>
                </a:lnTo>
                <a:lnTo>
                  <a:pt x="830" y="830"/>
                </a:lnTo>
                <a:lnTo>
                  <a:pt x="824" y="833"/>
                </a:lnTo>
                <a:lnTo>
                  <a:pt x="818" y="835"/>
                </a:lnTo>
                <a:lnTo>
                  <a:pt x="811" y="837"/>
                </a:lnTo>
                <a:lnTo>
                  <a:pt x="805" y="839"/>
                </a:lnTo>
                <a:lnTo>
                  <a:pt x="800" y="842"/>
                </a:lnTo>
                <a:lnTo>
                  <a:pt x="794" y="844"/>
                </a:lnTo>
                <a:lnTo>
                  <a:pt x="789" y="847"/>
                </a:lnTo>
                <a:lnTo>
                  <a:pt x="784" y="850"/>
                </a:lnTo>
                <a:lnTo>
                  <a:pt x="779" y="853"/>
                </a:lnTo>
                <a:lnTo>
                  <a:pt x="774" y="857"/>
                </a:lnTo>
                <a:lnTo>
                  <a:pt x="769" y="861"/>
                </a:lnTo>
                <a:lnTo>
                  <a:pt x="765" y="865"/>
                </a:lnTo>
                <a:lnTo>
                  <a:pt x="761" y="869"/>
                </a:lnTo>
                <a:lnTo>
                  <a:pt x="757" y="874"/>
                </a:lnTo>
                <a:lnTo>
                  <a:pt x="753" y="879"/>
                </a:lnTo>
                <a:lnTo>
                  <a:pt x="750" y="884"/>
                </a:lnTo>
                <a:lnTo>
                  <a:pt x="746" y="890"/>
                </a:lnTo>
                <a:lnTo>
                  <a:pt x="742" y="895"/>
                </a:lnTo>
                <a:lnTo>
                  <a:pt x="739" y="901"/>
                </a:lnTo>
                <a:lnTo>
                  <a:pt x="735" y="907"/>
                </a:lnTo>
                <a:lnTo>
                  <a:pt x="731" y="913"/>
                </a:lnTo>
                <a:lnTo>
                  <a:pt x="727" y="919"/>
                </a:lnTo>
                <a:lnTo>
                  <a:pt x="723" y="924"/>
                </a:lnTo>
                <a:lnTo>
                  <a:pt x="719" y="930"/>
                </a:lnTo>
                <a:lnTo>
                  <a:pt x="715" y="936"/>
                </a:lnTo>
                <a:lnTo>
                  <a:pt x="710" y="941"/>
                </a:lnTo>
                <a:lnTo>
                  <a:pt x="706" y="946"/>
                </a:lnTo>
                <a:lnTo>
                  <a:pt x="701" y="951"/>
                </a:lnTo>
                <a:lnTo>
                  <a:pt x="696" y="955"/>
                </a:lnTo>
                <a:lnTo>
                  <a:pt x="690" y="959"/>
                </a:lnTo>
                <a:lnTo>
                  <a:pt x="685" y="963"/>
                </a:lnTo>
                <a:lnTo>
                  <a:pt x="679" y="966"/>
                </a:lnTo>
                <a:lnTo>
                  <a:pt x="673" y="969"/>
                </a:lnTo>
                <a:lnTo>
                  <a:pt x="667" y="971"/>
                </a:lnTo>
                <a:lnTo>
                  <a:pt x="661" y="973"/>
                </a:lnTo>
                <a:lnTo>
                  <a:pt x="654" y="974"/>
                </a:lnTo>
                <a:lnTo>
                  <a:pt x="648" y="975"/>
                </a:lnTo>
                <a:lnTo>
                  <a:pt x="641" y="976"/>
                </a:lnTo>
                <a:lnTo>
                  <a:pt x="634" y="975"/>
                </a:lnTo>
                <a:lnTo>
                  <a:pt x="627" y="975"/>
                </a:lnTo>
                <a:lnTo>
                  <a:pt x="620" y="974"/>
                </a:lnTo>
                <a:lnTo>
                  <a:pt x="614" y="973"/>
                </a:lnTo>
                <a:lnTo>
                  <a:pt x="607" y="971"/>
                </a:lnTo>
                <a:lnTo>
                  <a:pt x="600" y="970"/>
                </a:lnTo>
                <a:lnTo>
                  <a:pt x="593" y="968"/>
                </a:lnTo>
                <a:lnTo>
                  <a:pt x="586" y="966"/>
                </a:lnTo>
                <a:lnTo>
                  <a:pt x="580" y="964"/>
                </a:lnTo>
                <a:lnTo>
                  <a:pt x="573" y="962"/>
                </a:lnTo>
                <a:lnTo>
                  <a:pt x="567" y="959"/>
                </a:lnTo>
                <a:lnTo>
                  <a:pt x="560" y="957"/>
                </a:lnTo>
                <a:lnTo>
                  <a:pt x="554" y="956"/>
                </a:lnTo>
                <a:lnTo>
                  <a:pt x="548" y="954"/>
                </a:lnTo>
                <a:lnTo>
                  <a:pt x="542" y="952"/>
                </a:lnTo>
                <a:lnTo>
                  <a:pt x="536" y="951"/>
                </a:lnTo>
                <a:lnTo>
                  <a:pt x="530" y="950"/>
                </a:lnTo>
                <a:lnTo>
                  <a:pt x="524" y="950"/>
                </a:lnTo>
                <a:lnTo>
                  <a:pt x="518" y="950"/>
                </a:lnTo>
                <a:lnTo>
                  <a:pt x="512" y="950"/>
                </a:lnTo>
                <a:lnTo>
                  <a:pt x="506" y="950"/>
                </a:lnTo>
                <a:lnTo>
                  <a:pt x="500" y="951"/>
                </a:lnTo>
                <a:lnTo>
                  <a:pt x="494" y="952"/>
                </a:lnTo>
                <a:lnTo>
                  <a:pt x="488" y="954"/>
                </a:lnTo>
                <a:lnTo>
                  <a:pt x="482" y="956"/>
                </a:lnTo>
                <a:lnTo>
                  <a:pt x="476" y="958"/>
                </a:lnTo>
                <a:lnTo>
                  <a:pt x="470" y="960"/>
                </a:lnTo>
                <a:lnTo>
                  <a:pt x="464" y="962"/>
                </a:lnTo>
                <a:lnTo>
                  <a:pt x="457" y="965"/>
                </a:lnTo>
                <a:lnTo>
                  <a:pt x="451" y="967"/>
                </a:lnTo>
                <a:lnTo>
                  <a:pt x="444" y="970"/>
                </a:lnTo>
                <a:lnTo>
                  <a:pt x="438" y="972"/>
                </a:lnTo>
                <a:lnTo>
                  <a:pt x="431" y="975"/>
                </a:lnTo>
                <a:lnTo>
                  <a:pt x="424" y="977"/>
                </a:lnTo>
                <a:lnTo>
                  <a:pt x="418" y="979"/>
                </a:lnTo>
                <a:lnTo>
                  <a:pt x="411" y="980"/>
                </a:lnTo>
                <a:lnTo>
                  <a:pt x="404" y="982"/>
                </a:lnTo>
                <a:lnTo>
                  <a:pt x="397" y="983"/>
                </a:lnTo>
                <a:lnTo>
                  <a:pt x="391" y="983"/>
                </a:lnTo>
                <a:lnTo>
                  <a:pt x="384" y="984"/>
                </a:lnTo>
                <a:lnTo>
                  <a:pt x="377" y="983"/>
                </a:lnTo>
                <a:lnTo>
                  <a:pt x="371" y="982"/>
                </a:lnTo>
                <a:lnTo>
                  <a:pt x="364" y="981"/>
                </a:lnTo>
                <a:lnTo>
                  <a:pt x="358" y="979"/>
                </a:lnTo>
                <a:lnTo>
                  <a:pt x="352" y="977"/>
                </a:lnTo>
                <a:lnTo>
                  <a:pt x="346" y="974"/>
                </a:lnTo>
                <a:lnTo>
                  <a:pt x="340" y="971"/>
                </a:lnTo>
                <a:lnTo>
                  <a:pt x="334" y="968"/>
                </a:lnTo>
                <a:lnTo>
                  <a:pt x="329" y="963"/>
                </a:lnTo>
                <a:lnTo>
                  <a:pt x="324" y="959"/>
                </a:lnTo>
                <a:lnTo>
                  <a:pt x="319" y="954"/>
                </a:lnTo>
                <a:lnTo>
                  <a:pt x="314" y="949"/>
                </a:lnTo>
                <a:lnTo>
                  <a:pt x="309" y="944"/>
                </a:lnTo>
                <a:lnTo>
                  <a:pt x="305" y="939"/>
                </a:lnTo>
                <a:lnTo>
                  <a:pt x="300" y="933"/>
                </a:lnTo>
                <a:lnTo>
                  <a:pt x="296" y="928"/>
                </a:lnTo>
                <a:lnTo>
                  <a:pt x="292" y="922"/>
                </a:lnTo>
                <a:lnTo>
                  <a:pt x="288" y="916"/>
                </a:lnTo>
                <a:lnTo>
                  <a:pt x="284" y="911"/>
                </a:lnTo>
                <a:lnTo>
                  <a:pt x="280" y="905"/>
                </a:lnTo>
                <a:lnTo>
                  <a:pt x="276" y="900"/>
                </a:lnTo>
                <a:lnTo>
                  <a:pt x="272" y="895"/>
                </a:lnTo>
                <a:lnTo>
                  <a:pt x="268" y="891"/>
                </a:lnTo>
                <a:lnTo>
                  <a:pt x="263" y="886"/>
                </a:lnTo>
                <a:lnTo>
                  <a:pt x="259" y="882"/>
                </a:lnTo>
                <a:lnTo>
                  <a:pt x="255" y="878"/>
                </a:lnTo>
                <a:lnTo>
                  <a:pt x="250" y="874"/>
                </a:lnTo>
                <a:lnTo>
                  <a:pt x="245" y="871"/>
                </a:lnTo>
                <a:lnTo>
                  <a:pt x="240" y="868"/>
                </a:lnTo>
                <a:lnTo>
                  <a:pt x="235" y="865"/>
                </a:lnTo>
                <a:lnTo>
                  <a:pt x="229" y="863"/>
                </a:lnTo>
                <a:lnTo>
                  <a:pt x="224" y="860"/>
                </a:lnTo>
                <a:lnTo>
                  <a:pt x="218" y="858"/>
                </a:lnTo>
                <a:lnTo>
                  <a:pt x="212" y="856"/>
                </a:lnTo>
                <a:lnTo>
                  <a:pt x="205" y="854"/>
                </a:lnTo>
                <a:lnTo>
                  <a:pt x="199" y="853"/>
                </a:lnTo>
                <a:lnTo>
                  <a:pt x="192" y="851"/>
                </a:lnTo>
                <a:lnTo>
                  <a:pt x="186" y="849"/>
                </a:lnTo>
                <a:lnTo>
                  <a:pt x="179" y="847"/>
                </a:lnTo>
                <a:lnTo>
                  <a:pt x="172" y="846"/>
                </a:lnTo>
                <a:lnTo>
                  <a:pt x="165" y="844"/>
                </a:lnTo>
                <a:lnTo>
                  <a:pt x="159" y="841"/>
                </a:lnTo>
                <a:lnTo>
                  <a:pt x="152" y="839"/>
                </a:lnTo>
                <a:lnTo>
                  <a:pt x="146" y="836"/>
                </a:lnTo>
                <a:lnTo>
                  <a:pt x="139" y="833"/>
                </a:lnTo>
                <a:lnTo>
                  <a:pt x="133" y="830"/>
                </a:lnTo>
                <a:lnTo>
                  <a:pt x="127" y="827"/>
                </a:lnTo>
                <a:lnTo>
                  <a:pt x="122" y="823"/>
                </a:lnTo>
                <a:lnTo>
                  <a:pt x="117" y="819"/>
                </a:lnTo>
                <a:lnTo>
                  <a:pt x="112" y="814"/>
                </a:lnTo>
                <a:lnTo>
                  <a:pt x="107" y="809"/>
                </a:lnTo>
                <a:lnTo>
                  <a:pt x="103" y="804"/>
                </a:lnTo>
                <a:lnTo>
                  <a:pt x="100" y="799"/>
                </a:lnTo>
                <a:lnTo>
                  <a:pt x="96" y="793"/>
                </a:lnTo>
                <a:lnTo>
                  <a:pt x="94" y="787"/>
                </a:lnTo>
                <a:lnTo>
                  <a:pt x="91" y="781"/>
                </a:lnTo>
                <a:lnTo>
                  <a:pt x="89" y="774"/>
                </a:lnTo>
                <a:lnTo>
                  <a:pt x="88" y="768"/>
                </a:lnTo>
                <a:lnTo>
                  <a:pt x="86" y="761"/>
                </a:lnTo>
                <a:lnTo>
                  <a:pt x="85" y="754"/>
                </a:lnTo>
                <a:lnTo>
                  <a:pt x="85" y="747"/>
                </a:lnTo>
                <a:lnTo>
                  <a:pt x="84" y="740"/>
                </a:lnTo>
                <a:lnTo>
                  <a:pt x="84" y="733"/>
                </a:lnTo>
                <a:lnTo>
                  <a:pt x="84" y="726"/>
                </a:lnTo>
                <a:lnTo>
                  <a:pt x="84" y="719"/>
                </a:lnTo>
                <a:lnTo>
                  <a:pt x="84" y="712"/>
                </a:lnTo>
                <a:lnTo>
                  <a:pt x="84" y="705"/>
                </a:lnTo>
                <a:lnTo>
                  <a:pt x="84" y="699"/>
                </a:lnTo>
                <a:lnTo>
                  <a:pt x="83" y="692"/>
                </a:lnTo>
                <a:lnTo>
                  <a:pt x="83" y="686"/>
                </a:lnTo>
                <a:lnTo>
                  <a:pt x="83" y="679"/>
                </a:lnTo>
                <a:lnTo>
                  <a:pt x="82" y="673"/>
                </a:lnTo>
                <a:lnTo>
                  <a:pt x="81" y="667"/>
                </a:lnTo>
                <a:lnTo>
                  <a:pt x="79" y="661"/>
                </a:lnTo>
                <a:lnTo>
                  <a:pt x="78" y="656"/>
                </a:lnTo>
                <a:lnTo>
                  <a:pt x="76" y="650"/>
                </a:lnTo>
                <a:lnTo>
                  <a:pt x="73" y="645"/>
                </a:lnTo>
                <a:lnTo>
                  <a:pt x="71" y="639"/>
                </a:lnTo>
                <a:lnTo>
                  <a:pt x="68" y="634"/>
                </a:lnTo>
                <a:lnTo>
                  <a:pt x="65" y="629"/>
                </a:lnTo>
                <a:lnTo>
                  <a:pt x="61" y="624"/>
                </a:lnTo>
                <a:lnTo>
                  <a:pt x="57" y="619"/>
                </a:lnTo>
                <a:lnTo>
                  <a:pt x="53" y="613"/>
                </a:lnTo>
                <a:lnTo>
                  <a:pt x="49" y="608"/>
                </a:lnTo>
                <a:lnTo>
                  <a:pt x="45" y="603"/>
                </a:lnTo>
                <a:lnTo>
                  <a:pt x="40" y="598"/>
                </a:lnTo>
                <a:lnTo>
                  <a:pt x="36" y="592"/>
                </a:lnTo>
                <a:lnTo>
                  <a:pt x="32" y="587"/>
                </a:lnTo>
                <a:lnTo>
                  <a:pt x="27" y="581"/>
                </a:lnTo>
                <a:lnTo>
                  <a:pt x="23" y="576"/>
                </a:lnTo>
                <a:lnTo>
                  <a:pt x="19" y="570"/>
                </a:lnTo>
                <a:lnTo>
                  <a:pt x="16" y="564"/>
                </a:lnTo>
                <a:lnTo>
                  <a:pt x="12" y="558"/>
                </a:lnTo>
                <a:lnTo>
                  <a:pt x="9" y="552"/>
                </a:lnTo>
                <a:lnTo>
                  <a:pt x="6" y="545"/>
                </a:lnTo>
                <a:lnTo>
                  <a:pt x="4" y="539"/>
                </a:lnTo>
                <a:lnTo>
                  <a:pt x="3" y="533"/>
                </a:lnTo>
                <a:lnTo>
                  <a:pt x="1" y="526"/>
                </a:lnTo>
                <a:lnTo>
                  <a:pt x="0" y="520"/>
                </a:lnTo>
                <a:lnTo>
                  <a:pt x="0" y="513"/>
                </a:lnTo>
                <a:lnTo>
                  <a:pt x="0" y="507"/>
                </a:lnTo>
                <a:lnTo>
                  <a:pt x="1" y="500"/>
                </a:lnTo>
                <a:lnTo>
                  <a:pt x="2" y="493"/>
                </a:lnTo>
                <a:lnTo>
                  <a:pt x="4" y="487"/>
                </a:lnTo>
                <a:lnTo>
                  <a:pt x="6" y="481"/>
                </a:lnTo>
                <a:lnTo>
                  <a:pt x="9" y="474"/>
                </a:lnTo>
                <a:lnTo>
                  <a:pt x="12" y="468"/>
                </a:lnTo>
                <a:lnTo>
                  <a:pt x="15" y="462"/>
                </a:lnTo>
                <a:lnTo>
                  <a:pt x="19" y="456"/>
                </a:lnTo>
                <a:lnTo>
                  <a:pt x="22" y="450"/>
                </a:lnTo>
                <a:lnTo>
                  <a:pt x="26" y="444"/>
                </a:lnTo>
                <a:lnTo>
                  <a:pt x="30" y="438"/>
                </a:lnTo>
                <a:lnTo>
                  <a:pt x="34" y="432"/>
                </a:lnTo>
                <a:lnTo>
                  <a:pt x="38" y="427"/>
                </a:lnTo>
                <a:lnTo>
                  <a:pt x="42" y="421"/>
                </a:lnTo>
                <a:lnTo>
                  <a:pt x="46" y="416"/>
                </a:lnTo>
                <a:lnTo>
                  <a:pt x="50" y="410"/>
                </a:lnTo>
                <a:lnTo>
                  <a:pt x="54" y="405"/>
                </a:lnTo>
                <a:lnTo>
                  <a:pt x="57" y="400"/>
                </a:lnTo>
                <a:lnTo>
                  <a:pt x="60" y="394"/>
                </a:lnTo>
                <a:lnTo>
                  <a:pt x="62" y="389"/>
                </a:lnTo>
                <a:lnTo>
                  <a:pt x="65" y="383"/>
                </a:lnTo>
                <a:lnTo>
                  <a:pt x="67" y="378"/>
                </a:lnTo>
                <a:lnTo>
                  <a:pt x="68" y="372"/>
                </a:lnTo>
                <a:lnTo>
                  <a:pt x="70" y="366"/>
                </a:lnTo>
                <a:lnTo>
                  <a:pt x="71" y="361"/>
                </a:lnTo>
                <a:lnTo>
                  <a:pt x="72" y="355"/>
                </a:lnTo>
                <a:lnTo>
                  <a:pt x="72" y="348"/>
                </a:lnTo>
                <a:lnTo>
                  <a:pt x="72" y="342"/>
                </a:lnTo>
                <a:lnTo>
                  <a:pt x="72" y="336"/>
                </a:lnTo>
                <a:lnTo>
                  <a:pt x="72" y="329"/>
                </a:lnTo>
                <a:lnTo>
                  <a:pt x="72" y="323"/>
                </a:lnTo>
                <a:lnTo>
                  <a:pt x="71" y="316"/>
                </a:lnTo>
                <a:lnTo>
                  <a:pt x="71" y="309"/>
                </a:lnTo>
                <a:lnTo>
                  <a:pt x="70" y="302"/>
                </a:lnTo>
                <a:lnTo>
                  <a:pt x="70" y="295"/>
                </a:lnTo>
                <a:lnTo>
                  <a:pt x="70" y="288"/>
                </a:lnTo>
                <a:lnTo>
                  <a:pt x="70" y="281"/>
                </a:lnTo>
                <a:lnTo>
                  <a:pt x="70" y="274"/>
                </a:lnTo>
                <a:lnTo>
                  <a:pt x="71" y="267"/>
                </a:lnTo>
                <a:lnTo>
                  <a:pt x="71" y="260"/>
                </a:lnTo>
                <a:lnTo>
                  <a:pt x="73" y="253"/>
                </a:lnTo>
                <a:lnTo>
                  <a:pt x="74" y="247"/>
                </a:lnTo>
                <a:lnTo>
                  <a:pt x="76" y="240"/>
                </a:lnTo>
                <a:lnTo>
                  <a:pt x="78" y="234"/>
                </a:lnTo>
                <a:lnTo>
                  <a:pt x="81" y="228"/>
                </a:lnTo>
                <a:lnTo>
                  <a:pt x="84" y="222"/>
                </a:lnTo>
                <a:lnTo>
                  <a:pt x="88" y="217"/>
                </a:lnTo>
                <a:lnTo>
                  <a:pt x="92" y="212"/>
                </a:lnTo>
                <a:lnTo>
                  <a:pt x="96" y="207"/>
                </a:lnTo>
                <a:lnTo>
                  <a:pt x="101" y="202"/>
                </a:lnTo>
                <a:lnTo>
                  <a:pt x="107" y="198"/>
                </a:lnTo>
                <a:lnTo>
                  <a:pt x="112" y="194"/>
                </a:lnTo>
                <a:lnTo>
                  <a:pt x="118" y="191"/>
                </a:lnTo>
                <a:lnTo>
                  <a:pt x="124" y="187"/>
                </a:lnTo>
                <a:lnTo>
                  <a:pt x="130" y="184"/>
                </a:lnTo>
                <a:lnTo>
                  <a:pt x="137" y="181"/>
                </a:lnTo>
                <a:lnTo>
                  <a:pt x="143" y="179"/>
                </a:lnTo>
                <a:lnTo>
                  <a:pt x="150" y="176"/>
                </a:lnTo>
                <a:lnTo>
                  <a:pt x="156" y="174"/>
                </a:lnTo>
                <a:lnTo>
                  <a:pt x="163" y="172"/>
                </a:lnTo>
                <a:lnTo>
                  <a:pt x="170" y="170"/>
                </a:lnTo>
                <a:lnTo>
                  <a:pt x="176" y="167"/>
                </a:lnTo>
                <a:lnTo>
                  <a:pt x="182" y="165"/>
                </a:lnTo>
                <a:lnTo>
                  <a:pt x="189" y="163"/>
                </a:lnTo>
                <a:lnTo>
                  <a:pt x="195" y="161"/>
                </a:lnTo>
                <a:lnTo>
                  <a:pt x="200" y="158"/>
                </a:lnTo>
                <a:lnTo>
                  <a:pt x="206" y="156"/>
                </a:lnTo>
                <a:lnTo>
                  <a:pt x="211" y="153"/>
                </a:lnTo>
                <a:lnTo>
                  <a:pt x="216" y="150"/>
                </a:lnTo>
                <a:lnTo>
                  <a:pt x="221" y="147"/>
                </a:lnTo>
                <a:lnTo>
                  <a:pt x="226" y="143"/>
                </a:lnTo>
                <a:lnTo>
                  <a:pt x="231" y="139"/>
                </a:lnTo>
                <a:lnTo>
                  <a:pt x="235" y="135"/>
                </a:lnTo>
                <a:lnTo>
                  <a:pt x="239" y="131"/>
                </a:lnTo>
                <a:lnTo>
                  <a:pt x="243" y="126"/>
                </a:lnTo>
                <a:lnTo>
                  <a:pt x="247" y="121"/>
                </a:lnTo>
                <a:lnTo>
                  <a:pt x="250" y="116"/>
                </a:lnTo>
                <a:lnTo>
                  <a:pt x="254" y="110"/>
                </a:lnTo>
                <a:lnTo>
                  <a:pt x="258" y="105"/>
                </a:lnTo>
                <a:lnTo>
                  <a:pt x="261" y="99"/>
                </a:lnTo>
                <a:lnTo>
                  <a:pt x="265" y="93"/>
                </a:lnTo>
                <a:lnTo>
                  <a:pt x="269" y="87"/>
                </a:lnTo>
                <a:lnTo>
                  <a:pt x="273" y="81"/>
                </a:lnTo>
                <a:lnTo>
                  <a:pt x="277" y="76"/>
                </a:lnTo>
                <a:lnTo>
                  <a:pt x="281" y="70"/>
                </a:lnTo>
                <a:lnTo>
                  <a:pt x="285" y="64"/>
                </a:lnTo>
                <a:lnTo>
                  <a:pt x="290" y="59"/>
                </a:lnTo>
                <a:lnTo>
                  <a:pt x="294" y="54"/>
                </a:lnTo>
                <a:lnTo>
                  <a:pt x="299" y="49"/>
                </a:lnTo>
                <a:lnTo>
                  <a:pt x="304" y="45"/>
                </a:lnTo>
                <a:lnTo>
                  <a:pt x="310" y="41"/>
                </a:lnTo>
                <a:lnTo>
                  <a:pt x="315" y="37"/>
                </a:lnTo>
                <a:lnTo>
                  <a:pt x="321" y="34"/>
                </a:lnTo>
                <a:lnTo>
                  <a:pt x="327" y="31"/>
                </a:lnTo>
                <a:lnTo>
                  <a:pt x="333" y="29"/>
                </a:lnTo>
                <a:lnTo>
                  <a:pt x="339" y="27"/>
                </a:lnTo>
                <a:lnTo>
                  <a:pt x="346" y="26"/>
                </a:lnTo>
                <a:lnTo>
                  <a:pt x="352" y="25"/>
                </a:lnTo>
                <a:lnTo>
                  <a:pt x="359" y="24"/>
                </a:lnTo>
                <a:lnTo>
                  <a:pt x="366" y="25"/>
                </a:lnTo>
                <a:lnTo>
                  <a:pt x="373" y="25"/>
                </a:lnTo>
                <a:lnTo>
                  <a:pt x="380" y="26"/>
                </a:lnTo>
                <a:lnTo>
                  <a:pt x="386" y="27"/>
                </a:lnTo>
                <a:lnTo>
                  <a:pt x="393" y="29"/>
                </a:lnTo>
                <a:lnTo>
                  <a:pt x="400" y="30"/>
                </a:lnTo>
                <a:lnTo>
                  <a:pt x="407" y="32"/>
                </a:lnTo>
                <a:lnTo>
                  <a:pt x="414" y="34"/>
                </a:lnTo>
                <a:lnTo>
                  <a:pt x="420" y="36"/>
                </a:lnTo>
                <a:lnTo>
                  <a:pt x="427" y="38"/>
                </a:lnTo>
                <a:lnTo>
                  <a:pt x="433" y="41"/>
                </a:lnTo>
                <a:lnTo>
                  <a:pt x="440" y="43"/>
                </a:lnTo>
                <a:lnTo>
                  <a:pt x="446" y="44"/>
                </a:lnTo>
                <a:lnTo>
                  <a:pt x="452" y="46"/>
                </a:lnTo>
                <a:lnTo>
                  <a:pt x="458" y="48"/>
                </a:lnTo>
                <a:lnTo>
                  <a:pt x="464" y="49"/>
                </a:lnTo>
                <a:lnTo>
                  <a:pt x="470" y="50"/>
                </a:lnTo>
                <a:lnTo>
                  <a:pt x="476" y="50"/>
                </a:lnTo>
                <a:lnTo>
                  <a:pt x="482" y="50"/>
                </a:lnTo>
                <a:lnTo>
                  <a:pt x="488" y="50"/>
                </a:lnTo>
                <a:lnTo>
                  <a:pt x="494" y="50"/>
                </a:lnTo>
                <a:lnTo>
                  <a:pt x="500" y="49"/>
                </a:lnTo>
                <a:lnTo>
                  <a:pt x="506" y="48"/>
                </a:lnTo>
                <a:lnTo>
                  <a:pt x="512" y="46"/>
                </a:lnTo>
                <a:lnTo>
                  <a:pt x="518" y="44"/>
                </a:lnTo>
                <a:lnTo>
                  <a:pt x="524" y="42"/>
                </a:lnTo>
                <a:lnTo>
                  <a:pt x="530" y="40"/>
                </a:lnTo>
                <a:lnTo>
                  <a:pt x="536" y="38"/>
                </a:lnTo>
                <a:lnTo>
                  <a:pt x="543" y="35"/>
                </a:lnTo>
                <a:lnTo>
                  <a:pt x="549" y="33"/>
                </a:lnTo>
                <a:lnTo>
                  <a:pt x="556" y="30"/>
                </a:lnTo>
                <a:lnTo>
                  <a:pt x="562" y="28"/>
                </a:lnTo>
                <a:lnTo>
                  <a:pt x="569" y="25"/>
                </a:lnTo>
                <a:lnTo>
                  <a:pt x="576" y="23"/>
                </a:lnTo>
                <a:lnTo>
                  <a:pt x="582" y="21"/>
                </a:lnTo>
                <a:lnTo>
                  <a:pt x="589" y="20"/>
                </a:lnTo>
                <a:lnTo>
                  <a:pt x="596" y="18"/>
                </a:lnTo>
                <a:lnTo>
                  <a:pt x="603" y="17"/>
                </a:lnTo>
                <a:lnTo>
                  <a:pt x="609" y="17"/>
                </a:lnTo>
                <a:lnTo>
                  <a:pt x="616" y="16"/>
                </a:lnTo>
                <a:lnTo>
                  <a:pt x="623" y="17"/>
                </a:lnTo>
                <a:lnTo>
                  <a:pt x="629" y="18"/>
                </a:lnTo>
                <a:lnTo>
                  <a:pt x="636" y="19"/>
                </a:lnTo>
                <a:lnTo>
                  <a:pt x="642" y="21"/>
                </a:lnTo>
                <a:lnTo>
                  <a:pt x="648" y="23"/>
                </a:lnTo>
                <a:lnTo>
                  <a:pt x="654" y="26"/>
                </a:lnTo>
                <a:lnTo>
                  <a:pt x="660" y="29"/>
                </a:lnTo>
                <a:lnTo>
                  <a:pt x="666" y="32"/>
                </a:lnTo>
                <a:lnTo>
                  <a:pt x="671" y="37"/>
                </a:lnTo>
                <a:lnTo>
                  <a:pt x="676" y="41"/>
                </a:lnTo>
                <a:lnTo>
                  <a:pt x="681" y="46"/>
                </a:lnTo>
                <a:lnTo>
                  <a:pt x="686" y="51"/>
                </a:lnTo>
                <a:lnTo>
                  <a:pt x="691" y="56"/>
                </a:lnTo>
                <a:lnTo>
                  <a:pt x="695" y="61"/>
                </a:lnTo>
                <a:lnTo>
                  <a:pt x="700" y="67"/>
                </a:lnTo>
                <a:lnTo>
                  <a:pt x="704" y="72"/>
                </a:lnTo>
                <a:lnTo>
                  <a:pt x="708" y="78"/>
                </a:lnTo>
                <a:lnTo>
                  <a:pt x="712" y="84"/>
                </a:lnTo>
                <a:lnTo>
                  <a:pt x="716" y="89"/>
                </a:lnTo>
                <a:lnTo>
                  <a:pt x="720" y="95"/>
                </a:lnTo>
                <a:lnTo>
                  <a:pt x="724" y="100"/>
                </a:lnTo>
                <a:lnTo>
                  <a:pt x="728" y="105"/>
                </a:lnTo>
                <a:lnTo>
                  <a:pt x="732" y="109"/>
                </a:lnTo>
                <a:lnTo>
                  <a:pt x="737" y="114"/>
                </a:lnTo>
                <a:lnTo>
                  <a:pt x="741" y="118"/>
                </a:lnTo>
                <a:lnTo>
                  <a:pt x="745" y="122"/>
                </a:lnTo>
                <a:lnTo>
                  <a:pt x="750" y="126"/>
                </a:lnTo>
                <a:lnTo>
                  <a:pt x="755" y="129"/>
                </a:lnTo>
                <a:lnTo>
                  <a:pt x="760" y="132"/>
                </a:lnTo>
                <a:lnTo>
                  <a:pt x="765" y="135"/>
                </a:lnTo>
                <a:lnTo>
                  <a:pt x="771" y="137"/>
                </a:lnTo>
                <a:lnTo>
                  <a:pt x="776" y="140"/>
                </a:lnTo>
                <a:lnTo>
                  <a:pt x="782" y="142"/>
                </a:lnTo>
                <a:lnTo>
                  <a:pt x="788" y="144"/>
                </a:lnTo>
                <a:lnTo>
                  <a:pt x="795" y="146"/>
                </a:lnTo>
                <a:lnTo>
                  <a:pt x="801" y="147"/>
                </a:lnTo>
                <a:lnTo>
                  <a:pt x="808" y="149"/>
                </a:lnTo>
                <a:lnTo>
                  <a:pt x="814" y="151"/>
                </a:lnTo>
                <a:lnTo>
                  <a:pt x="821" y="153"/>
                </a:lnTo>
                <a:lnTo>
                  <a:pt x="828" y="154"/>
                </a:lnTo>
                <a:lnTo>
                  <a:pt x="835" y="156"/>
                </a:lnTo>
                <a:lnTo>
                  <a:pt x="841" y="159"/>
                </a:lnTo>
                <a:lnTo>
                  <a:pt x="848" y="161"/>
                </a:lnTo>
                <a:lnTo>
                  <a:pt x="854" y="164"/>
                </a:lnTo>
                <a:lnTo>
                  <a:pt x="861" y="167"/>
                </a:lnTo>
                <a:lnTo>
                  <a:pt x="867" y="170"/>
                </a:lnTo>
                <a:lnTo>
                  <a:pt x="873" y="173"/>
                </a:lnTo>
                <a:lnTo>
                  <a:pt x="878" y="177"/>
                </a:lnTo>
                <a:lnTo>
                  <a:pt x="883" y="181"/>
                </a:lnTo>
                <a:lnTo>
                  <a:pt x="888" y="186"/>
                </a:lnTo>
                <a:lnTo>
                  <a:pt x="893" y="191"/>
                </a:lnTo>
                <a:lnTo>
                  <a:pt x="897" y="196"/>
                </a:lnTo>
                <a:lnTo>
                  <a:pt x="900" y="201"/>
                </a:lnTo>
                <a:lnTo>
                  <a:pt x="904" y="207"/>
                </a:lnTo>
                <a:lnTo>
                  <a:pt x="906" y="213"/>
                </a:lnTo>
                <a:lnTo>
                  <a:pt x="909" y="219"/>
                </a:lnTo>
                <a:lnTo>
                  <a:pt x="911" y="226"/>
                </a:lnTo>
                <a:lnTo>
                  <a:pt x="912" y="232"/>
                </a:lnTo>
                <a:lnTo>
                  <a:pt x="914" y="239"/>
                </a:lnTo>
                <a:lnTo>
                  <a:pt x="915" y="246"/>
                </a:lnTo>
                <a:lnTo>
                  <a:pt x="915" y="253"/>
                </a:lnTo>
                <a:lnTo>
                  <a:pt x="916" y="260"/>
                </a:lnTo>
                <a:lnTo>
                  <a:pt x="916" y="267"/>
                </a:lnTo>
                <a:lnTo>
                  <a:pt x="916" y="274"/>
                </a:lnTo>
                <a:lnTo>
                  <a:pt x="916" y="281"/>
                </a:lnTo>
                <a:lnTo>
                  <a:pt x="916" y="288"/>
                </a:lnTo>
                <a:lnTo>
                  <a:pt x="916" y="295"/>
                </a:lnTo>
                <a:lnTo>
                  <a:pt x="916" y="301"/>
                </a:lnTo>
                <a:lnTo>
                  <a:pt x="917" y="308"/>
                </a:lnTo>
                <a:lnTo>
                  <a:pt x="917" y="314"/>
                </a:lnTo>
                <a:lnTo>
                  <a:pt x="917" y="321"/>
                </a:lnTo>
                <a:lnTo>
                  <a:pt x="918" y="327"/>
                </a:lnTo>
                <a:lnTo>
                  <a:pt x="919" y="333"/>
                </a:lnTo>
                <a:lnTo>
                  <a:pt x="921" y="339"/>
                </a:lnTo>
                <a:lnTo>
                  <a:pt x="922" y="344"/>
                </a:lnTo>
                <a:lnTo>
                  <a:pt x="924" y="350"/>
                </a:lnTo>
                <a:lnTo>
                  <a:pt x="927" y="355"/>
                </a:lnTo>
                <a:lnTo>
                  <a:pt x="929" y="361"/>
                </a:lnTo>
                <a:lnTo>
                  <a:pt x="932" y="366"/>
                </a:lnTo>
                <a:lnTo>
                  <a:pt x="935" y="371"/>
                </a:lnTo>
                <a:lnTo>
                  <a:pt x="939" y="376"/>
                </a:lnTo>
                <a:lnTo>
                  <a:pt x="943" y="381"/>
                </a:lnTo>
                <a:lnTo>
                  <a:pt x="947" y="387"/>
                </a:lnTo>
                <a:lnTo>
                  <a:pt x="951" y="392"/>
                </a:lnTo>
                <a:lnTo>
                  <a:pt x="955" y="397"/>
                </a:lnTo>
                <a:lnTo>
                  <a:pt x="960" y="402"/>
                </a:lnTo>
                <a:lnTo>
                  <a:pt x="964" y="408"/>
                </a:lnTo>
                <a:lnTo>
                  <a:pt x="968" y="413"/>
                </a:lnTo>
                <a:lnTo>
                  <a:pt x="973" y="419"/>
                </a:lnTo>
                <a:lnTo>
                  <a:pt x="977" y="424"/>
                </a:lnTo>
                <a:lnTo>
                  <a:pt x="981" y="430"/>
                </a:lnTo>
                <a:lnTo>
                  <a:pt x="984" y="436"/>
                </a:lnTo>
                <a:lnTo>
                  <a:pt x="988" y="442"/>
                </a:lnTo>
                <a:lnTo>
                  <a:pt x="991" y="448"/>
                </a:lnTo>
                <a:lnTo>
                  <a:pt x="994" y="455"/>
                </a:lnTo>
                <a:lnTo>
                  <a:pt x="996" y="461"/>
                </a:lnTo>
                <a:lnTo>
                  <a:pt x="997" y="467"/>
                </a:lnTo>
                <a:lnTo>
                  <a:pt x="999" y="474"/>
                </a:lnTo>
                <a:lnTo>
                  <a:pt x="1000" y="480"/>
                </a:lnTo>
                <a:lnTo>
                  <a:pt x="1000" y="487"/>
                </a:lnTo>
                <a:lnTo>
                  <a:pt x="1000" y="493"/>
                </a:lnTo>
                <a:close/>
              </a:path>
            </a:pathLst>
          </a:custGeom>
          <a:solidFill>
            <a:srgbClr val="036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743200"/>
            <a:ext cx="6400800" cy="548640"/>
          </a:xfrm>
          <a:prstGeom prst="rect">
            <a:avLst/>
          </a:prstGeom>
          <a:noFill/>
        </p:spPr>
        <p:txBody>
          <a:bodyPr wrap="square" anchor="ctr" lIns="0" rIns="0" tIns="0" bIns="0">
            <a:spAutoFit/>
          </a:bodyPr>
          <a:lstStyle/>
          <a:p>
            <a:pPr algn="ctr">
              <a:lnSpc>
                <a:spcPct val="100000"/>
              </a:lnSpc>
            </a:pPr>
            <a:r>
              <a:rPr sz="2700" b="1" spc="400">
                <a:solidFill>
                  <a:srgbClr val="FFFFFF"/>
                </a:solidFill>
                <a:latin typeface="Montserrat"/>
              </a:rPr>
              <a:t>PASSO</a:t>
            </a:r>
          </a:p>
        </p:txBody>
      </p:sp>
      <p:sp>
        <p:nvSpPr>
          <p:cNvPr id="6" name="TextBox 5"/>
          <p:cNvSpPr txBox="1"/>
          <p:nvPr/>
        </p:nvSpPr>
        <p:spPr>
          <a:xfrm>
            <a:off x="1371600" y="3246120"/>
            <a:ext cx="6400800" cy="2926080"/>
          </a:xfrm>
          <a:prstGeom prst="rect">
            <a:avLst/>
          </a:prstGeom>
          <a:noFill/>
        </p:spPr>
        <p:txBody>
          <a:bodyPr wrap="square" anchor="ctr" lIns="0" rIns="0" tIns="0" bIns="0">
            <a:spAutoFit/>
          </a:bodyPr>
          <a:lstStyle/>
          <a:p>
            <a:pPr algn="ctr">
              <a:lnSpc>
                <a:spcPct val="100000"/>
              </a:lnSpc>
            </a:pPr>
            <a:r>
              <a:rPr sz="16200" b="1" spc="-300">
                <a:solidFill>
                  <a:srgbClr val="FFFFFF"/>
                </a:solidFill>
                <a:latin typeface="Montserrat"/>
              </a:rPr>
              <a:t>04</a:t>
            </a:r>
          </a:p>
        </p:txBody>
      </p:sp>
      <p:sp>
        <p:nvSpPr>
          <p:cNvPr id="7" name="Rectangle 6"/>
          <p:cNvSpPr/>
          <p:nvPr/>
        </p:nvSpPr>
        <p:spPr>
          <a:xfrm>
            <a:off x="9144000" y="12984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12680" y="1143000"/>
            <a:ext cx="9144000" cy="457200"/>
          </a:xfrm>
          <a:prstGeom prst="rect">
            <a:avLst/>
          </a:prstGeom>
          <a:noFill/>
        </p:spPr>
        <p:txBody>
          <a:bodyPr wrap="square" anchor="t" lIns="0" rIns="0" tIns="0" bIns="0">
            <a:spAutoFit/>
          </a:bodyPr>
          <a:lstStyle/>
          <a:p>
            <a:pPr algn="l">
              <a:lnSpc>
                <a:spcPct val="100000"/>
              </a:lnSpc>
            </a:pPr>
            <a:r>
              <a:rPr sz="2000" b="1" spc="300">
                <a:solidFill>
                  <a:srgbClr val="85C227"/>
                </a:solidFill>
                <a:latin typeface="Montserrat"/>
              </a:rPr>
              <a:t>PASSO 04 DE 12</a:t>
            </a:r>
          </a:p>
        </p:txBody>
      </p:sp>
      <p:sp>
        <p:nvSpPr>
          <p:cNvPr id="9" name="TextBox 8"/>
          <p:cNvSpPr txBox="1"/>
          <p:nvPr/>
        </p:nvSpPr>
        <p:spPr>
          <a:xfrm>
            <a:off x="9144000" y="1737360"/>
            <a:ext cx="8778240" cy="6675120"/>
          </a:xfrm>
          <a:prstGeom prst="rect">
            <a:avLst/>
          </a:prstGeom>
          <a:noFill/>
        </p:spPr>
        <p:txBody>
          <a:bodyPr wrap="square" anchor="ctr" lIns="0" rIns="0" tIns="0" bIns="0">
            <a:spAutoFit/>
          </a:bodyPr>
          <a:lstStyle/>
          <a:p>
            <a:pPr algn="l">
              <a:lnSpc>
                <a:spcPct val="100000"/>
              </a:lnSpc>
            </a:pPr>
            <a:r>
              <a:rPr sz="8200" b="1" spc="-100">
                <a:solidFill>
                  <a:srgbClr val="FFFFFF"/>
                </a:solidFill>
                <a:latin typeface="Montserrat"/>
              </a:rPr>
              <a:t>Invista</a:t>
            </a:r>
          </a:p>
          <a:p>
            <a:pPr algn="l">
              <a:lnSpc>
                <a:spcPct val="100000"/>
              </a:lnSpc>
            </a:pPr>
            <a:r>
              <a:rPr sz="8200" b="1" spc="-100">
                <a:solidFill>
                  <a:srgbClr val="FFFFFF"/>
                </a:solidFill>
                <a:latin typeface="Montserrat"/>
              </a:rPr>
              <a:t>em tempo</a:t>
            </a:r>
          </a:p>
          <a:p>
            <a:pPr algn="l">
              <a:lnSpc>
                <a:spcPct val="100000"/>
              </a:lnSpc>
            </a:pPr>
            <a:r>
              <a:rPr sz="8200" b="1" spc="-100">
                <a:solidFill>
                  <a:srgbClr val="85C227"/>
                </a:solidFill>
                <a:latin typeface="Montserrat"/>
              </a:rPr>
              <a:t>de qualidade.</a:t>
            </a:r>
          </a:p>
        </p:txBody>
      </p:sp>
      <p:sp>
        <p:nvSpPr>
          <p:cNvPr id="10" name="Rounded Rectangle 9"/>
          <p:cNvSpPr/>
          <p:nvPr/>
        </p:nvSpPr>
        <p:spPr>
          <a:xfrm>
            <a:off x="9144000"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48088"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552176"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256264"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960352" y="8915400"/>
            <a:ext cx="566928" cy="146304"/>
          </a:xfrm>
          <a:prstGeom prst="roundRect">
            <a:avLst>
              <a:gd name="adj" fmla="val 50000"/>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664440" y="8915400"/>
            <a:ext cx="566928" cy="146304"/>
          </a:xfrm>
          <a:prstGeom prst="roundRect">
            <a:avLst>
              <a:gd name="adj" fmla="val 50000"/>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3368528" y="8915400"/>
            <a:ext cx="566928" cy="146304"/>
          </a:xfrm>
          <a:prstGeom prst="roundRect">
            <a:avLst>
              <a:gd name="adj" fmla="val 50000"/>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4072616" y="8915400"/>
            <a:ext cx="566928" cy="146304"/>
          </a:xfrm>
          <a:prstGeom prst="roundRect">
            <a:avLst>
              <a:gd name="adj" fmla="val 50000"/>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4776704" y="8915400"/>
            <a:ext cx="566928" cy="146304"/>
          </a:xfrm>
          <a:prstGeom prst="roundRect">
            <a:avLst>
              <a:gd name="adj" fmla="val 50000"/>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5480792" y="8915400"/>
            <a:ext cx="566928" cy="146304"/>
          </a:xfrm>
          <a:prstGeom prst="roundRect">
            <a:avLst>
              <a:gd name="adj" fmla="val 50000"/>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6184880" y="8915400"/>
            <a:ext cx="566928" cy="146304"/>
          </a:xfrm>
          <a:prstGeom prst="roundRect">
            <a:avLst>
              <a:gd name="adj" fmla="val 50000"/>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6888968" y="8915400"/>
            <a:ext cx="566928" cy="146304"/>
          </a:xfrm>
          <a:prstGeom prst="roundRect">
            <a:avLst>
              <a:gd name="adj" fmla="val 50000"/>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2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508760"/>
            <a:ext cx="6400800" cy="6400800"/>
          </a:xfrm>
          <a:custGeom>
            <a:avLst/>
            <a:gdLst/>
            <a:ahLst/>
            <a:cxnLst/>
            <a:rect l="0" t="0" r="r" b="b"/>
            <a:pathLst>
              <a:path w="1000" h="1000">
                <a:moveTo>
                  <a:pt x="1000" y="500"/>
                </a:moveTo>
                <a:lnTo>
                  <a:pt x="1000" y="507"/>
                </a:lnTo>
                <a:lnTo>
                  <a:pt x="999" y="513"/>
                </a:lnTo>
                <a:lnTo>
                  <a:pt x="998" y="520"/>
                </a:lnTo>
                <a:lnTo>
                  <a:pt x="996" y="526"/>
                </a:lnTo>
                <a:lnTo>
                  <a:pt x="994" y="532"/>
                </a:lnTo>
                <a:lnTo>
                  <a:pt x="991" y="539"/>
                </a:lnTo>
                <a:lnTo>
                  <a:pt x="988" y="545"/>
                </a:lnTo>
                <a:lnTo>
                  <a:pt x="985" y="551"/>
                </a:lnTo>
                <a:lnTo>
                  <a:pt x="981" y="557"/>
                </a:lnTo>
                <a:lnTo>
                  <a:pt x="977" y="563"/>
                </a:lnTo>
                <a:lnTo>
                  <a:pt x="973" y="569"/>
                </a:lnTo>
                <a:lnTo>
                  <a:pt x="969" y="574"/>
                </a:lnTo>
                <a:lnTo>
                  <a:pt x="965" y="580"/>
                </a:lnTo>
                <a:lnTo>
                  <a:pt x="961" y="585"/>
                </a:lnTo>
                <a:lnTo>
                  <a:pt x="956" y="591"/>
                </a:lnTo>
                <a:lnTo>
                  <a:pt x="952" y="596"/>
                </a:lnTo>
                <a:lnTo>
                  <a:pt x="948" y="601"/>
                </a:lnTo>
                <a:lnTo>
                  <a:pt x="945" y="607"/>
                </a:lnTo>
                <a:lnTo>
                  <a:pt x="941" y="612"/>
                </a:lnTo>
                <a:lnTo>
                  <a:pt x="938" y="617"/>
                </a:lnTo>
                <a:lnTo>
                  <a:pt x="935" y="623"/>
                </a:lnTo>
                <a:lnTo>
                  <a:pt x="932" y="628"/>
                </a:lnTo>
                <a:lnTo>
                  <a:pt x="930" y="634"/>
                </a:lnTo>
                <a:lnTo>
                  <a:pt x="928" y="639"/>
                </a:lnTo>
                <a:lnTo>
                  <a:pt x="926" y="645"/>
                </a:lnTo>
                <a:lnTo>
                  <a:pt x="925" y="650"/>
                </a:lnTo>
                <a:lnTo>
                  <a:pt x="924" y="656"/>
                </a:lnTo>
                <a:lnTo>
                  <a:pt x="923" y="662"/>
                </a:lnTo>
                <a:lnTo>
                  <a:pt x="923" y="669"/>
                </a:lnTo>
                <a:lnTo>
                  <a:pt x="923" y="675"/>
                </a:lnTo>
                <a:lnTo>
                  <a:pt x="922" y="681"/>
                </a:lnTo>
                <a:lnTo>
                  <a:pt x="923" y="688"/>
                </a:lnTo>
                <a:lnTo>
                  <a:pt x="923" y="695"/>
                </a:lnTo>
                <a:lnTo>
                  <a:pt x="923" y="702"/>
                </a:lnTo>
                <a:lnTo>
                  <a:pt x="923" y="709"/>
                </a:lnTo>
                <a:lnTo>
                  <a:pt x="923" y="716"/>
                </a:lnTo>
                <a:lnTo>
                  <a:pt x="923" y="723"/>
                </a:lnTo>
                <a:lnTo>
                  <a:pt x="923" y="730"/>
                </a:lnTo>
                <a:lnTo>
                  <a:pt x="923" y="737"/>
                </a:lnTo>
                <a:lnTo>
                  <a:pt x="922" y="744"/>
                </a:lnTo>
                <a:lnTo>
                  <a:pt x="921" y="751"/>
                </a:lnTo>
                <a:lnTo>
                  <a:pt x="920" y="757"/>
                </a:lnTo>
                <a:lnTo>
                  <a:pt x="918" y="764"/>
                </a:lnTo>
                <a:lnTo>
                  <a:pt x="917" y="770"/>
                </a:lnTo>
                <a:lnTo>
                  <a:pt x="914" y="777"/>
                </a:lnTo>
                <a:lnTo>
                  <a:pt x="911" y="783"/>
                </a:lnTo>
                <a:lnTo>
                  <a:pt x="908" y="788"/>
                </a:lnTo>
                <a:lnTo>
                  <a:pt x="905" y="794"/>
                </a:lnTo>
                <a:lnTo>
                  <a:pt x="900" y="799"/>
                </a:lnTo>
                <a:lnTo>
                  <a:pt x="896" y="804"/>
                </a:lnTo>
                <a:lnTo>
                  <a:pt x="891" y="808"/>
                </a:lnTo>
                <a:lnTo>
                  <a:pt x="886" y="813"/>
                </a:lnTo>
                <a:lnTo>
                  <a:pt x="880" y="816"/>
                </a:lnTo>
                <a:lnTo>
                  <a:pt x="875" y="820"/>
                </a:lnTo>
                <a:lnTo>
                  <a:pt x="869" y="823"/>
                </a:lnTo>
                <a:lnTo>
                  <a:pt x="862" y="826"/>
                </a:lnTo>
                <a:lnTo>
                  <a:pt x="856" y="829"/>
                </a:lnTo>
                <a:lnTo>
                  <a:pt x="849" y="831"/>
                </a:lnTo>
                <a:lnTo>
                  <a:pt x="843" y="834"/>
                </a:lnTo>
                <a:lnTo>
                  <a:pt x="836" y="836"/>
                </a:lnTo>
                <a:lnTo>
                  <a:pt x="829" y="838"/>
                </a:lnTo>
                <a:lnTo>
                  <a:pt x="823" y="840"/>
                </a:lnTo>
                <a:lnTo>
                  <a:pt x="816" y="842"/>
                </a:lnTo>
                <a:lnTo>
                  <a:pt x="809" y="844"/>
                </a:lnTo>
                <a:lnTo>
                  <a:pt x="803" y="846"/>
                </a:lnTo>
                <a:lnTo>
                  <a:pt x="797" y="848"/>
                </a:lnTo>
                <a:lnTo>
                  <a:pt x="791" y="850"/>
                </a:lnTo>
                <a:lnTo>
                  <a:pt x="785" y="852"/>
                </a:lnTo>
                <a:lnTo>
                  <a:pt x="780" y="855"/>
                </a:lnTo>
                <a:lnTo>
                  <a:pt x="774" y="858"/>
                </a:lnTo>
                <a:lnTo>
                  <a:pt x="769" y="861"/>
                </a:lnTo>
                <a:lnTo>
                  <a:pt x="765" y="864"/>
                </a:lnTo>
                <a:lnTo>
                  <a:pt x="760" y="868"/>
                </a:lnTo>
                <a:lnTo>
                  <a:pt x="755" y="872"/>
                </a:lnTo>
                <a:lnTo>
                  <a:pt x="751" y="876"/>
                </a:lnTo>
                <a:lnTo>
                  <a:pt x="747" y="880"/>
                </a:lnTo>
                <a:lnTo>
                  <a:pt x="743" y="885"/>
                </a:lnTo>
                <a:lnTo>
                  <a:pt x="739" y="890"/>
                </a:lnTo>
                <a:lnTo>
                  <a:pt x="735" y="895"/>
                </a:lnTo>
                <a:lnTo>
                  <a:pt x="731" y="901"/>
                </a:lnTo>
                <a:lnTo>
                  <a:pt x="727" y="906"/>
                </a:lnTo>
                <a:lnTo>
                  <a:pt x="724" y="912"/>
                </a:lnTo>
                <a:lnTo>
                  <a:pt x="720" y="917"/>
                </a:lnTo>
                <a:lnTo>
                  <a:pt x="716" y="923"/>
                </a:lnTo>
                <a:lnTo>
                  <a:pt x="712" y="929"/>
                </a:lnTo>
                <a:lnTo>
                  <a:pt x="707" y="935"/>
                </a:lnTo>
                <a:lnTo>
                  <a:pt x="703" y="940"/>
                </a:lnTo>
                <a:lnTo>
                  <a:pt x="698" y="945"/>
                </a:lnTo>
                <a:lnTo>
                  <a:pt x="694" y="950"/>
                </a:lnTo>
                <a:lnTo>
                  <a:pt x="689" y="955"/>
                </a:lnTo>
                <a:lnTo>
                  <a:pt x="683" y="960"/>
                </a:lnTo>
                <a:lnTo>
                  <a:pt x="678" y="964"/>
                </a:lnTo>
                <a:lnTo>
                  <a:pt x="672" y="967"/>
                </a:lnTo>
                <a:lnTo>
                  <a:pt x="667" y="971"/>
                </a:lnTo>
                <a:lnTo>
                  <a:pt x="661" y="973"/>
                </a:lnTo>
                <a:lnTo>
                  <a:pt x="655" y="976"/>
                </a:lnTo>
                <a:lnTo>
                  <a:pt x="648" y="977"/>
                </a:lnTo>
                <a:lnTo>
                  <a:pt x="642" y="979"/>
                </a:lnTo>
                <a:lnTo>
                  <a:pt x="635" y="979"/>
                </a:lnTo>
                <a:lnTo>
                  <a:pt x="629" y="980"/>
                </a:lnTo>
                <a:lnTo>
                  <a:pt x="622" y="980"/>
                </a:lnTo>
                <a:lnTo>
                  <a:pt x="615" y="979"/>
                </a:lnTo>
                <a:lnTo>
                  <a:pt x="608" y="978"/>
                </a:lnTo>
                <a:lnTo>
                  <a:pt x="601" y="977"/>
                </a:lnTo>
                <a:lnTo>
                  <a:pt x="595" y="975"/>
                </a:lnTo>
                <a:lnTo>
                  <a:pt x="588" y="973"/>
                </a:lnTo>
                <a:lnTo>
                  <a:pt x="581" y="971"/>
                </a:lnTo>
                <a:lnTo>
                  <a:pt x="574" y="969"/>
                </a:lnTo>
                <a:lnTo>
                  <a:pt x="568" y="967"/>
                </a:lnTo>
                <a:lnTo>
                  <a:pt x="561" y="965"/>
                </a:lnTo>
                <a:lnTo>
                  <a:pt x="555" y="962"/>
                </a:lnTo>
                <a:lnTo>
                  <a:pt x="548" y="960"/>
                </a:lnTo>
                <a:lnTo>
                  <a:pt x="542" y="958"/>
                </a:lnTo>
                <a:lnTo>
                  <a:pt x="536" y="956"/>
                </a:lnTo>
                <a:lnTo>
                  <a:pt x="530" y="954"/>
                </a:lnTo>
                <a:lnTo>
                  <a:pt x="524" y="953"/>
                </a:lnTo>
                <a:lnTo>
                  <a:pt x="518" y="952"/>
                </a:lnTo>
                <a:lnTo>
                  <a:pt x="512" y="951"/>
                </a:lnTo>
                <a:lnTo>
                  <a:pt x="506" y="950"/>
                </a:lnTo>
                <a:lnTo>
                  <a:pt x="500" y="950"/>
                </a:lnTo>
                <a:lnTo>
                  <a:pt x="494" y="950"/>
                </a:lnTo>
                <a:lnTo>
                  <a:pt x="488" y="951"/>
                </a:lnTo>
                <a:lnTo>
                  <a:pt x="482" y="952"/>
                </a:lnTo>
                <a:lnTo>
                  <a:pt x="476" y="953"/>
                </a:lnTo>
                <a:lnTo>
                  <a:pt x="470" y="954"/>
                </a:lnTo>
                <a:lnTo>
                  <a:pt x="464" y="956"/>
                </a:lnTo>
                <a:lnTo>
                  <a:pt x="458" y="958"/>
                </a:lnTo>
                <a:lnTo>
                  <a:pt x="452" y="960"/>
                </a:lnTo>
                <a:lnTo>
                  <a:pt x="445" y="962"/>
                </a:lnTo>
                <a:lnTo>
                  <a:pt x="439" y="965"/>
                </a:lnTo>
                <a:lnTo>
                  <a:pt x="432" y="967"/>
                </a:lnTo>
                <a:lnTo>
                  <a:pt x="426" y="969"/>
                </a:lnTo>
                <a:lnTo>
                  <a:pt x="419" y="971"/>
                </a:lnTo>
                <a:lnTo>
                  <a:pt x="412" y="973"/>
                </a:lnTo>
                <a:lnTo>
                  <a:pt x="405" y="975"/>
                </a:lnTo>
                <a:lnTo>
                  <a:pt x="399" y="977"/>
                </a:lnTo>
                <a:lnTo>
                  <a:pt x="392" y="978"/>
                </a:lnTo>
                <a:lnTo>
                  <a:pt x="385" y="979"/>
                </a:lnTo>
                <a:lnTo>
                  <a:pt x="378" y="980"/>
                </a:lnTo>
                <a:lnTo>
                  <a:pt x="371" y="980"/>
                </a:lnTo>
                <a:lnTo>
                  <a:pt x="365" y="979"/>
                </a:lnTo>
                <a:lnTo>
                  <a:pt x="358" y="979"/>
                </a:lnTo>
                <a:lnTo>
                  <a:pt x="352" y="977"/>
                </a:lnTo>
                <a:lnTo>
                  <a:pt x="345" y="976"/>
                </a:lnTo>
                <a:lnTo>
                  <a:pt x="339" y="973"/>
                </a:lnTo>
                <a:lnTo>
                  <a:pt x="333" y="971"/>
                </a:lnTo>
                <a:lnTo>
                  <a:pt x="328" y="967"/>
                </a:lnTo>
                <a:lnTo>
                  <a:pt x="322" y="964"/>
                </a:lnTo>
                <a:lnTo>
                  <a:pt x="317" y="960"/>
                </a:lnTo>
                <a:lnTo>
                  <a:pt x="311" y="955"/>
                </a:lnTo>
                <a:lnTo>
                  <a:pt x="306" y="950"/>
                </a:lnTo>
                <a:lnTo>
                  <a:pt x="302" y="945"/>
                </a:lnTo>
                <a:lnTo>
                  <a:pt x="297" y="940"/>
                </a:lnTo>
                <a:lnTo>
                  <a:pt x="293" y="935"/>
                </a:lnTo>
                <a:lnTo>
                  <a:pt x="288" y="929"/>
                </a:lnTo>
                <a:lnTo>
                  <a:pt x="284" y="923"/>
                </a:lnTo>
                <a:lnTo>
                  <a:pt x="280" y="917"/>
                </a:lnTo>
                <a:lnTo>
                  <a:pt x="276" y="912"/>
                </a:lnTo>
                <a:lnTo>
                  <a:pt x="273" y="906"/>
                </a:lnTo>
                <a:lnTo>
                  <a:pt x="269" y="901"/>
                </a:lnTo>
                <a:lnTo>
                  <a:pt x="265" y="895"/>
                </a:lnTo>
                <a:lnTo>
                  <a:pt x="261" y="890"/>
                </a:lnTo>
                <a:lnTo>
                  <a:pt x="257" y="885"/>
                </a:lnTo>
                <a:lnTo>
                  <a:pt x="253" y="880"/>
                </a:lnTo>
                <a:lnTo>
                  <a:pt x="249" y="876"/>
                </a:lnTo>
                <a:lnTo>
                  <a:pt x="245" y="872"/>
                </a:lnTo>
                <a:lnTo>
                  <a:pt x="240" y="868"/>
                </a:lnTo>
                <a:lnTo>
                  <a:pt x="235" y="864"/>
                </a:lnTo>
                <a:lnTo>
                  <a:pt x="231" y="861"/>
                </a:lnTo>
                <a:lnTo>
                  <a:pt x="226" y="858"/>
                </a:lnTo>
                <a:lnTo>
                  <a:pt x="220" y="855"/>
                </a:lnTo>
                <a:lnTo>
                  <a:pt x="215" y="852"/>
                </a:lnTo>
                <a:lnTo>
                  <a:pt x="209" y="850"/>
                </a:lnTo>
                <a:lnTo>
                  <a:pt x="203" y="848"/>
                </a:lnTo>
                <a:lnTo>
                  <a:pt x="197" y="846"/>
                </a:lnTo>
                <a:lnTo>
                  <a:pt x="191" y="844"/>
                </a:lnTo>
                <a:lnTo>
                  <a:pt x="184" y="842"/>
                </a:lnTo>
                <a:lnTo>
                  <a:pt x="177" y="840"/>
                </a:lnTo>
                <a:lnTo>
                  <a:pt x="171" y="838"/>
                </a:lnTo>
                <a:lnTo>
                  <a:pt x="164" y="836"/>
                </a:lnTo>
                <a:lnTo>
                  <a:pt x="157" y="834"/>
                </a:lnTo>
                <a:lnTo>
                  <a:pt x="151" y="831"/>
                </a:lnTo>
                <a:lnTo>
                  <a:pt x="144" y="829"/>
                </a:lnTo>
                <a:lnTo>
                  <a:pt x="138" y="826"/>
                </a:lnTo>
                <a:lnTo>
                  <a:pt x="131" y="823"/>
                </a:lnTo>
                <a:lnTo>
                  <a:pt x="125" y="820"/>
                </a:lnTo>
                <a:lnTo>
                  <a:pt x="120" y="816"/>
                </a:lnTo>
                <a:lnTo>
                  <a:pt x="114" y="813"/>
                </a:lnTo>
                <a:lnTo>
                  <a:pt x="109" y="808"/>
                </a:lnTo>
                <a:lnTo>
                  <a:pt x="104" y="804"/>
                </a:lnTo>
                <a:lnTo>
                  <a:pt x="100" y="799"/>
                </a:lnTo>
                <a:lnTo>
                  <a:pt x="95" y="794"/>
                </a:lnTo>
                <a:lnTo>
                  <a:pt x="92" y="788"/>
                </a:lnTo>
                <a:lnTo>
                  <a:pt x="89" y="783"/>
                </a:lnTo>
                <a:lnTo>
                  <a:pt x="86" y="777"/>
                </a:lnTo>
                <a:lnTo>
                  <a:pt x="83" y="770"/>
                </a:lnTo>
                <a:lnTo>
                  <a:pt x="82" y="764"/>
                </a:lnTo>
                <a:lnTo>
                  <a:pt x="80" y="757"/>
                </a:lnTo>
                <a:lnTo>
                  <a:pt x="79" y="751"/>
                </a:lnTo>
                <a:lnTo>
                  <a:pt x="78" y="744"/>
                </a:lnTo>
                <a:lnTo>
                  <a:pt x="77" y="737"/>
                </a:lnTo>
                <a:lnTo>
                  <a:pt x="77" y="730"/>
                </a:lnTo>
                <a:lnTo>
                  <a:pt x="77" y="723"/>
                </a:lnTo>
                <a:lnTo>
                  <a:pt x="77" y="716"/>
                </a:lnTo>
                <a:lnTo>
                  <a:pt x="77" y="709"/>
                </a:lnTo>
                <a:lnTo>
                  <a:pt x="77" y="702"/>
                </a:lnTo>
                <a:lnTo>
                  <a:pt x="77" y="695"/>
                </a:lnTo>
                <a:lnTo>
                  <a:pt x="77" y="688"/>
                </a:lnTo>
                <a:lnTo>
                  <a:pt x="78" y="681"/>
                </a:lnTo>
                <a:lnTo>
                  <a:pt x="77" y="675"/>
                </a:lnTo>
                <a:lnTo>
                  <a:pt x="77" y="669"/>
                </a:lnTo>
                <a:lnTo>
                  <a:pt x="77" y="662"/>
                </a:lnTo>
                <a:lnTo>
                  <a:pt x="76" y="656"/>
                </a:lnTo>
                <a:lnTo>
                  <a:pt x="75" y="650"/>
                </a:lnTo>
                <a:lnTo>
                  <a:pt x="74" y="645"/>
                </a:lnTo>
                <a:lnTo>
                  <a:pt x="72" y="639"/>
                </a:lnTo>
                <a:lnTo>
                  <a:pt x="70" y="634"/>
                </a:lnTo>
                <a:lnTo>
                  <a:pt x="68" y="628"/>
                </a:lnTo>
                <a:lnTo>
                  <a:pt x="65" y="623"/>
                </a:lnTo>
                <a:lnTo>
                  <a:pt x="62" y="617"/>
                </a:lnTo>
                <a:lnTo>
                  <a:pt x="59" y="612"/>
                </a:lnTo>
                <a:lnTo>
                  <a:pt x="55" y="607"/>
                </a:lnTo>
                <a:lnTo>
                  <a:pt x="52" y="601"/>
                </a:lnTo>
                <a:lnTo>
                  <a:pt x="48" y="596"/>
                </a:lnTo>
                <a:lnTo>
                  <a:pt x="44" y="591"/>
                </a:lnTo>
                <a:lnTo>
                  <a:pt x="39" y="585"/>
                </a:lnTo>
                <a:lnTo>
                  <a:pt x="35" y="580"/>
                </a:lnTo>
                <a:lnTo>
                  <a:pt x="31" y="574"/>
                </a:lnTo>
                <a:lnTo>
                  <a:pt x="27" y="569"/>
                </a:lnTo>
                <a:lnTo>
                  <a:pt x="23" y="563"/>
                </a:lnTo>
                <a:lnTo>
                  <a:pt x="19" y="557"/>
                </a:lnTo>
                <a:lnTo>
                  <a:pt x="15" y="551"/>
                </a:lnTo>
                <a:lnTo>
                  <a:pt x="12" y="545"/>
                </a:lnTo>
                <a:lnTo>
                  <a:pt x="9" y="539"/>
                </a:lnTo>
                <a:lnTo>
                  <a:pt x="6" y="532"/>
                </a:lnTo>
                <a:lnTo>
                  <a:pt x="4" y="526"/>
                </a:lnTo>
                <a:lnTo>
                  <a:pt x="2" y="520"/>
                </a:lnTo>
                <a:lnTo>
                  <a:pt x="1" y="513"/>
                </a:lnTo>
                <a:lnTo>
                  <a:pt x="0" y="507"/>
                </a:lnTo>
                <a:lnTo>
                  <a:pt x="0" y="500"/>
                </a:lnTo>
                <a:lnTo>
                  <a:pt x="0" y="493"/>
                </a:lnTo>
                <a:lnTo>
                  <a:pt x="1" y="487"/>
                </a:lnTo>
                <a:lnTo>
                  <a:pt x="2" y="480"/>
                </a:lnTo>
                <a:lnTo>
                  <a:pt x="4" y="474"/>
                </a:lnTo>
                <a:lnTo>
                  <a:pt x="6" y="468"/>
                </a:lnTo>
                <a:lnTo>
                  <a:pt x="9" y="461"/>
                </a:lnTo>
                <a:lnTo>
                  <a:pt x="12" y="455"/>
                </a:lnTo>
                <a:lnTo>
                  <a:pt x="15" y="449"/>
                </a:lnTo>
                <a:lnTo>
                  <a:pt x="19" y="443"/>
                </a:lnTo>
                <a:lnTo>
                  <a:pt x="23" y="437"/>
                </a:lnTo>
                <a:lnTo>
                  <a:pt x="27" y="431"/>
                </a:lnTo>
                <a:lnTo>
                  <a:pt x="31" y="426"/>
                </a:lnTo>
                <a:lnTo>
                  <a:pt x="35" y="420"/>
                </a:lnTo>
                <a:lnTo>
                  <a:pt x="39" y="415"/>
                </a:lnTo>
                <a:lnTo>
                  <a:pt x="44" y="409"/>
                </a:lnTo>
                <a:lnTo>
                  <a:pt x="48" y="404"/>
                </a:lnTo>
                <a:lnTo>
                  <a:pt x="52" y="399"/>
                </a:lnTo>
                <a:lnTo>
                  <a:pt x="55" y="393"/>
                </a:lnTo>
                <a:lnTo>
                  <a:pt x="59" y="388"/>
                </a:lnTo>
                <a:lnTo>
                  <a:pt x="62" y="383"/>
                </a:lnTo>
                <a:lnTo>
                  <a:pt x="65" y="377"/>
                </a:lnTo>
                <a:lnTo>
                  <a:pt x="68" y="372"/>
                </a:lnTo>
                <a:lnTo>
                  <a:pt x="70" y="366"/>
                </a:lnTo>
                <a:lnTo>
                  <a:pt x="72" y="361"/>
                </a:lnTo>
                <a:lnTo>
                  <a:pt x="74" y="355"/>
                </a:lnTo>
                <a:lnTo>
                  <a:pt x="75" y="350"/>
                </a:lnTo>
                <a:lnTo>
                  <a:pt x="76" y="344"/>
                </a:lnTo>
                <a:lnTo>
                  <a:pt x="77" y="338"/>
                </a:lnTo>
                <a:lnTo>
                  <a:pt x="77" y="331"/>
                </a:lnTo>
                <a:lnTo>
                  <a:pt x="77" y="325"/>
                </a:lnTo>
                <a:lnTo>
                  <a:pt x="78" y="319"/>
                </a:lnTo>
                <a:lnTo>
                  <a:pt x="77" y="312"/>
                </a:lnTo>
                <a:lnTo>
                  <a:pt x="77" y="305"/>
                </a:lnTo>
                <a:lnTo>
                  <a:pt x="77" y="298"/>
                </a:lnTo>
                <a:lnTo>
                  <a:pt x="77" y="291"/>
                </a:lnTo>
                <a:lnTo>
                  <a:pt x="77" y="284"/>
                </a:lnTo>
                <a:lnTo>
                  <a:pt x="77" y="277"/>
                </a:lnTo>
                <a:lnTo>
                  <a:pt x="77" y="270"/>
                </a:lnTo>
                <a:lnTo>
                  <a:pt x="77" y="263"/>
                </a:lnTo>
                <a:lnTo>
                  <a:pt x="78" y="256"/>
                </a:lnTo>
                <a:lnTo>
                  <a:pt x="79" y="249"/>
                </a:lnTo>
                <a:lnTo>
                  <a:pt x="80" y="243"/>
                </a:lnTo>
                <a:lnTo>
                  <a:pt x="82" y="236"/>
                </a:lnTo>
                <a:lnTo>
                  <a:pt x="83" y="230"/>
                </a:lnTo>
                <a:lnTo>
                  <a:pt x="86" y="223"/>
                </a:lnTo>
                <a:lnTo>
                  <a:pt x="89" y="217"/>
                </a:lnTo>
                <a:lnTo>
                  <a:pt x="92" y="212"/>
                </a:lnTo>
                <a:lnTo>
                  <a:pt x="95" y="206"/>
                </a:lnTo>
                <a:lnTo>
                  <a:pt x="100" y="201"/>
                </a:lnTo>
                <a:lnTo>
                  <a:pt x="104" y="196"/>
                </a:lnTo>
                <a:lnTo>
                  <a:pt x="109" y="192"/>
                </a:lnTo>
                <a:lnTo>
                  <a:pt x="114" y="187"/>
                </a:lnTo>
                <a:lnTo>
                  <a:pt x="120" y="184"/>
                </a:lnTo>
                <a:lnTo>
                  <a:pt x="125" y="180"/>
                </a:lnTo>
                <a:lnTo>
                  <a:pt x="131" y="177"/>
                </a:lnTo>
                <a:lnTo>
                  <a:pt x="138" y="174"/>
                </a:lnTo>
                <a:lnTo>
                  <a:pt x="144" y="171"/>
                </a:lnTo>
                <a:lnTo>
                  <a:pt x="151" y="169"/>
                </a:lnTo>
                <a:lnTo>
                  <a:pt x="157" y="166"/>
                </a:lnTo>
                <a:lnTo>
                  <a:pt x="164" y="164"/>
                </a:lnTo>
                <a:lnTo>
                  <a:pt x="171" y="162"/>
                </a:lnTo>
                <a:lnTo>
                  <a:pt x="177" y="160"/>
                </a:lnTo>
                <a:lnTo>
                  <a:pt x="184" y="158"/>
                </a:lnTo>
                <a:lnTo>
                  <a:pt x="191" y="156"/>
                </a:lnTo>
                <a:lnTo>
                  <a:pt x="197" y="154"/>
                </a:lnTo>
                <a:lnTo>
                  <a:pt x="203" y="152"/>
                </a:lnTo>
                <a:lnTo>
                  <a:pt x="209" y="150"/>
                </a:lnTo>
                <a:lnTo>
                  <a:pt x="215" y="148"/>
                </a:lnTo>
                <a:lnTo>
                  <a:pt x="220" y="145"/>
                </a:lnTo>
                <a:lnTo>
                  <a:pt x="226" y="142"/>
                </a:lnTo>
                <a:lnTo>
                  <a:pt x="231" y="139"/>
                </a:lnTo>
                <a:lnTo>
                  <a:pt x="235" y="136"/>
                </a:lnTo>
                <a:lnTo>
                  <a:pt x="240" y="132"/>
                </a:lnTo>
                <a:lnTo>
                  <a:pt x="245" y="128"/>
                </a:lnTo>
                <a:lnTo>
                  <a:pt x="249" y="124"/>
                </a:lnTo>
                <a:lnTo>
                  <a:pt x="253" y="120"/>
                </a:lnTo>
                <a:lnTo>
                  <a:pt x="257" y="115"/>
                </a:lnTo>
                <a:lnTo>
                  <a:pt x="261" y="110"/>
                </a:lnTo>
                <a:lnTo>
                  <a:pt x="265" y="105"/>
                </a:lnTo>
                <a:lnTo>
                  <a:pt x="269" y="99"/>
                </a:lnTo>
                <a:lnTo>
                  <a:pt x="273" y="94"/>
                </a:lnTo>
                <a:lnTo>
                  <a:pt x="276" y="88"/>
                </a:lnTo>
                <a:lnTo>
                  <a:pt x="280" y="83"/>
                </a:lnTo>
                <a:lnTo>
                  <a:pt x="284" y="77"/>
                </a:lnTo>
                <a:lnTo>
                  <a:pt x="288" y="71"/>
                </a:lnTo>
                <a:lnTo>
                  <a:pt x="293" y="65"/>
                </a:lnTo>
                <a:lnTo>
                  <a:pt x="297" y="60"/>
                </a:lnTo>
                <a:lnTo>
                  <a:pt x="302" y="55"/>
                </a:lnTo>
                <a:lnTo>
                  <a:pt x="306" y="50"/>
                </a:lnTo>
                <a:lnTo>
                  <a:pt x="311" y="45"/>
                </a:lnTo>
                <a:lnTo>
                  <a:pt x="317" y="40"/>
                </a:lnTo>
                <a:lnTo>
                  <a:pt x="322" y="36"/>
                </a:lnTo>
                <a:lnTo>
                  <a:pt x="328" y="33"/>
                </a:lnTo>
                <a:lnTo>
                  <a:pt x="333" y="29"/>
                </a:lnTo>
                <a:lnTo>
                  <a:pt x="339" y="27"/>
                </a:lnTo>
                <a:lnTo>
                  <a:pt x="345" y="24"/>
                </a:lnTo>
                <a:lnTo>
                  <a:pt x="352" y="23"/>
                </a:lnTo>
                <a:lnTo>
                  <a:pt x="358" y="21"/>
                </a:lnTo>
                <a:lnTo>
                  <a:pt x="365" y="21"/>
                </a:lnTo>
                <a:lnTo>
                  <a:pt x="371" y="20"/>
                </a:lnTo>
                <a:lnTo>
                  <a:pt x="378" y="20"/>
                </a:lnTo>
                <a:lnTo>
                  <a:pt x="385" y="21"/>
                </a:lnTo>
                <a:lnTo>
                  <a:pt x="392" y="22"/>
                </a:lnTo>
                <a:lnTo>
                  <a:pt x="399" y="23"/>
                </a:lnTo>
                <a:lnTo>
                  <a:pt x="405" y="25"/>
                </a:lnTo>
                <a:lnTo>
                  <a:pt x="412" y="27"/>
                </a:lnTo>
                <a:lnTo>
                  <a:pt x="419" y="29"/>
                </a:lnTo>
                <a:lnTo>
                  <a:pt x="426" y="31"/>
                </a:lnTo>
                <a:lnTo>
                  <a:pt x="432" y="33"/>
                </a:lnTo>
                <a:lnTo>
                  <a:pt x="439" y="35"/>
                </a:lnTo>
                <a:lnTo>
                  <a:pt x="445" y="38"/>
                </a:lnTo>
                <a:lnTo>
                  <a:pt x="452" y="40"/>
                </a:lnTo>
                <a:lnTo>
                  <a:pt x="458" y="42"/>
                </a:lnTo>
                <a:lnTo>
                  <a:pt x="464" y="44"/>
                </a:lnTo>
                <a:lnTo>
                  <a:pt x="470" y="46"/>
                </a:lnTo>
                <a:lnTo>
                  <a:pt x="476" y="47"/>
                </a:lnTo>
                <a:lnTo>
                  <a:pt x="482" y="48"/>
                </a:lnTo>
                <a:lnTo>
                  <a:pt x="488" y="49"/>
                </a:lnTo>
                <a:lnTo>
                  <a:pt x="494" y="50"/>
                </a:lnTo>
                <a:lnTo>
                  <a:pt x="500" y="50"/>
                </a:lnTo>
                <a:lnTo>
                  <a:pt x="506" y="50"/>
                </a:lnTo>
                <a:lnTo>
                  <a:pt x="512" y="49"/>
                </a:lnTo>
                <a:lnTo>
                  <a:pt x="518" y="48"/>
                </a:lnTo>
                <a:lnTo>
                  <a:pt x="524" y="47"/>
                </a:lnTo>
                <a:lnTo>
                  <a:pt x="530" y="46"/>
                </a:lnTo>
                <a:lnTo>
                  <a:pt x="536" y="44"/>
                </a:lnTo>
                <a:lnTo>
                  <a:pt x="542" y="42"/>
                </a:lnTo>
                <a:lnTo>
                  <a:pt x="548" y="40"/>
                </a:lnTo>
                <a:lnTo>
                  <a:pt x="555" y="38"/>
                </a:lnTo>
                <a:lnTo>
                  <a:pt x="561" y="35"/>
                </a:lnTo>
                <a:lnTo>
                  <a:pt x="568" y="33"/>
                </a:lnTo>
                <a:lnTo>
                  <a:pt x="574" y="31"/>
                </a:lnTo>
                <a:lnTo>
                  <a:pt x="581" y="29"/>
                </a:lnTo>
                <a:lnTo>
                  <a:pt x="588" y="27"/>
                </a:lnTo>
                <a:lnTo>
                  <a:pt x="595" y="25"/>
                </a:lnTo>
                <a:lnTo>
                  <a:pt x="601" y="23"/>
                </a:lnTo>
                <a:lnTo>
                  <a:pt x="608" y="22"/>
                </a:lnTo>
                <a:lnTo>
                  <a:pt x="615" y="21"/>
                </a:lnTo>
                <a:lnTo>
                  <a:pt x="622" y="20"/>
                </a:lnTo>
                <a:lnTo>
                  <a:pt x="629" y="20"/>
                </a:lnTo>
                <a:lnTo>
                  <a:pt x="635" y="21"/>
                </a:lnTo>
                <a:lnTo>
                  <a:pt x="642" y="21"/>
                </a:lnTo>
                <a:lnTo>
                  <a:pt x="648" y="23"/>
                </a:lnTo>
                <a:lnTo>
                  <a:pt x="655" y="24"/>
                </a:lnTo>
                <a:lnTo>
                  <a:pt x="661" y="27"/>
                </a:lnTo>
                <a:lnTo>
                  <a:pt x="667" y="29"/>
                </a:lnTo>
                <a:lnTo>
                  <a:pt x="672" y="33"/>
                </a:lnTo>
                <a:lnTo>
                  <a:pt x="678" y="36"/>
                </a:lnTo>
                <a:lnTo>
                  <a:pt x="683" y="40"/>
                </a:lnTo>
                <a:lnTo>
                  <a:pt x="689" y="45"/>
                </a:lnTo>
                <a:lnTo>
                  <a:pt x="694" y="50"/>
                </a:lnTo>
                <a:lnTo>
                  <a:pt x="698" y="55"/>
                </a:lnTo>
                <a:lnTo>
                  <a:pt x="703" y="60"/>
                </a:lnTo>
                <a:lnTo>
                  <a:pt x="707" y="65"/>
                </a:lnTo>
                <a:lnTo>
                  <a:pt x="712" y="71"/>
                </a:lnTo>
                <a:lnTo>
                  <a:pt x="716" y="77"/>
                </a:lnTo>
                <a:lnTo>
                  <a:pt x="720" y="83"/>
                </a:lnTo>
                <a:lnTo>
                  <a:pt x="724" y="88"/>
                </a:lnTo>
                <a:lnTo>
                  <a:pt x="727" y="94"/>
                </a:lnTo>
                <a:lnTo>
                  <a:pt x="731" y="99"/>
                </a:lnTo>
                <a:lnTo>
                  <a:pt x="735" y="105"/>
                </a:lnTo>
                <a:lnTo>
                  <a:pt x="739" y="110"/>
                </a:lnTo>
                <a:lnTo>
                  <a:pt x="743" y="115"/>
                </a:lnTo>
                <a:lnTo>
                  <a:pt x="747" y="120"/>
                </a:lnTo>
                <a:lnTo>
                  <a:pt x="751" y="124"/>
                </a:lnTo>
                <a:lnTo>
                  <a:pt x="755" y="128"/>
                </a:lnTo>
                <a:lnTo>
                  <a:pt x="760" y="132"/>
                </a:lnTo>
                <a:lnTo>
                  <a:pt x="765" y="136"/>
                </a:lnTo>
                <a:lnTo>
                  <a:pt x="769" y="139"/>
                </a:lnTo>
                <a:lnTo>
                  <a:pt x="774" y="142"/>
                </a:lnTo>
                <a:lnTo>
                  <a:pt x="780" y="145"/>
                </a:lnTo>
                <a:lnTo>
                  <a:pt x="785" y="148"/>
                </a:lnTo>
                <a:lnTo>
                  <a:pt x="791" y="150"/>
                </a:lnTo>
                <a:lnTo>
                  <a:pt x="797" y="152"/>
                </a:lnTo>
                <a:lnTo>
                  <a:pt x="803" y="154"/>
                </a:lnTo>
                <a:lnTo>
                  <a:pt x="809" y="156"/>
                </a:lnTo>
                <a:lnTo>
                  <a:pt x="816" y="158"/>
                </a:lnTo>
                <a:lnTo>
                  <a:pt x="823" y="160"/>
                </a:lnTo>
                <a:lnTo>
                  <a:pt x="829" y="162"/>
                </a:lnTo>
                <a:lnTo>
                  <a:pt x="836" y="164"/>
                </a:lnTo>
                <a:lnTo>
                  <a:pt x="843" y="166"/>
                </a:lnTo>
                <a:lnTo>
                  <a:pt x="849" y="169"/>
                </a:lnTo>
                <a:lnTo>
                  <a:pt x="856" y="171"/>
                </a:lnTo>
                <a:lnTo>
                  <a:pt x="862" y="174"/>
                </a:lnTo>
                <a:lnTo>
                  <a:pt x="869" y="177"/>
                </a:lnTo>
                <a:lnTo>
                  <a:pt x="875" y="180"/>
                </a:lnTo>
                <a:lnTo>
                  <a:pt x="880" y="184"/>
                </a:lnTo>
                <a:lnTo>
                  <a:pt x="886" y="187"/>
                </a:lnTo>
                <a:lnTo>
                  <a:pt x="891" y="192"/>
                </a:lnTo>
                <a:lnTo>
                  <a:pt x="896" y="196"/>
                </a:lnTo>
                <a:lnTo>
                  <a:pt x="900" y="201"/>
                </a:lnTo>
                <a:lnTo>
                  <a:pt x="905" y="206"/>
                </a:lnTo>
                <a:lnTo>
                  <a:pt x="908" y="212"/>
                </a:lnTo>
                <a:lnTo>
                  <a:pt x="911" y="217"/>
                </a:lnTo>
                <a:lnTo>
                  <a:pt x="914" y="223"/>
                </a:lnTo>
                <a:lnTo>
                  <a:pt x="917" y="230"/>
                </a:lnTo>
                <a:lnTo>
                  <a:pt x="918" y="236"/>
                </a:lnTo>
                <a:lnTo>
                  <a:pt x="920" y="243"/>
                </a:lnTo>
                <a:lnTo>
                  <a:pt x="921" y="249"/>
                </a:lnTo>
                <a:lnTo>
                  <a:pt x="922" y="256"/>
                </a:lnTo>
                <a:lnTo>
                  <a:pt x="923" y="263"/>
                </a:lnTo>
                <a:lnTo>
                  <a:pt x="923" y="270"/>
                </a:lnTo>
                <a:lnTo>
                  <a:pt x="923" y="277"/>
                </a:lnTo>
                <a:lnTo>
                  <a:pt x="923" y="284"/>
                </a:lnTo>
                <a:lnTo>
                  <a:pt x="923" y="291"/>
                </a:lnTo>
                <a:lnTo>
                  <a:pt x="923" y="298"/>
                </a:lnTo>
                <a:lnTo>
                  <a:pt x="923" y="305"/>
                </a:lnTo>
                <a:lnTo>
                  <a:pt x="923" y="312"/>
                </a:lnTo>
                <a:lnTo>
                  <a:pt x="922" y="319"/>
                </a:lnTo>
                <a:lnTo>
                  <a:pt x="923" y="325"/>
                </a:lnTo>
                <a:lnTo>
                  <a:pt x="923" y="331"/>
                </a:lnTo>
                <a:lnTo>
                  <a:pt x="923" y="338"/>
                </a:lnTo>
                <a:lnTo>
                  <a:pt x="924" y="344"/>
                </a:lnTo>
                <a:lnTo>
                  <a:pt x="925" y="350"/>
                </a:lnTo>
                <a:lnTo>
                  <a:pt x="926" y="355"/>
                </a:lnTo>
                <a:lnTo>
                  <a:pt x="928" y="361"/>
                </a:lnTo>
                <a:lnTo>
                  <a:pt x="930" y="366"/>
                </a:lnTo>
                <a:lnTo>
                  <a:pt x="932" y="372"/>
                </a:lnTo>
                <a:lnTo>
                  <a:pt x="935" y="377"/>
                </a:lnTo>
                <a:lnTo>
                  <a:pt x="938" y="383"/>
                </a:lnTo>
                <a:lnTo>
                  <a:pt x="941" y="388"/>
                </a:lnTo>
                <a:lnTo>
                  <a:pt x="945" y="393"/>
                </a:lnTo>
                <a:lnTo>
                  <a:pt x="948" y="399"/>
                </a:lnTo>
                <a:lnTo>
                  <a:pt x="952" y="404"/>
                </a:lnTo>
                <a:lnTo>
                  <a:pt x="956" y="409"/>
                </a:lnTo>
                <a:lnTo>
                  <a:pt x="961" y="415"/>
                </a:lnTo>
                <a:lnTo>
                  <a:pt x="965" y="420"/>
                </a:lnTo>
                <a:lnTo>
                  <a:pt x="969" y="426"/>
                </a:lnTo>
                <a:lnTo>
                  <a:pt x="973" y="431"/>
                </a:lnTo>
                <a:lnTo>
                  <a:pt x="977" y="437"/>
                </a:lnTo>
                <a:lnTo>
                  <a:pt x="981" y="443"/>
                </a:lnTo>
                <a:lnTo>
                  <a:pt x="985" y="449"/>
                </a:lnTo>
                <a:lnTo>
                  <a:pt x="988" y="455"/>
                </a:lnTo>
                <a:lnTo>
                  <a:pt x="991" y="461"/>
                </a:lnTo>
                <a:lnTo>
                  <a:pt x="994" y="468"/>
                </a:lnTo>
                <a:lnTo>
                  <a:pt x="996" y="474"/>
                </a:lnTo>
                <a:lnTo>
                  <a:pt x="998" y="480"/>
                </a:lnTo>
                <a:lnTo>
                  <a:pt x="999" y="487"/>
                </a:lnTo>
                <a:lnTo>
                  <a:pt x="1000" y="493"/>
                </a:lnTo>
                <a:close/>
              </a:path>
            </a:pathLst>
          </a:custGeom>
          <a:solidFill>
            <a:srgbClr val="0263BA"/>
          </a:solidFill>
          <a:ln w="762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395727" y="2532888"/>
            <a:ext cx="4352544" cy="4352544"/>
          </a:xfrm>
          <a:custGeom>
            <a:avLst/>
            <a:gdLst/>
            <a:ahLst/>
            <a:cxnLst/>
            <a:rect l="0" t="0" r="r" b="b"/>
            <a:pathLst>
              <a:path w="1000" h="1000">
                <a:moveTo>
                  <a:pt x="999" y="500"/>
                </a:moveTo>
                <a:lnTo>
                  <a:pt x="998" y="507"/>
                </a:lnTo>
                <a:lnTo>
                  <a:pt x="996" y="513"/>
                </a:lnTo>
                <a:lnTo>
                  <a:pt x="994" y="519"/>
                </a:lnTo>
                <a:lnTo>
                  <a:pt x="991" y="526"/>
                </a:lnTo>
                <a:lnTo>
                  <a:pt x="988" y="532"/>
                </a:lnTo>
                <a:lnTo>
                  <a:pt x="985" y="538"/>
                </a:lnTo>
                <a:lnTo>
                  <a:pt x="981" y="544"/>
                </a:lnTo>
                <a:lnTo>
                  <a:pt x="978" y="550"/>
                </a:lnTo>
                <a:lnTo>
                  <a:pt x="974" y="556"/>
                </a:lnTo>
                <a:lnTo>
                  <a:pt x="970" y="562"/>
                </a:lnTo>
                <a:lnTo>
                  <a:pt x="966" y="568"/>
                </a:lnTo>
                <a:lnTo>
                  <a:pt x="962" y="573"/>
                </a:lnTo>
                <a:lnTo>
                  <a:pt x="958" y="579"/>
                </a:lnTo>
                <a:lnTo>
                  <a:pt x="954" y="584"/>
                </a:lnTo>
                <a:lnTo>
                  <a:pt x="950" y="590"/>
                </a:lnTo>
                <a:lnTo>
                  <a:pt x="946" y="595"/>
                </a:lnTo>
                <a:lnTo>
                  <a:pt x="943" y="600"/>
                </a:lnTo>
                <a:lnTo>
                  <a:pt x="940" y="606"/>
                </a:lnTo>
                <a:lnTo>
                  <a:pt x="938" y="611"/>
                </a:lnTo>
                <a:lnTo>
                  <a:pt x="935" y="617"/>
                </a:lnTo>
                <a:lnTo>
                  <a:pt x="933" y="622"/>
                </a:lnTo>
                <a:lnTo>
                  <a:pt x="932" y="628"/>
                </a:lnTo>
                <a:lnTo>
                  <a:pt x="930" y="634"/>
                </a:lnTo>
                <a:lnTo>
                  <a:pt x="929" y="639"/>
                </a:lnTo>
                <a:lnTo>
                  <a:pt x="928" y="645"/>
                </a:lnTo>
                <a:lnTo>
                  <a:pt x="928" y="652"/>
                </a:lnTo>
                <a:lnTo>
                  <a:pt x="928" y="658"/>
                </a:lnTo>
                <a:lnTo>
                  <a:pt x="928" y="664"/>
                </a:lnTo>
                <a:lnTo>
                  <a:pt x="928" y="671"/>
                </a:lnTo>
                <a:lnTo>
                  <a:pt x="928" y="677"/>
                </a:lnTo>
                <a:lnTo>
                  <a:pt x="929" y="684"/>
                </a:lnTo>
                <a:lnTo>
                  <a:pt x="929" y="691"/>
                </a:lnTo>
                <a:lnTo>
                  <a:pt x="930" y="698"/>
                </a:lnTo>
                <a:lnTo>
                  <a:pt x="930" y="705"/>
                </a:lnTo>
                <a:lnTo>
                  <a:pt x="930" y="712"/>
                </a:lnTo>
                <a:lnTo>
                  <a:pt x="930" y="719"/>
                </a:lnTo>
                <a:lnTo>
                  <a:pt x="930" y="726"/>
                </a:lnTo>
                <a:lnTo>
                  <a:pt x="929" y="733"/>
                </a:lnTo>
                <a:lnTo>
                  <a:pt x="929" y="740"/>
                </a:lnTo>
                <a:lnTo>
                  <a:pt x="927" y="747"/>
                </a:lnTo>
                <a:lnTo>
                  <a:pt x="926" y="753"/>
                </a:lnTo>
                <a:lnTo>
                  <a:pt x="924" y="760"/>
                </a:lnTo>
                <a:lnTo>
                  <a:pt x="922" y="766"/>
                </a:lnTo>
                <a:lnTo>
                  <a:pt x="919" y="772"/>
                </a:lnTo>
                <a:lnTo>
                  <a:pt x="916" y="778"/>
                </a:lnTo>
                <a:lnTo>
                  <a:pt x="912" y="783"/>
                </a:lnTo>
                <a:lnTo>
                  <a:pt x="908" y="788"/>
                </a:lnTo>
                <a:lnTo>
                  <a:pt x="904" y="793"/>
                </a:lnTo>
                <a:lnTo>
                  <a:pt x="899" y="798"/>
                </a:lnTo>
                <a:lnTo>
                  <a:pt x="893" y="802"/>
                </a:lnTo>
                <a:lnTo>
                  <a:pt x="888" y="806"/>
                </a:lnTo>
                <a:lnTo>
                  <a:pt x="882" y="809"/>
                </a:lnTo>
                <a:lnTo>
                  <a:pt x="876" y="813"/>
                </a:lnTo>
                <a:lnTo>
                  <a:pt x="870" y="816"/>
                </a:lnTo>
                <a:lnTo>
                  <a:pt x="863" y="819"/>
                </a:lnTo>
                <a:lnTo>
                  <a:pt x="857" y="821"/>
                </a:lnTo>
                <a:lnTo>
                  <a:pt x="850" y="824"/>
                </a:lnTo>
                <a:lnTo>
                  <a:pt x="844" y="826"/>
                </a:lnTo>
                <a:lnTo>
                  <a:pt x="837" y="828"/>
                </a:lnTo>
                <a:lnTo>
                  <a:pt x="830" y="830"/>
                </a:lnTo>
                <a:lnTo>
                  <a:pt x="824" y="833"/>
                </a:lnTo>
                <a:lnTo>
                  <a:pt x="818" y="835"/>
                </a:lnTo>
                <a:lnTo>
                  <a:pt x="811" y="837"/>
                </a:lnTo>
                <a:lnTo>
                  <a:pt x="805" y="839"/>
                </a:lnTo>
                <a:lnTo>
                  <a:pt x="800" y="842"/>
                </a:lnTo>
                <a:lnTo>
                  <a:pt x="794" y="844"/>
                </a:lnTo>
                <a:lnTo>
                  <a:pt x="789" y="847"/>
                </a:lnTo>
                <a:lnTo>
                  <a:pt x="784" y="850"/>
                </a:lnTo>
                <a:lnTo>
                  <a:pt x="779" y="853"/>
                </a:lnTo>
                <a:lnTo>
                  <a:pt x="774" y="857"/>
                </a:lnTo>
                <a:lnTo>
                  <a:pt x="769" y="861"/>
                </a:lnTo>
                <a:lnTo>
                  <a:pt x="765" y="865"/>
                </a:lnTo>
                <a:lnTo>
                  <a:pt x="761" y="869"/>
                </a:lnTo>
                <a:lnTo>
                  <a:pt x="757" y="874"/>
                </a:lnTo>
                <a:lnTo>
                  <a:pt x="753" y="879"/>
                </a:lnTo>
                <a:lnTo>
                  <a:pt x="750" y="884"/>
                </a:lnTo>
                <a:lnTo>
                  <a:pt x="746" y="890"/>
                </a:lnTo>
                <a:lnTo>
                  <a:pt x="742" y="895"/>
                </a:lnTo>
                <a:lnTo>
                  <a:pt x="739" y="901"/>
                </a:lnTo>
                <a:lnTo>
                  <a:pt x="735" y="907"/>
                </a:lnTo>
                <a:lnTo>
                  <a:pt x="731" y="913"/>
                </a:lnTo>
                <a:lnTo>
                  <a:pt x="727" y="919"/>
                </a:lnTo>
                <a:lnTo>
                  <a:pt x="723" y="924"/>
                </a:lnTo>
                <a:lnTo>
                  <a:pt x="719" y="930"/>
                </a:lnTo>
                <a:lnTo>
                  <a:pt x="715" y="936"/>
                </a:lnTo>
                <a:lnTo>
                  <a:pt x="710" y="941"/>
                </a:lnTo>
                <a:lnTo>
                  <a:pt x="706" y="946"/>
                </a:lnTo>
                <a:lnTo>
                  <a:pt x="701" y="951"/>
                </a:lnTo>
                <a:lnTo>
                  <a:pt x="696" y="955"/>
                </a:lnTo>
                <a:lnTo>
                  <a:pt x="690" y="959"/>
                </a:lnTo>
                <a:lnTo>
                  <a:pt x="685" y="963"/>
                </a:lnTo>
                <a:lnTo>
                  <a:pt x="679" y="966"/>
                </a:lnTo>
                <a:lnTo>
                  <a:pt x="673" y="969"/>
                </a:lnTo>
                <a:lnTo>
                  <a:pt x="667" y="971"/>
                </a:lnTo>
                <a:lnTo>
                  <a:pt x="661" y="973"/>
                </a:lnTo>
                <a:lnTo>
                  <a:pt x="654" y="974"/>
                </a:lnTo>
                <a:lnTo>
                  <a:pt x="648" y="975"/>
                </a:lnTo>
                <a:lnTo>
                  <a:pt x="641" y="976"/>
                </a:lnTo>
                <a:lnTo>
                  <a:pt x="634" y="975"/>
                </a:lnTo>
                <a:lnTo>
                  <a:pt x="627" y="975"/>
                </a:lnTo>
                <a:lnTo>
                  <a:pt x="620" y="974"/>
                </a:lnTo>
                <a:lnTo>
                  <a:pt x="614" y="973"/>
                </a:lnTo>
                <a:lnTo>
                  <a:pt x="607" y="971"/>
                </a:lnTo>
                <a:lnTo>
                  <a:pt x="600" y="970"/>
                </a:lnTo>
                <a:lnTo>
                  <a:pt x="593" y="968"/>
                </a:lnTo>
                <a:lnTo>
                  <a:pt x="586" y="966"/>
                </a:lnTo>
                <a:lnTo>
                  <a:pt x="580" y="964"/>
                </a:lnTo>
                <a:lnTo>
                  <a:pt x="573" y="962"/>
                </a:lnTo>
                <a:lnTo>
                  <a:pt x="567" y="959"/>
                </a:lnTo>
                <a:lnTo>
                  <a:pt x="560" y="957"/>
                </a:lnTo>
                <a:lnTo>
                  <a:pt x="554" y="956"/>
                </a:lnTo>
                <a:lnTo>
                  <a:pt x="548" y="954"/>
                </a:lnTo>
                <a:lnTo>
                  <a:pt x="542" y="952"/>
                </a:lnTo>
                <a:lnTo>
                  <a:pt x="536" y="951"/>
                </a:lnTo>
                <a:lnTo>
                  <a:pt x="530" y="950"/>
                </a:lnTo>
                <a:lnTo>
                  <a:pt x="524" y="950"/>
                </a:lnTo>
                <a:lnTo>
                  <a:pt x="518" y="950"/>
                </a:lnTo>
                <a:lnTo>
                  <a:pt x="512" y="950"/>
                </a:lnTo>
                <a:lnTo>
                  <a:pt x="506" y="950"/>
                </a:lnTo>
                <a:lnTo>
                  <a:pt x="500" y="951"/>
                </a:lnTo>
                <a:lnTo>
                  <a:pt x="494" y="952"/>
                </a:lnTo>
                <a:lnTo>
                  <a:pt x="488" y="954"/>
                </a:lnTo>
                <a:lnTo>
                  <a:pt x="482" y="956"/>
                </a:lnTo>
                <a:lnTo>
                  <a:pt x="476" y="958"/>
                </a:lnTo>
                <a:lnTo>
                  <a:pt x="470" y="960"/>
                </a:lnTo>
                <a:lnTo>
                  <a:pt x="464" y="962"/>
                </a:lnTo>
                <a:lnTo>
                  <a:pt x="457" y="965"/>
                </a:lnTo>
                <a:lnTo>
                  <a:pt x="451" y="967"/>
                </a:lnTo>
                <a:lnTo>
                  <a:pt x="444" y="970"/>
                </a:lnTo>
                <a:lnTo>
                  <a:pt x="438" y="972"/>
                </a:lnTo>
                <a:lnTo>
                  <a:pt x="431" y="975"/>
                </a:lnTo>
                <a:lnTo>
                  <a:pt x="424" y="977"/>
                </a:lnTo>
                <a:lnTo>
                  <a:pt x="418" y="979"/>
                </a:lnTo>
                <a:lnTo>
                  <a:pt x="411" y="980"/>
                </a:lnTo>
                <a:lnTo>
                  <a:pt x="404" y="982"/>
                </a:lnTo>
                <a:lnTo>
                  <a:pt x="397" y="983"/>
                </a:lnTo>
                <a:lnTo>
                  <a:pt x="391" y="983"/>
                </a:lnTo>
                <a:lnTo>
                  <a:pt x="384" y="984"/>
                </a:lnTo>
                <a:lnTo>
                  <a:pt x="377" y="983"/>
                </a:lnTo>
                <a:lnTo>
                  <a:pt x="371" y="982"/>
                </a:lnTo>
                <a:lnTo>
                  <a:pt x="364" y="981"/>
                </a:lnTo>
                <a:lnTo>
                  <a:pt x="358" y="979"/>
                </a:lnTo>
                <a:lnTo>
                  <a:pt x="352" y="977"/>
                </a:lnTo>
                <a:lnTo>
                  <a:pt x="346" y="974"/>
                </a:lnTo>
                <a:lnTo>
                  <a:pt x="340" y="971"/>
                </a:lnTo>
                <a:lnTo>
                  <a:pt x="334" y="968"/>
                </a:lnTo>
                <a:lnTo>
                  <a:pt x="329" y="963"/>
                </a:lnTo>
                <a:lnTo>
                  <a:pt x="324" y="959"/>
                </a:lnTo>
                <a:lnTo>
                  <a:pt x="319" y="954"/>
                </a:lnTo>
                <a:lnTo>
                  <a:pt x="314" y="949"/>
                </a:lnTo>
                <a:lnTo>
                  <a:pt x="309" y="944"/>
                </a:lnTo>
                <a:lnTo>
                  <a:pt x="305" y="939"/>
                </a:lnTo>
                <a:lnTo>
                  <a:pt x="300" y="933"/>
                </a:lnTo>
                <a:lnTo>
                  <a:pt x="296" y="928"/>
                </a:lnTo>
                <a:lnTo>
                  <a:pt x="292" y="922"/>
                </a:lnTo>
                <a:lnTo>
                  <a:pt x="288" y="916"/>
                </a:lnTo>
                <a:lnTo>
                  <a:pt x="284" y="911"/>
                </a:lnTo>
                <a:lnTo>
                  <a:pt x="280" y="905"/>
                </a:lnTo>
                <a:lnTo>
                  <a:pt x="276" y="900"/>
                </a:lnTo>
                <a:lnTo>
                  <a:pt x="272" y="895"/>
                </a:lnTo>
                <a:lnTo>
                  <a:pt x="268" y="891"/>
                </a:lnTo>
                <a:lnTo>
                  <a:pt x="263" y="886"/>
                </a:lnTo>
                <a:lnTo>
                  <a:pt x="259" y="882"/>
                </a:lnTo>
                <a:lnTo>
                  <a:pt x="255" y="878"/>
                </a:lnTo>
                <a:lnTo>
                  <a:pt x="250" y="874"/>
                </a:lnTo>
                <a:lnTo>
                  <a:pt x="245" y="871"/>
                </a:lnTo>
                <a:lnTo>
                  <a:pt x="240" y="868"/>
                </a:lnTo>
                <a:lnTo>
                  <a:pt x="235" y="865"/>
                </a:lnTo>
                <a:lnTo>
                  <a:pt x="229" y="863"/>
                </a:lnTo>
                <a:lnTo>
                  <a:pt x="224" y="860"/>
                </a:lnTo>
                <a:lnTo>
                  <a:pt x="218" y="858"/>
                </a:lnTo>
                <a:lnTo>
                  <a:pt x="212" y="856"/>
                </a:lnTo>
                <a:lnTo>
                  <a:pt x="205" y="854"/>
                </a:lnTo>
                <a:lnTo>
                  <a:pt x="199" y="853"/>
                </a:lnTo>
                <a:lnTo>
                  <a:pt x="192" y="851"/>
                </a:lnTo>
                <a:lnTo>
                  <a:pt x="186" y="849"/>
                </a:lnTo>
                <a:lnTo>
                  <a:pt x="179" y="847"/>
                </a:lnTo>
                <a:lnTo>
                  <a:pt x="172" y="846"/>
                </a:lnTo>
                <a:lnTo>
                  <a:pt x="165" y="844"/>
                </a:lnTo>
                <a:lnTo>
                  <a:pt x="159" y="841"/>
                </a:lnTo>
                <a:lnTo>
                  <a:pt x="152" y="839"/>
                </a:lnTo>
                <a:lnTo>
                  <a:pt x="146" y="836"/>
                </a:lnTo>
                <a:lnTo>
                  <a:pt x="139" y="833"/>
                </a:lnTo>
                <a:lnTo>
                  <a:pt x="133" y="830"/>
                </a:lnTo>
                <a:lnTo>
                  <a:pt x="127" y="827"/>
                </a:lnTo>
                <a:lnTo>
                  <a:pt x="122" y="823"/>
                </a:lnTo>
                <a:lnTo>
                  <a:pt x="117" y="819"/>
                </a:lnTo>
                <a:lnTo>
                  <a:pt x="112" y="814"/>
                </a:lnTo>
                <a:lnTo>
                  <a:pt x="107" y="809"/>
                </a:lnTo>
                <a:lnTo>
                  <a:pt x="103" y="804"/>
                </a:lnTo>
                <a:lnTo>
                  <a:pt x="100" y="799"/>
                </a:lnTo>
                <a:lnTo>
                  <a:pt x="96" y="793"/>
                </a:lnTo>
                <a:lnTo>
                  <a:pt x="94" y="787"/>
                </a:lnTo>
                <a:lnTo>
                  <a:pt x="91" y="781"/>
                </a:lnTo>
                <a:lnTo>
                  <a:pt x="89" y="774"/>
                </a:lnTo>
                <a:lnTo>
                  <a:pt x="88" y="768"/>
                </a:lnTo>
                <a:lnTo>
                  <a:pt x="86" y="761"/>
                </a:lnTo>
                <a:lnTo>
                  <a:pt x="85" y="754"/>
                </a:lnTo>
                <a:lnTo>
                  <a:pt x="85" y="747"/>
                </a:lnTo>
                <a:lnTo>
                  <a:pt x="84" y="740"/>
                </a:lnTo>
                <a:lnTo>
                  <a:pt x="84" y="733"/>
                </a:lnTo>
                <a:lnTo>
                  <a:pt x="84" y="726"/>
                </a:lnTo>
                <a:lnTo>
                  <a:pt x="84" y="719"/>
                </a:lnTo>
                <a:lnTo>
                  <a:pt x="84" y="712"/>
                </a:lnTo>
                <a:lnTo>
                  <a:pt x="84" y="705"/>
                </a:lnTo>
                <a:lnTo>
                  <a:pt x="84" y="699"/>
                </a:lnTo>
                <a:lnTo>
                  <a:pt x="83" y="692"/>
                </a:lnTo>
                <a:lnTo>
                  <a:pt x="83" y="686"/>
                </a:lnTo>
                <a:lnTo>
                  <a:pt x="83" y="679"/>
                </a:lnTo>
                <a:lnTo>
                  <a:pt x="82" y="673"/>
                </a:lnTo>
                <a:lnTo>
                  <a:pt x="81" y="667"/>
                </a:lnTo>
                <a:lnTo>
                  <a:pt x="79" y="661"/>
                </a:lnTo>
                <a:lnTo>
                  <a:pt x="78" y="656"/>
                </a:lnTo>
                <a:lnTo>
                  <a:pt x="76" y="650"/>
                </a:lnTo>
                <a:lnTo>
                  <a:pt x="73" y="645"/>
                </a:lnTo>
                <a:lnTo>
                  <a:pt x="71" y="639"/>
                </a:lnTo>
                <a:lnTo>
                  <a:pt x="68" y="634"/>
                </a:lnTo>
                <a:lnTo>
                  <a:pt x="65" y="629"/>
                </a:lnTo>
                <a:lnTo>
                  <a:pt x="61" y="624"/>
                </a:lnTo>
                <a:lnTo>
                  <a:pt x="57" y="619"/>
                </a:lnTo>
                <a:lnTo>
                  <a:pt x="53" y="613"/>
                </a:lnTo>
                <a:lnTo>
                  <a:pt x="49" y="608"/>
                </a:lnTo>
                <a:lnTo>
                  <a:pt x="45" y="603"/>
                </a:lnTo>
                <a:lnTo>
                  <a:pt x="40" y="598"/>
                </a:lnTo>
                <a:lnTo>
                  <a:pt x="36" y="592"/>
                </a:lnTo>
                <a:lnTo>
                  <a:pt x="32" y="587"/>
                </a:lnTo>
                <a:lnTo>
                  <a:pt x="27" y="581"/>
                </a:lnTo>
                <a:lnTo>
                  <a:pt x="23" y="576"/>
                </a:lnTo>
                <a:lnTo>
                  <a:pt x="19" y="570"/>
                </a:lnTo>
                <a:lnTo>
                  <a:pt x="16" y="564"/>
                </a:lnTo>
                <a:lnTo>
                  <a:pt x="12" y="558"/>
                </a:lnTo>
                <a:lnTo>
                  <a:pt x="9" y="552"/>
                </a:lnTo>
                <a:lnTo>
                  <a:pt x="6" y="545"/>
                </a:lnTo>
                <a:lnTo>
                  <a:pt x="4" y="539"/>
                </a:lnTo>
                <a:lnTo>
                  <a:pt x="3" y="533"/>
                </a:lnTo>
                <a:lnTo>
                  <a:pt x="1" y="526"/>
                </a:lnTo>
                <a:lnTo>
                  <a:pt x="0" y="520"/>
                </a:lnTo>
                <a:lnTo>
                  <a:pt x="0" y="513"/>
                </a:lnTo>
                <a:lnTo>
                  <a:pt x="0" y="507"/>
                </a:lnTo>
                <a:lnTo>
                  <a:pt x="1" y="500"/>
                </a:lnTo>
                <a:lnTo>
                  <a:pt x="2" y="493"/>
                </a:lnTo>
                <a:lnTo>
                  <a:pt x="4" y="487"/>
                </a:lnTo>
                <a:lnTo>
                  <a:pt x="6" y="481"/>
                </a:lnTo>
                <a:lnTo>
                  <a:pt x="9" y="474"/>
                </a:lnTo>
                <a:lnTo>
                  <a:pt x="12" y="468"/>
                </a:lnTo>
                <a:lnTo>
                  <a:pt x="15" y="462"/>
                </a:lnTo>
                <a:lnTo>
                  <a:pt x="19" y="456"/>
                </a:lnTo>
                <a:lnTo>
                  <a:pt x="22" y="450"/>
                </a:lnTo>
                <a:lnTo>
                  <a:pt x="26" y="444"/>
                </a:lnTo>
                <a:lnTo>
                  <a:pt x="30" y="438"/>
                </a:lnTo>
                <a:lnTo>
                  <a:pt x="34" y="432"/>
                </a:lnTo>
                <a:lnTo>
                  <a:pt x="38" y="427"/>
                </a:lnTo>
                <a:lnTo>
                  <a:pt x="42" y="421"/>
                </a:lnTo>
                <a:lnTo>
                  <a:pt x="46" y="416"/>
                </a:lnTo>
                <a:lnTo>
                  <a:pt x="50" y="410"/>
                </a:lnTo>
                <a:lnTo>
                  <a:pt x="54" y="405"/>
                </a:lnTo>
                <a:lnTo>
                  <a:pt x="57" y="400"/>
                </a:lnTo>
                <a:lnTo>
                  <a:pt x="60" y="394"/>
                </a:lnTo>
                <a:lnTo>
                  <a:pt x="62" y="389"/>
                </a:lnTo>
                <a:lnTo>
                  <a:pt x="65" y="383"/>
                </a:lnTo>
                <a:lnTo>
                  <a:pt x="67" y="378"/>
                </a:lnTo>
                <a:lnTo>
                  <a:pt x="68" y="372"/>
                </a:lnTo>
                <a:lnTo>
                  <a:pt x="70" y="366"/>
                </a:lnTo>
                <a:lnTo>
                  <a:pt x="71" y="361"/>
                </a:lnTo>
                <a:lnTo>
                  <a:pt x="72" y="355"/>
                </a:lnTo>
                <a:lnTo>
                  <a:pt x="72" y="348"/>
                </a:lnTo>
                <a:lnTo>
                  <a:pt x="72" y="342"/>
                </a:lnTo>
                <a:lnTo>
                  <a:pt x="72" y="336"/>
                </a:lnTo>
                <a:lnTo>
                  <a:pt x="72" y="329"/>
                </a:lnTo>
                <a:lnTo>
                  <a:pt x="72" y="323"/>
                </a:lnTo>
                <a:lnTo>
                  <a:pt x="71" y="316"/>
                </a:lnTo>
                <a:lnTo>
                  <a:pt x="71" y="309"/>
                </a:lnTo>
                <a:lnTo>
                  <a:pt x="70" y="302"/>
                </a:lnTo>
                <a:lnTo>
                  <a:pt x="70" y="295"/>
                </a:lnTo>
                <a:lnTo>
                  <a:pt x="70" y="288"/>
                </a:lnTo>
                <a:lnTo>
                  <a:pt x="70" y="281"/>
                </a:lnTo>
                <a:lnTo>
                  <a:pt x="70" y="274"/>
                </a:lnTo>
                <a:lnTo>
                  <a:pt x="71" y="267"/>
                </a:lnTo>
                <a:lnTo>
                  <a:pt x="71" y="260"/>
                </a:lnTo>
                <a:lnTo>
                  <a:pt x="73" y="253"/>
                </a:lnTo>
                <a:lnTo>
                  <a:pt x="74" y="247"/>
                </a:lnTo>
                <a:lnTo>
                  <a:pt x="76" y="240"/>
                </a:lnTo>
                <a:lnTo>
                  <a:pt x="78" y="234"/>
                </a:lnTo>
                <a:lnTo>
                  <a:pt x="81" y="228"/>
                </a:lnTo>
                <a:lnTo>
                  <a:pt x="84" y="222"/>
                </a:lnTo>
                <a:lnTo>
                  <a:pt x="88" y="217"/>
                </a:lnTo>
                <a:lnTo>
                  <a:pt x="92" y="212"/>
                </a:lnTo>
                <a:lnTo>
                  <a:pt x="96" y="207"/>
                </a:lnTo>
                <a:lnTo>
                  <a:pt x="101" y="202"/>
                </a:lnTo>
                <a:lnTo>
                  <a:pt x="107" y="198"/>
                </a:lnTo>
                <a:lnTo>
                  <a:pt x="112" y="194"/>
                </a:lnTo>
                <a:lnTo>
                  <a:pt x="118" y="191"/>
                </a:lnTo>
                <a:lnTo>
                  <a:pt x="124" y="187"/>
                </a:lnTo>
                <a:lnTo>
                  <a:pt x="130" y="184"/>
                </a:lnTo>
                <a:lnTo>
                  <a:pt x="137" y="181"/>
                </a:lnTo>
                <a:lnTo>
                  <a:pt x="143" y="179"/>
                </a:lnTo>
                <a:lnTo>
                  <a:pt x="150" y="176"/>
                </a:lnTo>
                <a:lnTo>
                  <a:pt x="156" y="174"/>
                </a:lnTo>
                <a:lnTo>
                  <a:pt x="163" y="172"/>
                </a:lnTo>
                <a:lnTo>
                  <a:pt x="170" y="170"/>
                </a:lnTo>
                <a:lnTo>
                  <a:pt x="176" y="167"/>
                </a:lnTo>
                <a:lnTo>
                  <a:pt x="182" y="165"/>
                </a:lnTo>
                <a:lnTo>
                  <a:pt x="189" y="163"/>
                </a:lnTo>
                <a:lnTo>
                  <a:pt x="195" y="161"/>
                </a:lnTo>
                <a:lnTo>
                  <a:pt x="200" y="158"/>
                </a:lnTo>
                <a:lnTo>
                  <a:pt x="206" y="156"/>
                </a:lnTo>
                <a:lnTo>
                  <a:pt x="211" y="153"/>
                </a:lnTo>
                <a:lnTo>
                  <a:pt x="216" y="150"/>
                </a:lnTo>
                <a:lnTo>
                  <a:pt x="221" y="147"/>
                </a:lnTo>
                <a:lnTo>
                  <a:pt x="226" y="143"/>
                </a:lnTo>
                <a:lnTo>
                  <a:pt x="231" y="139"/>
                </a:lnTo>
                <a:lnTo>
                  <a:pt x="235" y="135"/>
                </a:lnTo>
                <a:lnTo>
                  <a:pt x="239" y="131"/>
                </a:lnTo>
                <a:lnTo>
                  <a:pt x="243" y="126"/>
                </a:lnTo>
                <a:lnTo>
                  <a:pt x="247" y="121"/>
                </a:lnTo>
                <a:lnTo>
                  <a:pt x="250" y="116"/>
                </a:lnTo>
                <a:lnTo>
                  <a:pt x="254" y="110"/>
                </a:lnTo>
                <a:lnTo>
                  <a:pt x="258" y="105"/>
                </a:lnTo>
                <a:lnTo>
                  <a:pt x="261" y="99"/>
                </a:lnTo>
                <a:lnTo>
                  <a:pt x="265" y="93"/>
                </a:lnTo>
                <a:lnTo>
                  <a:pt x="269" y="87"/>
                </a:lnTo>
                <a:lnTo>
                  <a:pt x="273" y="81"/>
                </a:lnTo>
                <a:lnTo>
                  <a:pt x="277" y="76"/>
                </a:lnTo>
                <a:lnTo>
                  <a:pt x="281" y="70"/>
                </a:lnTo>
                <a:lnTo>
                  <a:pt x="285" y="64"/>
                </a:lnTo>
                <a:lnTo>
                  <a:pt x="290" y="59"/>
                </a:lnTo>
                <a:lnTo>
                  <a:pt x="294" y="54"/>
                </a:lnTo>
                <a:lnTo>
                  <a:pt x="299" y="49"/>
                </a:lnTo>
                <a:lnTo>
                  <a:pt x="304" y="45"/>
                </a:lnTo>
                <a:lnTo>
                  <a:pt x="310" y="41"/>
                </a:lnTo>
                <a:lnTo>
                  <a:pt x="315" y="37"/>
                </a:lnTo>
                <a:lnTo>
                  <a:pt x="321" y="34"/>
                </a:lnTo>
                <a:lnTo>
                  <a:pt x="327" y="31"/>
                </a:lnTo>
                <a:lnTo>
                  <a:pt x="333" y="29"/>
                </a:lnTo>
                <a:lnTo>
                  <a:pt x="339" y="27"/>
                </a:lnTo>
                <a:lnTo>
                  <a:pt x="346" y="26"/>
                </a:lnTo>
                <a:lnTo>
                  <a:pt x="352" y="25"/>
                </a:lnTo>
                <a:lnTo>
                  <a:pt x="359" y="24"/>
                </a:lnTo>
                <a:lnTo>
                  <a:pt x="366" y="25"/>
                </a:lnTo>
                <a:lnTo>
                  <a:pt x="373" y="25"/>
                </a:lnTo>
                <a:lnTo>
                  <a:pt x="380" y="26"/>
                </a:lnTo>
                <a:lnTo>
                  <a:pt x="386" y="27"/>
                </a:lnTo>
                <a:lnTo>
                  <a:pt x="393" y="29"/>
                </a:lnTo>
                <a:lnTo>
                  <a:pt x="400" y="30"/>
                </a:lnTo>
                <a:lnTo>
                  <a:pt x="407" y="32"/>
                </a:lnTo>
                <a:lnTo>
                  <a:pt x="414" y="34"/>
                </a:lnTo>
                <a:lnTo>
                  <a:pt x="420" y="36"/>
                </a:lnTo>
                <a:lnTo>
                  <a:pt x="427" y="38"/>
                </a:lnTo>
                <a:lnTo>
                  <a:pt x="433" y="41"/>
                </a:lnTo>
                <a:lnTo>
                  <a:pt x="440" y="43"/>
                </a:lnTo>
                <a:lnTo>
                  <a:pt x="446" y="44"/>
                </a:lnTo>
                <a:lnTo>
                  <a:pt x="452" y="46"/>
                </a:lnTo>
                <a:lnTo>
                  <a:pt x="458" y="48"/>
                </a:lnTo>
                <a:lnTo>
                  <a:pt x="464" y="49"/>
                </a:lnTo>
                <a:lnTo>
                  <a:pt x="470" y="50"/>
                </a:lnTo>
                <a:lnTo>
                  <a:pt x="476" y="50"/>
                </a:lnTo>
                <a:lnTo>
                  <a:pt x="482" y="50"/>
                </a:lnTo>
                <a:lnTo>
                  <a:pt x="488" y="50"/>
                </a:lnTo>
                <a:lnTo>
                  <a:pt x="494" y="50"/>
                </a:lnTo>
                <a:lnTo>
                  <a:pt x="500" y="49"/>
                </a:lnTo>
                <a:lnTo>
                  <a:pt x="506" y="48"/>
                </a:lnTo>
                <a:lnTo>
                  <a:pt x="512" y="46"/>
                </a:lnTo>
                <a:lnTo>
                  <a:pt x="518" y="44"/>
                </a:lnTo>
                <a:lnTo>
                  <a:pt x="524" y="42"/>
                </a:lnTo>
                <a:lnTo>
                  <a:pt x="530" y="40"/>
                </a:lnTo>
                <a:lnTo>
                  <a:pt x="536" y="38"/>
                </a:lnTo>
                <a:lnTo>
                  <a:pt x="543" y="35"/>
                </a:lnTo>
                <a:lnTo>
                  <a:pt x="549" y="33"/>
                </a:lnTo>
                <a:lnTo>
                  <a:pt x="556" y="30"/>
                </a:lnTo>
                <a:lnTo>
                  <a:pt x="562" y="28"/>
                </a:lnTo>
                <a:lnTo>
                  <a:pt x="569" y="25"/>
                </a:lnTo>
                <a:lnTo>
                  <a:pt x="576" y="23"/>
                </a:lnTo>
                <a:lnTo>
                  <a:pt x="582" y="21"/>
                </a:lnTo>
                <a:lnTo>
                  <a:pt x="589" y="20"/>
                </a:lnTo>
                <a:lnTo>
                  <a:pt x="596" y="18"/>
                </a:lnTo>
                <a:lnTo>
                  <a:pt x="603" y="17"/>
                </a:lnTo>
                <a:lnTo>
                  <a:pt x="609" y="17"/>
                </a:lnTo>
                <a:lnTo>
                  <a:pt x="616" y="16"/>
                </a:lnTo>
                <a:lnTo>
                  <a:pt x="623" y="17"/>
                </a:lnTo>
                <a:lnTo>
                  <a:pt x="629" y="18"/>
                </a:lnTo>
                <a:lnTo>
                  <a:pt x="636" y="19"/>
                </a:lnTo>
                <a:lnTo>
                  <a:pt x="642" y="21"/>
                </a:lnTo>
                <a:lnTo>
                  <a:pt x="648" y="23"/>
                </a:lnTo>
                <a:lnTo>
                  <a:pt x="654" y="26"/>
                </a:lnTo>
                <a:lnTo>
                  <a:pt x="660" y="29"/>
                </a:lnTo>
                <a:lnTo>
                  <a:pt x="666" y="32"/>
                </a:lnTo>
                <a:lnTo>
                  <a:pt x="671" y="37"/>
                </a:lnTo>
                <a:lnTo>
                  <a:pt x="676" y="41"/>
                </a:lnTo>
                <a:lnTo>
                  <a:pt x="681" y="46"/>
                </a:lnTo>
                <a:lnTo>
                  <a:pt x="686" y="51"/>
                </a:lnTo>
                <a:lnTo>
                  <a:pt x="691" y="56"/>
                </a:lnTo>
                <a:lnTo>
                  <a:pt x="695" y="61"/>
                </a:lnTo>
                <a:lnTo>
                  <a:pt x="700" y="67"/>
                </a:lnTo>
                <a:lnTo>
                  <a:pt x="704" y="72"/>
                </a:lnTo>
                <a:lnTo>
                  <a:pt x="708" y="78"/>
                </a:lnTo>
                <a:lnTo>
                  <a:pt x="712" y="84"/>
                </a:lnTo>
                <a:lnTo>
                  <a:pt x="716" y="89"/>
                </a:lnTo>
                <a:lnTo>
                  <a:pt x="720" y="95"/>
                </a:lnTo>
                <a:lnTo>
                  <a:pt x="724" y="100"/>
                </a:lnTo>
                <a:lnTo>
                  <a:pt x="728" y="105"/>
                </a:lnTo>
                <a:lnTo>
                  <a:pt x="732" y="109"/>
                </a:lnTo>
                <a:lnTo>
                  <a:pt x="737" y="114"/>
                </a:lnTo>
                <a:lnTo>
                  <a:pt x="741" y="118"/>
                </a:lnTo>
                <a:lnTo>
                  <a:pt x="745" y="122"/>
                </a:lnTo>
                <a:lnTo>
                  <a:pt x="750" y="126"/>
                </a:lnTo>
                <a:lnTo>
                  <a:pt x="755" y="129"/>
                </a:lnTo>
                <a:lnTo>
                  <a:pt x="760" y="132"/>
                </a:lnTo>
                <a:lnTo>
                  <a:pt x="765" y="135"/>
                </a:lnTo>
                <a:lnTo>
                  <a:pt x="771" y="137"/>
                </a:lnTo>
                <a:lnTo>
                  <a:pt x="776" y="140"/>
                </a:lnTo>
                <a:lnTo>
                  <a:pt x="782" y="142"/>
                </a:lnTo>
                <a:lnTo>
                  <a:pt x="788" y="144"/>
                </a:lnTo>
                <a:lnTo>
                  <a:pt x="795" y="146"/>
                </a:lnTo>
                <a:lnTo>
                  <a:pt x="801" y="147"/>
                </a:lnTo>
                <a:lnTo>
                  <a:pt x="808" y="149"/>
                </a:lnTo>
                <a:lnTo>
                  <a:pt x="814" y="151"/>
                </a:lnTo>
                <a:lnTo>
                  <a:pt x="821" y="153"/>
                </a:lnTo>
                <a:lnTo>
                  <a:pt x="828" y="154"/>
                </a:lnTo>
                <a:lnTo>
                  <a:pt x="835" y="156"/>
                </a:lnTo>
                <a:lnTo>
                  <a:pt x="841" y="159"/>
                </a:lnTo>
                <a:lnTo>
                  <a:pt x="848" y="161"/>
                </a:lnTo>
                <a:lnTo>
                  <a:pt x="854" y="164"/>
                </a:lnTo>
                <a:lnTo>
                  <a:pt x="861" y="167"/>
                </a:lnTo>
                <a:lnTo>
                  <a:pt x="867" y="170"/>
                </a:lnTo>
                <a:lnTo>
                  <a:pt x="873" y="173"/>
                </a:lnTo>
                <a:lnTo>
                  <a:pt x="878" y="177"/>
                </a:lnTo>
                <a:lnTo>
                  <a:pt x="883" y="181"/>
                </a:lnTo>
                <a:lnTo>
                  <a:pt x="888" y="186"/>
                </a:lnTo>
                <a:lnTo>
                  <a:pt x="893" y="191"/>
                </a:lnTo>
                <a:lnTo>
                  <a:pt x="897" y="196"/>
                </a:lnTo>
                <a:lnTo>
                  <a:pt x="900" y="201"/>
                </a:lnTo>
                <a:lnTo>
                  <a:pt x="904" y="207"/>
                </a:lnTo>
                <a:lnTo>
                  <a:pt x="906" y="213"/>
                </a:lnTo>
                <a:lnTo>
                  <a:pt x="909" y="219"/>
                </a:lnTo>
                <a:lnTo>
                  <a:pt x="911" y="226"/>
                </a:lnTo>
                <a:lnTo>
                  <a:pt x="912" y="232"/>
                </a:lnTo>
                <a:lnTo>
                  <a:pt x="914" y="239"/>
                </a:lnTo>
                <a:lnTo>
                  <a:pt x="915" y="246"/>
                </a:lnTo>
                <a:lnTo>
                  <a:pt x="915" y="253"/>
                </a:lnTo>
                <a:lnTo>
                  <a:pt x="916" y="260"/>
                </a:lnTo>
                <a:lnTo>
                  <a:pt x="916" y="267"/>
                </a:lnTo>
                <a:lnTo>
                  <a:pt x="916" y="274"/>
                </a:lnTo>
                <a:lnTo>
                  <a:pt x="916" y="281"/>
                </a:lnTo>
                <a:lnTo>
                  <a:pt x="916" y="288"/>
                </a:lnTo>
                <a:lnTo>
                  <a:pt x="916" y="295"/>
                </a:lnTo>
                <a:lnTo>
                  <a:pt x="916" y="301"/>
                </a:lnTo>
                <a:lnTo>
                  <a:pt x="917" y="308"/>
                </a:lnTo>
                <a:lnTo>
                  <a:pt x="917" y="314"/>
                </a:lnTo>
                <a:lnTo>
                  <a:pt x="917" y="321"/>
                </a:lnTo>
                <a:lnTo>
                  <a:pt x="918" y="327"/>
                </a:lnTo>
                <a:lnTo>
                  <a:pt x="919" y="333"/>
                </a:lnTo>
                <a:lnTo>
                  <a:pt x="921" y="339"/>
                </a:lnTo>
                <a:lnTo>
                  <a:pt x="922" y="344"/>
                </a:lnTo>
                <a:lnTo>
                  <a:pt x="924" y="350"/>
                </a:lnTo>
                <a:lnTo>
                  <a:pt x="927" y="355"/>
                </a:lnTo>
                <a:lnTo>
                  <a:pt x="929" y="361"/>
                </a:lnTo>
                <a:lnTo>
                  <a:pt x="932" y="366"/>
                </a:lnTo>
                <a:lnTo>
                  <a:pt x="935" y="371"/>
                </a:lnTo>
                <a:lnTo>
                  <a:pt x="939" y="376"/>
                </a:lnTo>
                <a:lnTo>
                  <a:pt x="943" y="381"/>
                </a:lnTo>
                <a:lnTo>
                  <a:pt x="947" y="387"/>
                </a:lnTo>
                <a:lnTo>
                  <a:pt x="951" y="392"/>
                </a:lnTo>
                <a:lnTo>
                  <a:pt x="955" y="397"/>
                </a:lnTo>
                <a:lnTo>
                  <a:pt x="960" y="402"/>
                </a:lnTo>
                <a:lnTo>
                  <a:pt x="964" y="408"/>
                </a:lnTo>
                <a:lnTo>
                  <a:pt x="968" y="413"/>
                </a:lnTo>
                <a:lnTo>
                  <a:pt x="973" y="419"/>
                </a:lnTo>
                <a:lnTo>
                  <a:pt x="977" y="424"/>
                </a:lnTo>
                <a:lnTo>
                  <a:pt x="981" y="430"/>
                </a:lnTo>
                <a:lnTo>
                  <a:pt x="984" y="436"/>
                </a:lnTo>
                <a:lnTo>
                  <a:pt x="988" y="442"/>
                </a:lnTo>
                <a:lnTo>
                  <a:pt x="991" y="448"/>
                </a:lnTo>
                <a:lnTo>
                  <a:pt x="994" y="455"/>
                </a:lnTo>
                <a:lnTo>
                  <a:pt x="996" y="461"/>
                </a:lnTo>
                <a:lnTo>
                  <a:pt x="997" y="467"/>
                </a:lnTo>
                <a:lnTo>
                  <a:pt x="999" y="474"/>
                </a:lnTo>
                <a:lnTo>
                  <a:pt x="1000" y="480"/>
                </a:lnTo>
                <a:lnTo>
                  <a:pt x="1000" y="487"/>
                </a:lnTo>
                <a:lnTo>
                  <a:pt x="1000" y="493"/>
                </a:lnTo>
                <a:close/>
              </a:path>
            </a:pathLst>
          </a:custGeom>
          <a:solidFill>
            <a:srgbClr val="24A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743200"/>
            <a:ext cx="6400800" cy="548640"/>
          </a:xfrm>
          <a:prstGeom prst="rect">
            <a:avLst/>
          </a:prstGeom>
          <a:noFill/>
        </p:spPr>
        <p:txBody>
          <a:bodyPr wrap="square" anchor="ctr" lIns="0" rIns="0" tIns="0" bIns="0">
            <a:spAutoFit/>
          </a:bodyPr>
          <a:lstStyle/>
          <a:p>
            <a:pPr algn="ctr">
              <a:lnSpc>
                <a:spcPct val="100000"/>
              </a:lnSpc>
            </a:pPr>
            <a:r>
              <a:rPr sz="2700" b="1" spc="400">
                <a:solidFill>
                  <a:srgbClr val="FFFFFF"/>
                </a:solidFill>
                <a:latin typeface="Montserrat"/>
              </a:rPr>
              <a:t>PASSO</a:t>
            </a:r>
          </a:p>
        </p:txBody>
      </p:sp>
      <p:sp>
        <p:nvSpPr>
          <p:cNvPr id="6" name="TextBox 5"/>
          <p:cNvSpPr txBox="1"/>
          <p:nvPr/>
        </p:nvSpPr>
        <p:spPr>
          <a:xfrm>
            <a:off x="1371600" y="3246120"/>
            <a:ext cx="6400800" cy="2926080"/>
          </a:xfrm>
          <a:prstGeom prst="rect">
            <a:avLst/>
          </a:prstGeom>
          <a:noFill/>
        </p:spPr>
        <p:txBody>
          <a:bodyPr wrap="square" anchor="ctr" lIns="0" rIns="0" tIns="0" bIns="0">
            <a:spAutoFit/>
          </a:bodyPr>
          <a:lstStyle/>
          <a:p>
            <a:pPr algn="ctr">
              <a:lnSpc>
                <a:spcPct val="100000"/>
              </a:lnSpc>
            </a:pPr>
            <a:r>
              <a:rPr sz="16200" b="1" spc="-300">
                <a:solidFill>
                  <a:srgbClr val="FFFFFF"/>
                </a:solidFill>
                <a:latin typeface="Montserrat"/>
              </a:rPr>
              <a:t>05</a:t>
            </a:r>
          </a:p>
        </p:txBody>
      </p:sp>
      <p:sp>
        <p:nvSpPr>
          <p:cNvPr id="7" name="Rectangle 6"/>
          <p:cNvSpPr/>
          <p:nvPr/>
        </p:nvSpPr>
        <p:spPr>
          <a:xfrm>
            <a:off x="9144000" y="12984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12680" y="1143000"/>
            <a:ext cx="9144000" cy="457200"/>
          </a:xfrm>
          <a:prstGeom prst="rect">
            <a:avLst/>
          </a:prstGeom>
          <a:noFill/>
        </p:spPr>
        <p:txBody>
          <a:bodyPr wrap="square" anchor="t" lIns="0" rIns="0" tIns="0" bIns="0">
            <a:spAutoFit/>
          </a:bodyPr>
          <a:lstStyle/>
          <a:p>
            <a:pPr algn="l">
              <a:lnSpc>
                <a:spcPct val="100000"/>
              </a:lnSpc>
            </a:pPr>
            <a:r>
              <a:rPr sz="2000" b="1" spc="300">
                <a:solidFill>
                  <a:srgbClr val="5E9E17"/>
                </a:solidFill>
                <a:latin typeface="Montserrat"/>
              </a:rPr>
              <a:t>PASSO 05 DE 12</a:t>
            </a:r>
          </a:p>
        </p:txBody>
      </p:sp>
      <p:sp>
        <p:nvSpPr>
          <p:cNvPr id="9" name="TextBox 8"/>
          <p:cNvSpPr txBox="1"/>
          <p:nvPr/>
        </p:nvSpPr>
        <p:spPr>
          <a:xfrm>
            <a:off x="9144000" y="1737360"/>
            <a:ext cx="8778240" cy="6675120"/>
          </a:xfrm>
          <a:prstGeom prst="rect">
            <a:avLst/>
          </a:prstGeom>
          <a:noFill/>
        </p:spPr>
        <p:txBody>
          <a:bodyPr wrap="square" anchor="ctr" lIns="0" rIns="0" tIns="0" bIns="0">
            <a:spAutoFit/>
          </a:bodyPr>
          <a:lstStyle/>
          <a:p>
            <a:pPr algn="l">
              <a:lnSpc>
                <a:spcPct val="100000"/>
              </a:lnSpc>
            </a:pPr>
            <a:r>
              <a:rPr sz="8600" b="1" spc="-100">
                <a:solidFill>
                  <a:srgbClr val="004380"/>
                </a:solidFill>
                <a:latin typeface="Montserrat"/>
              </a:rPr>
              <a:t>Comunique-se</a:t>
            </a:r>
          </a:p>
          <a:p>
            <a:pPr algn="l">
              <a:lnSpc>
                <a:spcPct val="100000"/>
              </a:lnSpc>
            </a:pPr>
            <a:r>
              <a:rPr sz="8600" b="1" spc="-100">
                <a:solidFill>
                  <a:srgbClr val="004380"/>
                </a:solidFill>
                <a:latin typeface="Montserrat"/>
              </a:rPr>
              <a:t>com clareza</a:t>
            </a:r>
          </a:p>
          <a:p>
            <a:pPr algn="l">
              <a:lnSpc>
                <a:spcPct val="100000"/>
              </a:lnSpc>
            </a:pPr>
            <a:r>
              <a:rPr sz="8600" b="1" spc="-100">
                <a:solidFill>
                  <a:srgbClr val="0263BA"/>
                </a:solidFill>
                <a:latin typeface="Montserrat"/>
              </a:rPr>
              <a:t>e amor.</a:t>
            </a:r>
          </a:p>
        </p:txBody>
      </p:sp>
      <p:sp>
        <p:nvSpPr>
          <p:cNvPr id="10" name="Rounded Rectangle 9"/>
          <p:cNvSpPr/>
          <p:nvPr/>
        </p:nvSpPr>
        <p:spPr>
          <a:xfrm>
            <a:off x="9144000"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48088"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552176"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256264"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960352"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664440"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3368528"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4072616"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4776704"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5480792"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6184880"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6888968"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gradFill rotWithShape="1">
            <a:gsLst>
              <a:gs pos="0">
                <a:srgbClr val="002B52"/>
              </a:gs>
              <a:gs pos="100000">
                <a:srgbClr val="036554"/>
              </a:gs>
            </a:gsLst>
            <a:lin ang="21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508760"/>
            <a:ext cx="6400800" cy="6400800"/>
          </a:xfrm>
          <a:custGeom>
            <a:avLst/>
            <a:gdLst/>
            <a:ahLst/>
            <a:cxnLst/>
            <a:rect l="0" t="0" r="r" b="b"/>
            <a:pathLst>
              <a:path w="1000" h="1000">
                <a:moveTo>
                  <a:pt x="1000" y="500"/>
                </a:moveTo>
                <a:lnTo>
                  <a:pt x="1000" y="507"/>
                </a:lnTo>
                <a:lnTo>
                  <a:pt x="999" y="513"/>
                </a:lnTo>
                <a:lnTo>
                  <a:pt x="998" y="520"/>
                </a:lnTo>
                <a:lnTo>
                  <a:pt x="996" y="526"/>
                </a:lnTo>
                <a:lnTo>
                  <a:pt x="994" y="532"/>
                </a:lnTo>
                <a:lnTo>
                  <a:pt x="991" y="539"/>
                </a:lnTo>
                <a:lnTo>
                  <a:pt x="988" y="545"/>
                </a:lnTo>
                <a:lnTo>
                  <a:pt x="985" y="551"/>
                </a:lnTo>
                <a:lnTo>
                  <a:pt x="981" y="557"/>
                </a:lnTo>
                <a:lnTo>
                  <a:pt x="977" y="563"/>
                </a:lnTo>
                <a:lnTo>
                  <a:pt x="973" y="569"/>
                </a:lnTo>
                <a:lnTo>
                  <a:pt x="969" y="574"/>
                </a:lnTo>
                <a:lnTo>
                  <a:pt x="965" y="580"/>
                </a:lnTo>
                <a:lnTo>
                  <a:pt x="961" y="585"/>
                </a:lnTo>
                <a:lnTo>
                  <a:pt x="956" y="591"/>
                </a:lnTo>
                <a:lnTo>
                  <a:pt x="952" y="596"/>
                </a:lnTo>
                <a:lnTo>
                  <a:pt x="948" y="601"/>
                </a:lnTo>
                <a:lnTo>
                  <a:pt x="945" y="607"/>
                </a:lnTo>
                <a:lnTo>
                  <a:pt x="941" y="612"/>
                </a:lnTo>
                <a:lnTo>
                  <a:pt x="938" y="617"/>
                </a:lnTo>
                <a:lnTo>
                  <a:pt x="935" y="623"/>
                </a:lnTo>
                <a:lnTo>
                  <a:pt x="932" y="628"/>
                </a:lnTo>
                <a:lnTo>
                  <a:pt x="930" y="634"/>
                </a:lnTo>
                <a:lnTo>
                  <a:pt x="928" y="639"/>
                </a:lnTo>
                <a:lnTo>
                  <a:pt x="926" y="645"/>
                </a:lnTo>
                <a:lnTo>
                  <a:pt x="925" y="650"/>
                </a:lnTo>
                <a:lnTo>
                  <a:pt x="924" y="656"/>
                </a:lnTo>
                <a:lnTo>
                  <a:pt x="923" y="662"/>
                </a:lnTo>
                <a:lnTo>
                  <a:pt x="923" y="669"/>
                </a:lnTo>
                <a:lnTo>
                  <a:pt x="923" y="675"/>
                </a:lnTo>
                <a:lnTo>
                  <a:pt x="922" y="681"/>
                </a:lnTo>
                <a:lnTo>
                  <a:pt x="923" y="688"/>
                </a:lnTo>
                <a:lnTo>
                  <a:pt x="923" y="695"/>
                </a:lnTo>
                <a:lnTo>
                  <a:pt x="923" y="702"/>
                </a:lnTo>
                <a:lnTo>
                  <a:pt x="923" y="709"/>
                </a:lnTo>
                <a:lnTo>
                  <a:pt x="923" y="716"/>
                </a:lnTo>
                <a:lnTo>
                  <a:pt x="923" y="723"/>
                </a:lnTo>
                <a:lnTo>
                  <a:pt x="923" y="730"/>
                </a:lnTo>
                <a:lnTo>
                  <a:pt x="923" y="737"/>
                </a:lnTo>
                <a:lnTo>
                  <a:pt x="922" y="744"/>
                </a:lnTo>
                <a:lnTo>
                  <a:pt x="921" y="751"/>
                </a:lnTo>
                <a:lnTo>
                  <a:pt x="920" y="757"/>
                </a:lnTo>
                <a:lnTo>
                  <a:pt x="918" y="764"/>
                </a:lnTo>
                <a:lnTo>
                  <a:pt x="917" y="770"/>
                </a:lnTo>
                <a:lnTo>
                  <a:pt x="914" y="777"/>
                </a:lnTo>
                <a:lnTo>
                  <a:pt x="911" y="783"/>
                </a:lnTo>
                <a:lnTo>
                  <a:pt x="908" y="788"/>
                </a:lnTo>
                <a:lnTo>
                  <a:pt x="905" y="794"/>
                </a:lnTo>
                <a:lnTo>
                  <a:pt x="900" y="799"/>
                </a:lnTo>
                <a:lnTo>
                  <a:pt x="896" y="804"/>
                </a:lnTo>
                <a:lnTo>
                  <a:pt x="891" y="808"/>
                </a:lnTo>
                <a:lnTo>
                  <a:pt x="886" y="813"/>
                </a:lnTo>
                <a:lnTo>
                  <a:pt x="880" y="816"/>
                </a:lnTo>
                <a:lnTo>
                  <a:pt x="875" y="820"/>
                </a:lnTo>
                <a:lnTo>
                  <a:pt x="869" y="823"/>
                </a:lnTo>
                <a:lnTo>
                  <a:pt x="862" y="826"/>
                </a:lnTo>
                <a:lnTo>
                  <a:pt x="856" y="829"/>
                </a:lnTo>
                <a:lnTo>
                  <a:pt x="849" y="831"/>
                </a:lnTo>
                <a:lnTo>
                  <a:pt x="843" y="834"/>
                </a:lnTo>
                <a:lnTo>
                  <a:pt x="836" y="836"/>
                </a:lnTo>
                <a:lnTo>
                  <a:pt x="829" y="838"/>
                </a:lnTo>
                <a:lnTo>
                  <a:pt x="823" y="840"/>
                </a:lnTo>
                <a:lnTo>
                  <a:pt x="816" y="842"/>
                </a:lnTo>
                <a:lnTo>
                  <a:pt x="809" y="844"/>
                </a:lnTo>
                <a:lnTo>
                  <a:pt x="803" y="846"/>
                </a:lnTo>
                <a:lnTo>
                  <a:pt x="797" y="848"/>
                </a:lnTo>
                <a:lnTo>
                  <a:pt x="791" y="850"/>
                </a:lnTo>
                <a:lnTo>
                  <a:pt x="785" y="852"/>
                </a:lnTo>
                <a:lnTo>
                  <a:pt x="780" y="855"/>
                </a:lnTo>
                <a:lnTo>
                  <a:pt x="774" y="858"/>
                </a:lnTo>
                <a:lnTo>
                  <a:pt x="769" y="861"/>
                </a:lnTo>
                <a:lnTo>
                  <a:pt x="765" y="864"/>
                </a:lnTo>
                <a:lnTo>
                  <a:pt x="760" y="868"/>
                </a:lnTo>
                <a:lnTo>
                  <a:pt x="755" y="872"/>
                </a:lnTo>
                <a:lnTo>
                  <a:pt x="751" y="876"/>
                </a:lnTo>
                <a:lnTo>
                  <a:pt x="747" y="880"/>
                </a:lnTo>
                <a:lnTo>
                  <a:pt x="743" y="885"/>
                </a:lnTo>
                <a:lnTo>
                  <a:pt x="739" y="890"/>
                </a:lnTo>
                <a:lnTo>
                  <a:pt x="735" y="895"/>
                </a:lnTo>
                <a:lnTo>
                  <a:pt x="731" y="901"/>
                </a:lnTo>
                <a:lnTo>
                  <a:pt x="727" y="906"/>
                </a:lnTo>
                <a:lnTo>
                  <a:pt x="724" y="912"/>
                </a:lnTo>
                <a:lnTo>
                  <a:pt x="720" y="917"/>
                </a:lnTo>
                <a:lnTo>
                  <a:pt x="716" y="923"/>
                </a:lnTo>
                <a:lnTo>
                  <a:pt x="712" y="929"/>
                </a:lnTo>
                <a:lnTo>
                  <a:pt x="707" y="935"/>
                </a:lnTo>
                <a:lnTo>
                  <a:pt x="703" y="940"/>
                </a:lnTo>
                <a:lnTo>
                  <a:pt x="698" y="945"/>
                </a:lnTo>
                <a:lnTo>
                  <a:pt x="694" y="950"/>
                </a:lnTo>
                <a:lnTo>
                  <a:pt x="689" y="955"/>
                </a:lnTo>
                <a:lnTo>
                  <a:pt x="683" y="960"/>
                </a:lnTo>
                <a:lnTo>
                  <a:pt x="678" y="964"/>
                </a:lnTo>
                <a:lnTo>
                  <a:pt x="672" y="967"/>
                </a:lnTo>
                <a:lnTo>
                  <a:pt x="667" y="971"/>
                </a:lnTo>
                <a:lnTo>
                  <a:pt x="661" y="973"/>
                </a:lnTo>
                <a:lnTo>
                  <a:pt x="655" y="976"/>
                </a:lnTo>
                <a:lnTo>
                  <a:pt x="648" y="977"/>
                </a:lnTo>
                <a:lnTo>
                  <a:pt x="642" y="979"/>
                </a:lnTo>
                <a:lnTo>
                  <a:pt x="635" y="979"/>
                </a:lnTo>
                <a:lnTo>
                  <a:pt x="629" y="980"/>
                </a:lnTo>
                <a:lnTo>
                  <a:pt x="622" y="980"/>
                </a:lnTo>
                <a:lnTo>
                  <a:pt x="615" y="979"/>
                </a:lnTo>
                <a:lnTo>
                  <a:pt x="608" y="978"/>
                </a:lnTo>
                <a:lnTo>
                  <a:pt x="601" y="977"/>
                </a:lnTo>
                <a:lnTo>
                  <a:pt x="595" y="975"/>
                </a:lnTo>
                <a:lnTo>
                  <a:pt x="588" y="973"/>
                </a:lnTo>
                <a:lnTo>
                  <a:pt x="581" y="971"/>
                </a:lnTo>
                <a:lnTo>
                  <a:pt x="574" y="969"/>
                </a:lnTo>
                <a:lnTo>
                  <a:pt x="568" y="967"/>
                </a:lnTo>
                <a:lnTo>
                  <a:pt x="561" y="965"/>
                </a:lnTo>
                <a:lnTo>
                  <a:pt x="555" y="962"/>
                </a:lnTo>
                <a:lnTo>
                  <a:pt x="548" y="960"/>
                </a:lnTo>
                <a:lnTo>
                  <a:pt x="542" y="958"/>
                </a:lnTo>
                <a:lnTo>
                  <a:pt x="536" y="956"/>
                </a:lnTo>
                <a:lnTo>
                  <a:pt x="530" y="954"/>
                </a:lnTo>
                <a:lnTo>
                  <a:pt x="524" y="953"/>
                </a:lnTo>
                <a:lnTo>
                  <a:pt x="518" y="952"/>
                </a:lnTo>
                <a:lnTo>
                  <a:pt x="512" y="951"/>
                </a:lnTo>
                <a:lnTo>
                  <a:pt x="506" y="950"/>
                </a:lnTo>
                <a:lnTo>
                  <a:pt x="500" y="950"/>
                </a:lnTo>
                <a:lnTo>
                  <a:pt x="494" y="950"/>
                </a:lnTo>
                <a:lnTo>
                  <a:pt x="488" y="951"/>
                </a:lnTo>
                <a:lnTo>
                  <a:pt x="482" y="952"/>
                </a:lnTo>
                <a:lnTo>
                  <a:pt x="476" y="953"/>
                </a:lnTo>
                <a:lnTo>
                  <a:pt x="470" y="954"/>
                </a:lnTo>
                <a:lnTo>
                  <a:pt x="464" y="956"/>
                </a:lnTo>
                <a:lnTo>
                  <a:pt x="458" y="958"/>
                </a:lnTo>
                <a:lnTo>
                  <a:pt x="452" y="960"/>
                </a:lnTo>
                <a:lnTo>
                  <a:pt x="445" y="962"/>
                </a:lnTo>
                <a:lnTo>
                  <a:pt x="439" y="965"/>
                </a:lnTo>
                <a:lnTo>
                  <a:pt x="432" y="967"/>
                </a:lnTo>
                <a:lnTo>
                  <a:pt x="426" y="969"/>
                </a:lnTo>
                <a:lnTo>
                  <a:pt x="419" y="971"/>
                </a:lnTo>
                <a:lnTo>
                  <a:pt x="412" y="973"/>
                </a:lnTo>
                <a:lnTo>
                  <a:pt x="405" y="975"/>
                </a:lnTo>
                <a:lnTo>
                  <a:pt x="399" y="977"/>
                </a:lnTo>
                <a:lnTo>
                  <a:pt x="392" y="978"/>
                </a:lnTo>
                <a:lnTo>
                  <a:pt x="385" y="979"/>
                </a:lnTo>
                <a:lnTo>
                  <a:pt x="378" y="980"/>
                </a:lnTo>
                <a:lnTo>
                  <a:pt x="371" y="980"/>
                </a:lnTo>
                <a:lnTo>
                  <a:pt x="365" y="979"/>
                </a:lnTo>
                <a:lnTo>
                  <a:pt x="358" y="979"/>
                </a:lnTo>
                <a:lnTo>
                  <a:pt x="352" y="977"/>
                </a:lnTo>
                <a:lnTo>
                  <a:pt x="345" y="976"/>
                </a:lnTo>
                <a:lnTo>
                  <a:pt x="339" y="973"/>
                </a:lnTo>
                <a:lnTo>
                  <a:pt x="333" y="971"/>
                </a:lnTo>
                <a:lnTo>
                  <a:pt x="328" y="967"/>
                </a:lnTo>
                <a:lnTo>
                  <a:pt x="322" y="964"/>
                </a:lnTo>
                <a:lnTo>
                  <a:pt x="317" y="960"/>
                </a:lnTo>
                <a:lnTo>
                  <a:pt x="311" y="955"/>
                </a:lnTo>
                <a:lnTo>
                  <a:pt x="306" y="950"/>
                </a:lnTo>
                <a:lnTo>
                  <a:pt x="302" y="945"/>
                </a:lnTo>
                <a:lnTo>
                  <a:pt x="297" y="940"/>
                </a:lnTo>
                <a:lnTo>
                  <a:pt x="293" y="935"/>
                </a:lnTo>
                <a:lnTo>
                  <a:pt x="288" y="929"/>
                </a:lnTo>
                <a:lnTo>
                  <a:pt x="284" y="923"/>
                </a:lnTo>
                <a:lnTo>
                  <a:pt x="280" y="917"/>
                </a:lnTo>
                <a:lnTo>
                  <a:pt x="276" y="912"/>
                </a:lnTo>
                <a:lnTo>
                  <a:pt x="273" y="906"/>
                </a:lnTo>
                <a:lnTo>
                  <a:pt x="269" y="901"/>
                </a:lnTo>
                <a:lnTo>
                  <a:pt x="265" y="895"/>
                </a:lnTo>
                <a:lnTo>
                  <a:pt x="261" y="890"/>
                </a:lnTo>
                <a:lnTo>
                  <a:pt x="257" y="885"/>
                </a:lnTo>
                <a:lnTo>
                  <a:pt x="253" y="880"/>
                </a:lnTo>
                <a:lnTo>
                  <a:pt x="249" y="876"/>
                </a:lnTo>
                <a:lnTo>
                  <a:pt x="245" y="872"/>
                </a:lnTo>
                <a:lnTo>
                  <a:pt x="240" y="868"/>
                </a:lnTo>
                <a:lnTo>
                  <a:pt x="235" y="864"/>
                </a:lnTo>
                <a:lnTo>
                  <a:pt x="231" y="861"/>
                </a:lnTo>
                <a:lnTo>
                  <a:pt x="226" y="858"/>
                </a:lnTo>
                <a:lnTo>
                  <a:pt x="220" y="855"/>
                </a:lnTo>
                <a:lnTo>
                  <a:pt x="215" y="852"/>
                </a:lnTo>
                <a:lnTo>
                  <a:pt x="209" y="850"/>
                </a:lnTo>
                <a:lnTo>
                  <a:pt x="203" y="848"/>
                </a:lnTo>
                <a:lnTo>
                  <a:pt x="197" y="846"/>
                </a:lnTo>
                <a:lnTo>
                  <a:pt x="191" y="844"/>
                </a:lnTo>
                <a:lnTo>
                  <a:pt x="184" y="842"/>
                </a:lnTo>
                <a:lnTo>
                  <a:pt x="177" y="840"/>
                </a:lnTo>
                <a:lnTo>
                  <a:pt x="171" y="838"/>
                </a:lnTo>
                <a:lnTo>
                  <a:pt x="164" y="836"/>
                </a:lnTo>
                <a:lnTo>
                  <a:pt x="157" y="834"/>
                </a:lnTo>
                <a:lnTo>
                  <a:pt x="151" y="831"/>
                </a:lnTo>
                <a:lnTo>
                  <a:pt x="144" y="829"/>
                </a:lnTo>
                <a:lnTo>
                  <a:pt x="138" y="826"/>
                </a:lnTo>
                <a:lnTo>
                  <a:pt x="131" y="823"/>
                </a:lnTo>
                <a:lnTo>
                  <a:pt x="125" y="820"/>
                </a:lnTo>
                <a:lnTo>
                  <a:pt x="120" y="816"/>
                </a:lnTo>
                <a:lnTo>
                  <a:pt x="114" y="813"/>
                </a:lnTo>
                <a:lnTo>
                  <a:pt x="109" y="808"/>
                </a:lnTo>
                <a:lnTo>
                  <a:pt x="104" y="804"/>
                </a:lnTo>
                <a:lnTo>
                  <a:pt x="100" y="799"/>
                </a:lnTo>
                <a:lnTo>
                  <a:pt x="95" y="794"/>
                </a:lnTo>
                <a:lnTo>
                  <a:pt x="92" y="788"/>
                </a:lnTo>
                <a:lnTo>
                  <a:pt x="89" y="783"/>
                </a:lnTo>
                <a:lnTo>
                  <a:pt x="86" y="777"/>
                </a:lnTo>
                <a:lnTo>
                  <a:pt x="83" y="770"/>
                </a:lnTo>
                <a:lnTo>
                  <a:pt x="82" y="764"/>
                </a:lnTo>
                <a:lnTo>
                  <a:pt x="80" y="757"/>
                </a:lnTo>
                <a:lnTo>
                  <a:pt x="79" y="751"/>
                </a:lnTo>
                <a:lnTo>
                  <a:pt x="78" y="744"/>
                </a:lnTo>
                <a:lnTo>
                  <a:pt x="77" y="737"/>
                </a:lnTo>
                <a:lnTo>
                  <a:pt x="77" y="730"/>
                </a:lnTo>
                <a:lnTo>
                  <a:pt x="77" y="723"/>
                </a:lnTo>
                <a:lnTo>
                  <a:pt x="77" y="716"/>
                </a:lnTo>
                <a:lnTo>
                  <a:pt x="77" y="709"/>
                </a:lnTo>
                <a:lnTo>
                  <a:pt x="77" y="702"/>
                </a:lnTo>
                <a:lnTo>
                  <a:pt x="77" y="695"/>
                </a:lnTo>
                <a:lnTo>
                  <a:pt x="77" y="688"/>
                </a:lnTo>
                <a:lnTo>
                  <a:pt x="78" y="681"/>
                </a:lnTo>
                <a:lnTo>
                  <a:pt x="77" y="675"/>
                </a:lnTo>
                <a:lnTo>
                  <a:pt x="77" y="669"/>
                </a:lnTo>
                <a:lnTo>
                  <a:pt x="77" y="662"/>
                </a:lnTo>
                <a:lnTo>
                  <a:pt x="76" y="656"/>
                </a:lnTo>
                <a:lnTo>
                  <a:pt x="75" y="650"/>
                </a:lnTo>
                <a:lnTo>
                  <a:pt x="74" y="645"/>
                </a:lnTo>
                <a:lnTo>
                  <a:pt x="72" y="639"/>
                </a:lnTo>
                <a:lnTo>
                  <a:pt x="70" y="634"/>
                </a:lnTo>
                <a:lnTo>
                  <a:pt x="68" y="628"/>
                </a:lnTo>
                <a:lnTo>
                  <a:pt x="65" y="623"/>
                </a:lnTo>
                <a:lnTo>
                  <a:pt x="62" y="617"/>
                </a:lnTo>
                <a:lnTo>
                  <a:pt x="59" y="612"/>
                </a:lnTo>
                <a:lnTo>
                  <a:pt x="55" y="607"/>
                </a:lnTo>
                <a:lnTo>
                  <a:pt x="52" y="601"/>
                </a:lnTo>
                <a:lnTo>
                  <a:pt x="48" y="596"/>
                </a:lnTo>
                <a:lnTo>
                  <a:pt x="44" y="591"/>
                </a:lnTo>
                <a:lnTo>
                  <a:pt x="39" y="585"/>
                </a:lnTo>
                <a:lnTo>
                  <a:pt x="35" y="580"/>
                </a:lnTo>
                <a:lnTo>
                  <a:pt x="31" y="574"/>
                </a:lnTo>
                <a:lnTo>
                  <a:pt x="27" y="569"/>
                </a:lnTo>
                <a:lnTo>
                  <a:pt x="23" y="563"/>
                </a:lnTo>
                <a:lnTo>
                  <a:pt x="19" y="557"/>
                </a:lnTo>
                <a:lnTo>
                  <a:pt x="15" y="551"/>
                </a:lnTo>
                <a:lnTo>
                  <a:pt x="12" y="545"/>
                </a:lnTo>
                <a:lnTo>
                  <a:pt x="9" y="539"/>
                </a:lnTo>
                <a:lnTo>
                  <a:pt x="6" y="532"/>
                </a:lnTo>
                <a:lnTo>
                  <a:pt x="4" y="526"/>
                </a:lnTo>
                <a:lnTo>
                  <a:pt x="2" y="520"/>
                </a:lnTo>
                <a:lnTo>
                  <a:pt x="1" y="513"/>
                </a:lnTo>
                <a:lnTo>
                  <a:pt x="0" y="507"/>
                </a:lnTo>
                <a:lnTo>
                  <a:pt x="0" y="500"/>
                </a:lnTo>
                <a:lnTo>
                  <a:pt x="0" y="493"/>
                </a:lnTo>
                <a:lnTo>
                  <a:pt x="1" y="487"/>
                </a:lnTo>
                <a:lnTo>
                  <a:pt x="2" y="480"/>
                </a:lnTo>
                <a:lnTo>
                  <a:pt x="4" y="474"/>
                </a:lnTo>
                <a:lnTo>
                  <a:pt x="6" y="468"/>
                </a:lnTo>
                <a:lnTo>
                  <a:pt x="9" y="461"/>
                </a:lnTo>
                <a:lnTo>
                  <a:pt x="12" y="455"/>
                </a:lnTo>
                <a:lnTo>
                  <a:pt x="15" y="449"/>
                </a:lnTo>
                <a:lnTo>
                  <a:pt x="19" y="443"/>
                </a:lnTo>
                <a:lnTo>
                  <a:pt x="23" y="437"/>
                </a:lnTo>
                <a:lnTo>
                  <a:pt x="27" y="431"/>
                </a:lnTo>
                <a:lnTo>
                  <a:pt x="31" y="426"/>
                </a:lnTo>
                <a:lnTo>
                  <a:pt x="35" y="420"/>
                </a:lnTo>
                <a:lnTo>
                  <a:pt x="39" y="415"/>
                </a:lnTo>
                <a:lnTo>
                  <a:pt x="44" y="409"/>
                </a:lnTo>
                <a:lnTo>
                  <a:pt x="48" y="404"/>
                </a:lnTo>
                <a:lnTo>
                  <a:pt x="52" y="399"/>
                </a:lnTo>
                <a:lnTo>
                  <a:pt x="55" y="393"/>
                </a:lnTo>
                <a:lnTo>
                  <a:pt x="59" y="388"/>
                </a:lnTo>
                <a:lnTo>
                  <a:pt x="62" y="383"/>
                </a:lnTo>
                <a:lnTo>
                  <a:pt x="65" y="377"/>
                </a:lnTo>
                <a:lnTo>
                  <a:pt x="68" y="372"/>
                </a:lnTo>
                <a:lnTo>
                  <a:pt x="70" y="366"/>
                </a:lnTo>
                <a:lnTo>
                  <a:pt x="72" y="361"/>
                </a:lnTo>
                <a:lnTo>
                  <a:pt x="74" y="355"/>
                </a:lnTo>
                <a:lnTo>
                  <a:pt x="75" y="350"/>
                </a:lnTo>
                <a:lnTo>
                  <a:pt x="76" y="344"/>
                </a:lnTo>
                <a:lnTo>
                  <a:pt x="77" y="338"/>
                </a:lnTo>
                <a:lnTo>
                  <a:pt x="77" y="331"/>
                </a:lnTo>
                <a:lnTo>
                  <a:pt x="77" y="325"/>
                </a:lnTo>
                <a:lnTo>
                  <a:pt x="78" y="319"/>
                </a:lnTo>
                <a:lnTo>
                  <a:pt x="77" y="312"/>
                </a:lnTo>
                <a:lnTo>
                  <a:pt x="77" y="305"/>
                </a:lnTo>
                <a:lnTo>
                  <a:pt x="77" y="298"/>
                </a:lnTo>
                <a:lnTo>
                  <a:pt x="77" y="291"/>
                </a:lnTo>
                <a:lnTo>
                  <a:pt x="77" y="284"/>
                </a:lnTo>
                <a:lnTo>
                  <a:pt x="77" y="277"/>
                </a:lnTo>
                <a:lnTo>
                  <a:pt x="77" y="270"/>
                </a:lnTo>
                <a:lnTo>
                  <a:pt x="77" y="263"/>
                </a:lnTo>
                <a:lnTo>
                  <a:pt x="78" y="256"/>
                </a:lnTo>
                <a:lnTo>
                  <a:pt x="79" y="249"/>
                </a:lnTo>
                <a:lnTo>
                  <a:pt x="80" y="243"/>
                </a:lnTo>
                <a:lnTo>
                  <a:pt x="82" y="236"/>
                </a:lnTo>
                <a:lnTo>
                  <a:pt x="83" y="230"/>
                </a:lnTo>
                <a:lnTo>
                  <a:pt x="86" y="223"/>
                </a:lnTo>
                <a:lnTo>
                  <a:pt x="89" y="217"/>
                </a:lnTo>
                <a:lnTo>
                  <a:pt x="92" y="212"/>
                </a:lnTo>
                <a:lnTo>
                  <a:pt x="95" y="206"/>
                </a:lnTo>
                <a:lnTo>
                  <a:pt x="100" y="201"/>
                </a:lnTo>
                <a:lnTo>
                  <a:pt x="104" y="196"/>
                </a:lnTo>
                <a:lnTo>
                  <a:pt x="109" y="192"/>
                </a:lnTo>
                <a:lnTo>
                  <a:pt x="114" y="187"/>
                </a:lnTo>
                <a:lnTo>
                  <a:pt x="120" y="184"/>
                </a:lnTo>
                <a:lnTo>
                  <a:pt x="125" y="180"/>
                </a:lnTo>
                <a:lnTo>
                  <a:pt x="131" y="177"/>
                </a:lnTo>
                <a:lnTo>
                  <a:pt x="138" y="174"/>
                </a:lnTo>
                <a:lnTo>
                  <a:pt x="144" y="171"/>
                </a:lnTo>
                <a:lnTo>
                  <a:pt x="151" y="169"/>
                </a:lnTo>
                <a:lnTo>
                  <a:pt x="157" y="166"/>
                </a:lnTo>
                <a:lnTo>
                  <a:pt x="164" y="164"/>
                </a:lnTo>
                <a:lnTo>
                  <a:pt x="171" y="162"/>
                </a:lnTo>
                <a:lnTo>
                  <a:pt x="177" y="160"/>
                </a:lnTo>
                <a:lnTo>
                  <a:pt x="184" y="158"/>
                </a:lnTo>
                <a:lnTo>
                  <a:pt x="191" y="156"/>
                </a:lnTo>
                <a:lnTo>
                  <a:pt x="197" y="154"/>
                </a:lnTo>
                <a:lnTo>
                  <a:pt x="203" y="152"/>
                </a:lnTo>
                <a:lnTo>
                  <a:pt x="209" y="150"/>
                </a:lnTo>
                <a:lnTo>
                  <a:pt x="215" y="148"/>
                </a:lnTo>
                <a:lnTo>
                  <a:pt x="220" y="145"/>
                </a:lnTo>
                <a:lnTo>
                  <a:pt x="226" y="142"/>
                </a:lnTo>
                <a:lnTo>
                  <a:pt x="231" y="139"/>
                </a:lnTo>
                <a:lnTo>
                  <a:pt x="235" y="136"/>
                </a:lnTo>
                <a:lnTo>
                  <a:pt x="240" y="132"/>
                </a:lnTo>
                <a:lnTo>
                  <a:pt x="245" y="128"/>
                </a:lnTo>
                <a:lnTo>
                  <a:pt x="249" y="124"/>
                </a:lnTo>
                <a:lnTo>
                  <a:pt x="253" y="120"/>
                </a:lnTo>
                <a:lnTo>
                  <a:pt x="257" y="115"/>
                </a:lnTo>
                <a:lnTo>
                  <a:pt x="261" y="110"/>
                </a:lnTo>
                <a:lnTo>
                  <a:pt x="265" y="105"/>
                </a:lnTo>
                <a:lnTo>
                  <a:pt x="269" y="99"/>
                </a:lnTo>
                <a:lnTo>
                  <a:pt x="273" y="94"/>
                </a:lnTo>
                <a:lnTo>
                  <a:pt x="276" y="88"/>
                </a:lnTo>
                <a:lnTo>
                  <a:pt x="280" y="83"/>
                </a:lnTo>
                <a:lnTo>
                  <a:pt x="284" y="77"/>
                </a:lnTo>
                <a:lnTo>
                  <a:pt x="288" y="71"/>
                </a:lnTo>
                <a:lnTo>
                  <a:pt x="293" y="65"/>
                </a:lnTo>
                <a:lnTo>
                  <a:pt x="297" y="60"/>
                </a:lnTo>
                <a:lnTo>
                  <a:pt x="302" y="55"/>
                </a:lnTo>
                <a:lnTo>
                  <a:pt x="306" y="50"/>
                </a:lnTo>
                <a:lnTo>
                  <a:pt x="311" y="45"/>
                </a:lnTo>
                <a:lnTo>
                  <a:pt x="317" y="40"/>
                </a:lnTo>
                <a:lnTo>
                  <a:pt x="322" y="36"/>
                </a:lnTo>
                <a:lnTo>
                  <a:pt x="328" y="33"/>
                </a:lnTo>
                <a:lnTo>
                  <a:pt x="333" y="29"/>
                </a:lnTo>
                <a:lnTo>
                  <a:pt x="339" y="27"/>
                </a:lnTo>
                <a:lnTo>
                  <a:pt x="345" y="24"/>
                </a:lnTo>
                <a:lnTo>
                  <a:pt x="352" y="23"/>
                </a:lnTo>
                <a:lnTo>
                  <a:pt x="358" y="21"/>
                </a:lnTo>
                <a:lnTo>
                  <a:pt x="365" y="21"/>
                </a:lnTo>
                <a:lnTo>
                  <a:pt x="371" y="20"/>
                </a:lnTo>
                <a:lnTo>
                  <a:pt x="378" y="20"/>
                </a:lnTo>
                <a:lnTo>
                  <a:pt x="385" y="21"/>
                </a:lnTo>
                <a:lnTo>
                  <a:pt x="392" y="22"/>
                </a:lnTo>
                <a:lnTo>
                  <a:pt x="399" y="23"/>
                </a:lnTo>
                <a:lnTo>
                  <a:pt x="405" y="25"/>
                </a:lnTo>
                <a:lnTo>
                  <a:pt x="412" y="27"/>
                </a:lnTo>
                <a:lnTo>
                  <a:pt x="419" y="29"/>
                </a:lnTo>
                <a:lnTo>
                  <a:pt x="426" y="31"/>
                </a:lnTo>
                <a:lnTo>
                  <a:pt x="432" y="33"/>
                </a:lnTo>
                <a:lnTo>
                  <a:pt x="439" y="35"/>
                </a:lnTo>
                <a:lnTo>
                  <a:pt x="445" y="38"/>
                </a:lnTo>
                <a:lnTo>
                  <a:pt x="452" y="40"/>
                </a:lnTo>
                <a:lnTo>
                  <a:pt x="458" y="42"/>
                </a:lnTo>
                <a:lnTo>
                  <a:pt x="464" y="44"/>
                </a:lnTo>
                <a:lnTo>
                  <a:pt x="470" y="46"/>
                </a:lnTo>
                <a:lnTo>
                  <a:pt x="476" y="47"/>
                </a:lnTo>
                <a:lnTo>
                  <a:pt x="482" y="48"/>
                </a:lnTo>
                <a:lnTo>
                  <a:pt x="488" y="49"/>
                </a:lnTo>
                <a:lnTo>
                  <a:pt x="494" y="50"/>
                </a:lnTo>
                <a:lnTo>
                  <a:pt x="500" y="50"/>
                </a:lnTo>
                <a:lnTo>
                  <a:pt x="506" y="50"/>
                </a:lnTo>
                <a:lnTo>
                  <a:pt x="512" y="49"/>
                </a:lnTo>
                <a:lnTo>
                  <a:pt x="518" y="48"/>
                </a:lnTo>
                <a:lnTo>
                  <a:pt x="524" y="47"/>
                </a:lnTo>
                <a:lnTo>
                  <a:pt x="530" y="46"/>
                </a:lnTo>
                <a:lnTo>
                  <a:pt x="536" y="44"/>
                </a:lnTo>
                <a:lnTo>
                  <a:pt x="542" y="42"/>
                </a:lnTo>
                <a:lnTo>
                  <a:pt x="548" y="40"/>
                </a:lnTo>
                <a:lnTo>
                  <a:pt x="555" y="38"/>
                </a:lnTo>
                <a:lnTo>
                  <a:pt x="561" y="35"/>
                </a:lnTo>
                <a:lnTo>
                  <a:pt x="568" y="33"/>
                </a:lnTo>
                <a:lnTo>
                  <a:pt x="574" y="31"/>
                </a:lnTo>
                <a:lnTo>
                  <a:pt x="581" y="29"/>
                </a:lnTo>
                <a:lnTo>
                  <a:pt x="588" y="27"/>
                </a:lnTo>
                <a:lnTo>
                  <a:pt x="595" y="25"/>
                </a:lnTo>
                <a:lnTo>
                  <a:pt x="601" y="23"/>
                </a:lnTo>
                <a:lnTo>
                  <a:pt x="608" y="22"/>
                </a:lnTo>
                <a:lnTo>
                  <a:pt x="615" y="21"/>
                </a:lnTo>
                <a:lnTo>
                  <a:pt x="622" y="20"/>
                </a:lnTo>
                <a:lnTo>
                  <a:pt x="629" y="20"/>
                </a:lnTo>
                <a:lnTo>
                  <a:pt x="635" y="21"/>
                </a:lnTo>
                <a:lnTo>
                  <a:pt x="642" y="21"/>
                </a:lnTo>
                <a:lnTo>
                  <a:pt x="648" y="23"/>
                </a:lnTo>
                <a:lnTo>
                  <a:pt x="655" y="24"/>
                </a:lnTo>
                <a:lnTo>
                  <a:pt x="661" y="27"/>
                </a:lnTo>
                <a:lnTo>
                  <a:pt x="667" y="29"/>
                </a:lnTo>
                <a:lnTo>
                  <a:pt x="672" y="33"/>
                </a:lnTo>
                <a:lnTo>
                  <a:pt x="678" y="36"/>
                </a:lnTo>
                <a:lnTo>
                  <a:pt x="683" y="40"/>
                </a:lnTo>
                <a:lnTo>
                  <a:pt x="689" y="45"/>
                </a:lnTo>
                <a:lnTo>
                  <a:pt x="694" y="50"/>
                </a:lnTo>
                <a:lnTo>
                  <a:pt x="698" y="55"/>
                </a:lnTo>
                <a:lnTo>
                  <a:pt x="703" y="60"/>
                </a:lnTo>
                <a:lnTo>
                  <a:pt x="707" y="65"/>
                </a:lnTo>
                <a:lnTo>
                  <a:pt x="712" y="71"/>
                </a:lnTo>
                <a:lnTo>
                  <a:pt x="716" y="77"/>
                </a:lnTo>
                <a:lnTo>
                  <a:pt x="720" y="83"/>
                </a:lnTo>
                <a:lnTo>
                  <a:pt x="724" y="88"/>
                </a:lnTo>
                <a:lnTo>
                  <a:pt x="727" y="94"/>
                </a:lnTo>
                <a:lnTo>
                  <a:pt x="731" y="99"/>
                </a:lnTo>
                <a:lnTo>
                  <a:pt x="735" y="105"/>
                </a:lnTo>
                <a:lnTo>
                  <a:pt x="739" y="110"/>
                </a:lnTo>
                <a:lnTo>
                  <a:pt x="743" y="115"/>
                </a:lnTo>
                <a:lnTo>
                  <a:pt x="747" y="120"/>
                </a:lnTo>
                <a:lnTo>
                  <a:pt x="751" y="124"/>
                </a:lnTo>
                <a:lnTo>
                  <a:pt x="755" y="128"/>
                </a:lnTo>
                <a:lnTo>
                  <a:pt x="760" y="132"/>
                </a:lnTo>
                <a:lnTo>
                  <a:pt x="765" y="136"/>
                </a:lnTo>
                <a:lnTo>
                  <a:pt x="769" y="139"/>
                </a:lnTo>
                <a:lnTo>
                  <a:pt x="774" y="142"/>
                </a:lnTo>
                <a:lnTo>
                  <a:pt x="780" y="145"/>
                </a:lnTo>
                <a:lnTo>
                  <a:pt x="785" y="148"/>
                </a:lnTo>
                <a:lnTo>
                  <a:pt x="791" y="150"/>
                </a:lnTo>
                <a:lnTo>
                  <a:pt x="797" y="152"/>
                </a:lnTo>
                <a:lnTo>
                  <a:pt x="803" y="154"/>
                </a:lnTo>
                <a:lnTo>
                  <a:pt x="809" y="156"/>
                </a:lnTo>
                <a:lnTo>
                  <a:pt x="816" y="158"/>
                </a:lnTo>
                <a:lnTo>
                  <a:pt x="823" y="160"/>
                </a:lnTo>
                <a:lnTo>
                  <a:pt x="829" y="162"/>
                </a:lnTo>
                <a:lnTo>
                  <a:pt x="836" y="164"/>
                </a:lnTo>
                <a:lnTo>
                  <a:pt x="843" y="166"/>
                </a:lnTo>
                <a:lnTo>
                  <a:pt x="849" y="169"/>
                </a:lnTo>
                <a:lnTo>
                  <a:pt x="856" y="171"/>
                </a:lnTo>
                <a:lnTo>
                  <a:pt x="862" y="174"/>
                </a:lnTo>
                <a:lnTo>
                  <a:pt x="869" y="177"/>
                </a:lnTo>
                <a:lnTo>
                  <a:pt x="875" y="180"/>
                </a:lnTo>
                <a:lnTo>
                  <a:pt x="880" y="184"/>
                </a:lnTo>
                <a:lnTo>
                  <a:pt x="886" y="187"/>
                </a:lnTo>
                <a:lnTo>
                  <a:pt x="891" y="192"/>
                </a:lnTo>
                <a:lnTo>
                  <a:pt x="896" y="196"/>
                </a:lnTo>
                <a:lnTo>
                  <a:pt x="900" y="201"/>
                </a:lnTo>
                <a:lnTo>
                  <a:pt x="905" y="206"/>
                </a:lnTo>
                <a:lnTo>
                  <a:pt x="908" y="212"/>
                </a:lnTo>
                <a:lnTo>
                  <a:pt x="911" y="217"/>
                </a:lnTo>
                <a:lnTo>
                  <a:pt x="914" y="223"/>
                </a:lnTo>
                <a:lnTo>
                  <a:pt x="917" y="230"/>
                </a:lnTo>
                <a:lnTo>
                  <a:pt x="918" y="236"/>
                </a:lnTo>
                <a:lnTo>
                  <a:pt x="920" y="243"/>
                </a:lnTo>
                <a:lnTo>
                  <a:pt x="921" y="249"/>
                </a:lnTo>
                <a:lnTo>
                  <a:pt x="922" y="256"/>
                </a:lnTo>
                <a:lnTo>
                  <a:pt x="923" y="263"/>
                </a:lnTo>
                <a:lnTo>
                  <a:pt x="923" y="270"/>
                </a:lnTo>
                <a:lnTo>
                  <a:pt x="923" y="277"/>
                </a:lnTo>
                <a:lnTo>
                  <a:pt x="923" y="284"/>
                </a:lnTo>
                <a:lnTo>
                  <a:pt x="923" y="291"/>
                </a:lnTo>
                <a:lnTo>
                  <a:pt x="923" y="298"/>
                </a:lnTo>
                <a:lnTo>
                  <a:pt x="923" y="305"/>
                </a:lnTo>
                <a:lnTo>
                  <a:pt x="923" y="312"/>
                </a:lnTo>
                <a:lnTo>
                  <a:pt x="922" y="319"/>
                </a:lnTo>
                <a:lnTo>
                  <a:pt x="923" y="325"/>
                </a:lnTo>
                <a:lnTo>
                  <a:pt x="923" y="331"/>
                </a:lnTo>
                <a:lnTo>
                  <a:pt x="923" y="338"/>
                </a:lnTo>
                <a:lnTo>
                  <a:pt x="924" y="344"/>
                </a:lnTo>
                <a:lnTo>
                  <a:pt x="925" y="350"/>
                </a:lnTo>
                <a:lnTo>
                  <a:pt x="926" y="355"/>
                </a:lnTo>
                <a:lnTo>
                  <a:pt x="928" y="361"/>
                </a:lnTo>
                <a:lnTo>
                  <a:pt x="930" y="366"/>
                </a:lnTo>
                <a:lnTo>
                  <a:pt x="932" y="372"/>
                </a:lnTo>
                <a:lnTo>
                  <a:pt x="935" y="377"/>
                </a:lnTo>
                <a:lnTo>
                  <a:pt x="938" y="383"/>
                </a:lnTo>
                <a:lnTo>
                  <a:pt x="941" y="388"/>
                </a:lnTo>
                <a:lnTo>
                  <a:pt x="945" y="393"/>
                </a:lnTo>
                <a:lnTo>
                  <a:pt x="948" y="399"/>
                </a:lnTo>
                <a:lnTo>
                  <a:pt x="952" y="404"/>
                </a:lnTo>
                <a:lnTo>
                  <a:pt x="956" y="409"/>
                </a:lnTo>
                <a:lnTo>
                  <a:pt x="961" y="415"/>
                </a:lnTo>
                <a:lnTo>
                  <a:pt x="965" y="420"/>
                </a:lnTo>
                <a:lnTo>
                  <a:pt x="969" y="426"/>
                </a:lnTo>
                <a:lnTo>
                  <a:pt x="973" y="431"/>
                </a:lnTo>
                <a:lnTo>
                  <a:pt x="977" y="437"/>
                </a:lnTo>
                <a:lnTo>
                  <a:pt x="981" y="443"/>
                </a:lnTo>
                <a:lnTo>
                  <a:pt x="985" y="449"/>
                </a:lnTo>
                <a:lnTo>
                  <a:pt x="988" y="455"/>
                </a:lnTo>
                <a:lnTo>
                  <a:pt x="991" y="461"/>
                </a:lnTo>
                <a:lnTo>
                  <a:pt x="994" y="468"/>
                </a:lnTo>
                <a:lnTo>
                  <a:pt x="996" y="474"/>
                </a:lnTo>
                <a:lnTo>
                  <a:pt x="998" y="480"/>
                </a:lnTo>
                <a:lnTo>
                  <a:pt x="999" y="487"/>
                </a:lnTo>
                <a:lnTo>
                  <a:pt x="1000" y="493"/>
                </a:lnTo>
                <a:close/>
              </a:path>
            </a:pathLst>
          </a:custGeom>
          <a:solidFill>
            <a:srgbClr val="036554"/>
          </a:solidFill>
          <a:ln w="762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395727" y="2532888"/>
            <a:ext cx="4352544" cy="4352544"/>
          </a:xfrm>
          <a:custGeom>
            <a:avLst/>
            <a:gdLst/>
            <a:ahLst/>
            <a:cxnLst/>
            <a:rect l="0" t="0" r="r" b="b"/>
            <a:pathLst>
              <a:path w="1000" h="1000">
                <a:moveTo>
                  <a:pt x="999" y="500"/>
                </a:moveTo>
                <a:lnTo>
                  <a:pt x="998" y="507"/>
                </a:lnTo>
                <a:lnTo>
                  <a:pt x="996" y="513"/>
                </a:lnTo>
                <a:lnTo>
                  <a:pt x="994" y="519"/>
                </a:lnTo>
                <a:lnTo>
                  <a:pt x="991" y="526"/>
                </a:lnTo>
                <a:lnTo>
                  <a:pt x="988" y="532"/>
                </a:lnTo>
                <a:lnTo>
                  <a:pt x="985" y="538"/>
                </a:lnTo>
                <a:lnTo>
                  <a:pt x="981" y="544"/>
                </a:lnTo>
                <a:lnTo>
                  <a:pt x="978" y="550"/>
                </a:lnTo>
                <a:lnTo>
                  <a:pt x="974" y="556"/>
                </a:lnTo>
                <a:lnTo>
                  <a:pt x="970" y="562"/>
                </a:lnTo>
                <a:lnTo>
                  <a:pt x="966" y="568"/>
                </a:lnTo>
                <a:lnTo>
                  <a:pt x="962" y="573"/>
                </a:lnTo>
                <a:lnTo>
                  <a:pt x="958" y="579"/>
                </a:lnTo>
                <a:lnTo>
                  <a:pt x="954" y="584"/>
                </a:lnTo>
                <a:lnTo>
                  <a:pt x="950" y="590"/>
                </a:lnTo>
                <a:lnTo>
                  <a:pt x="946" y="595"/>
                </a:lnTo>
                <a:lnTo>
                  <a:pt x="943" y="600"/>
                </a:lnTo>
                <a:lnTo>
                  <a:pt x="940" y="606"/>
                </a:lnTo>
                <a:lnTo>
                  <a:pt x="938" y="611"/>
                </a:lnTo>
                <a:lnTo>
                  <a:pt x="935" y="617"/>
                </a:lnTo>
                <a:lnTo>
                  <a:pt x="933" y="622"/>
                </a:lnTo>
                <a:lnTo>
                  <a:pt x="932" y="628"/>
                </a:lnTo>
                <a:lnTo>
                  <a:pt x="930" y="634"/>
                </a:lnTo>
                <a:lnTo>
                  <a:pt x="929" y="639"/>
                </a:lnTo>
                <a:lnTo>
                  <a:pt x="928" y="645"/>
                </a:lnTo>
                <a:lnTo>
                  <a:pt x="928" y="652"/>
                </a:lnTo>
                <a:lnTo>
                  <a:pt x="928" y="658"/>
                </a:lnTo>
                <a:lnTo>
                  <a:pt x="928" y="664"/>
                </a:lnTo>
                <a:lnTo>
                  <a:pt x="928" y="671"/>
                </a:lnTo>
                <a:lnTo>
                  <a:pt x="928" y="677"/>
                </a:lnTo>
                <a:lnTo>
                  <a:pt x="929" y="684"/>
                </a:lnTo>
                <a:lnTo>
                  <a:pt x="929" y="691"/>
                </a:lnTo>
                <a:lnTo>
                  <a:pt x="930" y="698"/>
                </a:lnTo>
                <a:lnTo>
                  <a:pt x="930" y="705"/>
                </a:lnTo>
                <a:lnTo>
                  <a:pt x="930" y="712"/>
                </a:lnTo>
                <a:lnTo>
                  <a:pt x="930" y="719"/>
                </a:lnTo>
                <a:lnTo>
                  <a:pt x="930" y="726"/>
                </a:lnTo>
                <a:lnTo>
                  <a:pt x="929" y="733"/>
                </a:lnTo>
                <a:lnTo>
                  <a:pt x="929" y="740"/>
                </a:lnTo>
                <a:lnTo>
                  <a:pt x="927" y="747"/>
                </a:lnTo>
                <a:lnTo>
                  <a:pt x="926" y="753"/>
                </a:lnTo>
                <a:lnTo>
                  <a:pt x="924" y="760"/>
                </a:lnTo>
                <a:lnTo>
                  <a:pt x="922" y="766"/>
                </a:lnTo>
                <a:lnTo>
                  <a:pt x="919" y="772"/>
                </a:lnTo>
                <a:lnTo>
                  <a:pt x="916" y="778"/>
                </a:lnTo>
                <a:lnTo>
                  <a:pt x="912" y="783"/>
                </a:lnTo>
                <a:lnTo>
                  <a:pt x="908" y="788"/>
                </a:lnTo>
                <a:lnTo>
                  <a:pt x="904" y="793"/>
                </a:lnTo>
                <a:lnTo>
                  <a:pt x="899" y="798"/>
                </a:lnTo>
                <a:lnTo>
                  <a:pt x="893" y="802"/>
                </a:lnTo>
                <a:lnTo>
                  <a:pt x="888" y="806"/>
                </a:lnTo>
                <a:lnTo>
                  <a:pt x="882" y="809"/>
                </a:lnTo>
                <a:lnTo>
                  <a:pt x="876" y="813"/>
                </a:lnTo>
                <a:lnTo>
                  <a:pt x="870" y="816"/>
                </a:lnTo>
                <a:lnTo>
                  <a:pt x="863" y="819"/>
                </a:lnTo>
                <a:lnTo>
                  <a:pt x="857" y="821"/>
                </a:lnTo>
                <a:lnTo>
                  <a:pt x="850" y="824"/>
                </a:lnTo>
                <a:lnTo>
                  <a:pt x="844" y="826"/>
                </a:lnTo>
                <a:lnTo>
                  <a:pt x="837" y="828"/>
                </a:lnTo>
                <a:lnTo>
                  <a:pt x="830" y="830"/>
                </a:lnTo>
                <a:lnTo>
                  <a:pt x="824" y="833"/>
                </a:lnTo>
                <a:lnTo>
                  <a:pt x="818" y="835"/>
                </a:lnTo>
                <a:lnTo>
                  <a:pt x="811" y="837"/>
                </a:lnTo>
                <a:lnTo>
                  <a:pt x="805" y="839"/>
                </a:lnTo>
                <a:lnTo>
                  <a:pt x="800" y="842"/>
                </a:lnTo>
                <a:lnTo>
                  <a:pt x="794" y="844"/>
                </a:lnTo>
                <a:lnTo>
                  <a:pt x="789" y="847"/>
                </a:lnTo>
                <a:lnTo>
                  <a:pt x="784" y="850"/>
                </a:lnTo>
                <a:lnTo>
                  <a:pt x="779" y="853"/>
                </a:lnTo>
                <a:lnTo>
                  <a:pt x="774" y="857"/>
                </a:lnTo>
                <a:lnTo>
                  <a:pt x="769" y="861"/>
                </a:lnTo>
                <a:lnTo>
                  <a:pt x="765" y="865"/>
                </a:lnTo>
                <a:lnTo>
                  <a:pt x="761" y="869"/>
                </a:lnTo>
                <a:lnTo>
                  <a:pt x="757" y="874"/>
                </a:lnTo>
                <a:lnTo>
                  <a:pt x="753" y="879"/>
                </a:lnTo>
                <a:lnTo>
                  <a:pt x="750" y="884"/>
                </a:lnTo>
                <a:lnTo>
                  <a:pt x="746" y="890"/>
                </a:lnTo>
                <a:lnTo>
                  <a:pt x="742" y="895"/>
                </a:lnTo>
                <a:lnTo>
                  <a:pt x="739" y="901"/>
                </a:lnTo>
                <a:lnTo>
                  <a:pt x="735" y="907"/>
                </a:lnTo>
                <a:lnTo>
                  <a:pt x="731" y="913"/>
                </a:lnTo>
                <a:lnTo>
                  <a:pt x="727" y="919"/>
                </a:lnTo>
                <a:lnTo>
                  <a:pt x="723" y="924"/>
                </a:lnTo>
                <a:lnTo>
                  <a:pt x="719" y="930"/>
                </a:lnTo>
                <a:lnTo>
                  <a:pt x="715" y="936"/>
                </a:lnTo>
                <a:lnTo>
                  <a:pt x="710" y="941"/>
                </a:lnTo>
                <a:lnTo>
                  <a:pt x="706" y="946"/>
                </a:lnTo>
                <a:lnTo>
                  <a:pt x="701" y="951"/>
                </a:lnTo>
                <a:lnTo>
                  <a:pt x="696" y="955"/>
                </a:lnTo>
                <a:lnTo>
                  <a:pt x="690" y="959"/>
                </a:lnTo>
                <a:lnTo>
                  <a:pt x="685" y="963"/>
                </a:lnTo>
                <a:lnTo>
                  <a:pt x="679" y="966"/>
                </a:lnTo>
                <a:lnTo>
                  <a:pt x="673" y="969"/>
                </a:lnTo>
                <a:lnTo>
                  <a:pt x="667" y="971"/>
                </a:lnTo>
                <a:lnTo>
                  <a:pt x="661" y="973"/>
                </a:lnTo>
                <a:lnTo>
                  <a:pt x="654" y="974"/>
                </a:lnTo>
                <a:lnTo>
                  <a:pt x="648" y="975"/>
                </a:lnTo>
                <a:lnTo>
                  <a:pt x="641" y="976"/>
                </a:lnTo>
                <a:lnTo>
                  <a:pt x="634" y="975"/>
                </a:lnTo>
                <a:lnTo>
                  <a:pt x="627" y="975"/>
                </a:lnTo>
                <a:lnTo>
                  <a:pt x="620" y="974"/>
                </a:lnTo>
                <a:lnTo>
                  <a:pt x="614" y="973"/>
                </a:lnTo>
                <a:lnTo>
                  <a:pt x="607" y="971"/>
                </a:lnTo>
                <a:lnTo>
                  <a:pt x="600" y="970"/>
                </a:lnTo>
                <a:lnTo>
                  <a:pt x="593" y="968"/>
                </a:lnTo>
                <a:lnTo>
                  <a:pt x="586" y="966"/>
                </a:lnTo>
                <a:lnTo>
                  <a:pt x="580" y="964"/>
                </a:lnTo>
                <a:lnTo>
                  <a:pt x="573" y="962"/>
                </a:lnTo>
                <a:lnTo>
                  <a:pt x="567" y="959"/>
                </a:lnTo>
                <a:lnTo>
                  <a:pt x="560" y="957"/>
                </a:lnTo>
                <a:lnTo>
                  <a:pt x="554" y="956"/>
                </a:lnTo>
                <a:lnTo>
                  <a:pt x="548" y="954"/>
                </a:lnTo>
                <a:lnTo>
                  <a:pt x="542" y="952"/>
                </a:lnTo>
                <a:lnTo>
                  <a:pt x="536" y="951"/>
                </a:lnTo>
                <a:lnTo>
                  <a:pt x="530" y="950"/>
                </a:lnTo>
                <a:lnTo>
                  <a:pt x="524" y="950"/>
                </a:lnTo>
                <a:lnTo>
                  <a:pt x="518" y="950"/>
                </a:lnTo>
                <a:lnTo>
                  <a:pt x="512" y="950"/>
                </a:lnTo>
                <a:lnTo>
                  <a:pt x="506" y="950"/>
                </a:lnTo>
                <a:lnTo>
                  <a:pt x="500" y="951"/>
                </a:lnTo>
                <a:lnTo>
                  <a:pt x="494" y="952"/>
                </a:lnTo>
                <a:lnTo>
                  <a:pt x="488" y="954"/>
                </a:lnTo>
                <a:lnTo>
                  <a:pt x="482" y="956"/>
                </a:lnTo>
                <a:lnTo>
                  <a:pt x="476" y="958"/>
                </a:lnTo>
                <a:lnTo>
                  <a:pt x="470" y="960"/>
                </a:lnTo>
                <a:lnTo>
                  <a:pt x="464" y="962"/>
                </a:lnTo>
                <a:lnTo>
                  <a:pt x="457" y="965"/>
                </a:lnTo>
                <a:lnTo>
                  <a:pt x="451" y="967"/>
                </a:lnTo>
                <a:lnTo>
                  <a:pt x="444" y="970"/>
                </a:lnTo>
                <a:lnTo>
                  <a:pt x="438" y="972"/>
                </a:lnTo>
                <a:lnTo>
                  <a:pt x="431" y="975"/>
                </a:lnTo>
                <a:lnTo>
                  <a:pt x="424" y="977"/>
                </a:lnTo>
                <a:lnTo>
                  <a:pt x="418" y="979"/>
                </a:lnTo>
                <a:lnTo>
                  <a:pt x="411" y="980"/>
                </a:lnTo>
                <a:lnTo>
                  <a:pt x="404" y="982"/>
                </a:lnTo>
                <a:lnTo>
                  <a:pt x="397" y="983"/>
                </a:lnTo>
                <a:lnTo>
                  <a:pt x="391" y="983"/>
                </a:lnTo>
                <a:lnTo>
                  <a:pt x="384" y="984"/>
                </a:lnTo>
                <a:lnTo>
                  <a:pt x="377" y="983"/>
                </a:lnTo>
                <a:lnTo>
                  <a:pt x="371" y="982"/>
                </a:lnTo>
                <a:lnTo>
                  <a:pt x="364" y="981"/>
                </a:lnTo>
                <a:lnTo>
                  <a:pt x="358" y="979"/>
                </a:lnTo>
                <a:lnTo>
                  <a:pt x="352" y="977"/>
                </a:lnTo>
                <a:lnTo>
                  <a:pt x="346" y="974"/>
                </a:lnTo>
                <a:lnTo>
                  <a:pt x="340" y="971"/>
                </a:lnTo>
                <a:lnTo>
                  <a:pt x="334" y="968"/>
                </a:lnTo>
                <a:lnTo>
                  <a:pt x="329" y="963"/>
                </a:lnTo>
                <a:lnTo>
                  <a:pt x="324" y="959"/>
                </a:lnTo>
                <a:lnTo>
                  <a:pt x="319" y="954"/>
                </a:lnTo>
                <a:lnTo>
                  <a:pt x="314" y="949"/>
                </a:lnTo>
                <a:lnTo>
                  <a:pt x="309" y="944"/>
                </a:lnTo>
                <a:lnTo>
                  <a:pt x="305" y="939"/>
                </a:lnTo>
                <a:lnTo>
                  <a:pt x="300" y="933"/>
                </a:lnTo>
                <a:lnTo>
                  <a:pt x="296" y="928"/>
                </a:lnTo>
                <a:lnTo>
                  <a:pt x="292" y="922"/>
                </a:lnTo>
                <a:lnTo>
                  <a:pt x="288" y="916"/>
                </a:lnTo>
                <a:lnTo>
                  <a:pt x="284" y="911"/>
                </a:lnTo>
                <a:lnTo>
                  <a:pt x="280" y="905"/>
                </a:lnTo>
                <a:lnTo>
                  <a:pt x="276" y="900"/>
                </a:lnTo>
                <a:lnTo>
                  <a:pt x="272" y="895"/>
                </a:lnTo>
                <a:lnTo>
                  <a:pt x="268" y="891"/>
                </a:lnTo>
                <a:lnTo>
                  <a:pt x="263" y="886"/>
                </a:lnTo>
                <a:lnTo>
                  <a:pt x="259" y="882"/>
                </a:lnTo>
                <a:lnTo>
                  <a:pt x="255" y="878"/>
                </a:lnTo>
                <a:lnTo>
                  <a:pt x="250" y="874"/>
                </a:lnTo>
                <a:lnTo>
                  <a:pt x="245" y="871"/>
                </a:lnTo>
                <a:lnTo>
                  <a:pt x="240" y="868"/>
                </a:lnTo>
                <a:lnTo>
                  <a:pt x="235" y="865"/>
                </a:lnTo>
                <a:lnTo>
                  <a:pt x="229" y="863"/>
                </a:lnTo>
                <a:lnTo>
                  <a:pt x="224" y="860"/>
                </a:lnTo>
                <a:lnTo>
                  <a:pt x="218" y="858"/>
                </a:lnTo>
                <a:lnTo>
                  <a:pt x="212" y="856"/>
                </a:lnTo>
                <a:lnTo>
                  <a:pt x="205" y="854"/>
                </a:lnTo>
                <a:lnTo>
                  <a:pt x="199" y="853"/>
                </a:lnTo>
                <a:lnTo>
                  <a:pt x="192" y="851"/>
                </a:lnTo>
                <a:lnTo>
                  <a:pt x="186" y="849"/>
                </a:lnTo>
                <a:lnTo>
                  <a:pt x="179" y="847"/>
                </a:lnTo>
                <a:lnTo>
                  <a:pt x="172" y="846"/>
                </a:lnTo>
                <a:lnTo>
                  <a:pt x="165" y="844"/>
                </a:lnTo>
                <a:lnTo>
                  <a:pt x="159" y="841"/>
                </a:lnTo>
                <a:lnTo>
                  <a:pt x="152" y="839"/>
                </a:lnTo>
                <a:lnTo>
                  <a:pt x="146" y="836"/>
                </a:lnTo>
                <a:lnTo>
                  <a:pt x="139" y="833"/>
                </a:lnTo>
                <a:lnTo>
                  <a:pt x="133" y="830"/>
                </a:lnTo>
                <a:lnTo>
                  <a:pt x="127" y="827"/>
                </a:lnTo>
                <a:lnTo>
                  <a:pt x="122" y="823"/>
                </a:lnTo>
                <a:lnTo>
                  <a:pt x="117" y="819"/>
                </a:lnTo>
                <a:lnTo>
                  <a:pt x="112" y="814"/>
                </a:lnTo>
                <a:lnTo>
                  <a:pt x="107" y="809"/>
                </a:lnTo>
                <a:lnTo>
                  <a:pt x="103" y="804"/>
                </a:lnTo>
                <a:lnTo>
                  <a:pt x="100" y="799"/>
                </a:lnTo>
                <a:lnTo>
                  <a:pt x="96" y="793"/>
                </a:lnTo>
                <a:lnTo>
                  <a:pt x="94" y="787"/>
                </a:lnTo>
                <a:lnTo>
                  <a:pt x="91" y="781"/>
                </a:lnTo>
                <a:lnTo>
                  <a:pt x="89" y="774"/>
                </a:lnTo>
                <a:lnTo>
                  <a:pt x="88" y="768"/>
                </a:lnTo>
                <a:lnTo>
                  <a:pt x="86" y="761"/>
                </a:lnTo>
                <a:lnTo>
                  <a:pt x="85" y="754"/>
                </a:lnTo>
                <a:lnTo>
                  <a:pt x="85" y="747"/>
                </a:lnTo>
                <a:lnTo>
                  <a:pt x="84" y="740"/>
                </a:lnTo>
                <a:lnTo>
                  <a:pt x="84" y="733"/>
                </a:lnTo>
                <a:lnTo>
                  <a:pt x="84" y="726"/>
                </a:lnTo>
                <a:lnTo>
                  <a:pt x="84" y="719"/>
                </a:lnTo>
                <a:lnTo>
                  <a:pt x="84" y="712"/>
                </a:lnTo>
                <a:lnTo>
                  <a:pt x="84" y="705"/>
                </a:lnTo>
                <a:lnTo>
                  <a:pt x="84" y="699"/>
                </a:lnTo>
                <a:lnTo>
                  <a:pt x="83" y="692"/>
                </a:lnTo>
                <a:lnTo>
                  <a:pt x="83" y="686"/>
                </a:lnTo>
                <a:lnTo>
                  <a:pt x="83" y="679"/>
                </a:lnTo>
                <a:lnTo>
                  <a:pt x="82" y="673"/>
                </a:lnTo>
                <a:lnTo>
                  <a:pt x="81" y="667"/>
                </a:lnTo>
                <a:lnTo>
                  <a:pt x="79" y="661"/>
                </a:lnTo>
                <a:lnTo>
                  <a:pt x="78" y="656"/>
                </a:lnTo>
                <a:lnTo>
                  <a:pt x="76" y="650"/>
                </a:lnTo>
                <a:lnTo>
                  <a:pt x="73" y="645"/>
                </a:lnTo>
                <a:lnTo>
                  <a:pt x="71" y="639"/>
                </a:lnTo>
                <a:lnTo>
                  <a:pt x="68" y="634"/>
                </a:lnTo>
                <a:lnTo>
                  <a:pt x="65" y="629"/>
                </a:lnTo>
                <a:lnTo>
                  <a:pt x="61" y="624"/>
                </a:lnTo>
                <a:lnTo>
                  <a:pt x="57" y="619"/>
                </a:lnTo>
                <a:lnTo>
                  <a:pt x="53" y="613"/>
                </a:lnTo>
                <a:lnTo>
                  <a:pt x="49" y="608"/>
                </a:lnTo>
                <a:lnTo>
                  <a:pt x="45" y="603"/>
                </a:lnTo>
                <a:lnTo>
                  <a:pt x="40" y="598"/>
                </a:lnTo>
                <a:lnTo>
                  <a:pt x="36" y="592"/>
                </a:lnTo>
                <a:lnTo>
                  <a:pt x="32" y="587"/>
                </a:lnTo>
                <a:lnTo>
                  <a:pt x="27" y="581"/>
                </a:lnTo>
                <a:lnTo>
                  <a:pt x="23" y="576"/>
                </a:lnTo>
                <a:lnTo>
                  <a:pt x="19" y="570"/>
                </a:lnTo>
                <a:lnTo>
                  <a:pt x="16" y="564"/>
                </a:lnTo>
                <a:lnTo>
                  <a:pt x="12" y="558"/>
                </a:lnTo>
                <a:lnTo>
                  <a:pt x="9" y="552"/>
                </a:lnTo>
                <a:lnTo>
                  <a:pt x="6" y="545"/>
                </a:lnTo>
                <a:lnTo>
                  <a:pt x="4" y="539"/>
                </a:lnTo>
                <a:lnTo>
                  <a:pt x="3" y="533"/>
                </a:lnTo>
                <a:lnTo>
                  <a:pt x="1" y="526"/>
                </a:lnTo>
                <a:lnTo>
                  <a:pt x="0" y="520"/>
                </a:lnTo>
                <a:lnTo>
                  <a:pt x="0" y="513"/>
                </a:lnTo>
                <a:lnTo>
                  <a:pt x="0" y="507"/>
                </a:lnTo>
                <a:lnTo>
                  <a:pt x="1" y="500"/>
                </a:lnTo>
                <a:lnTo>
                  <a:pt x="2" y="493"/>
                </a:lnTo>
                <a:lnTo>
                  <a:pt x="4" y="487"/>
                </a:lnTo>
                <a:lnTo>
                  <a:pt x="6" y="481"/>
                </a:lnTo>
                <a:lnTo>
                  <a:pt x="9" y="474"/>
                </a:lnTo>
                <a:lnTo>
                  <a:pt x="12" y="468"/>
                </a:lnTo>
                <a:lnTo>
                  <a:pt x="15" y="462"/>
                </a:lnTo>
                <a:lnTo>
                  <a:pt x="19" y="456"/>
                </a:lnTo>
                <a:lnTo>
                  <a:pt x="22" y="450"/>
                </a:lnTo>
                <a:lnTo>
                  <a:pt x="26" y="444"/>
                </a:lnTo>
                <a:lnTo>
                  <a:pt x="30" y="438"/>
                </a:lnTo>
                <a:lnTo>
                  <a:pt x="34" y="432"/>
                </a:lnTo>
                <a:lnTo>
                  <a:pt x="38" y="427"/>
                </a:lnTo>
                <a:lnTo>
                  <a:pt x="42" y="421"/>
                </a:lnTo>
                <a:lnTo>
                  <a:pt x="46" y="416"/>
                </a:lnTo>
                <a:lnTo>
                  <a:pt x="50" y="410"/>
                </a:lnTo>
                <a:lnTo>
                  <a:pt x="54" y="405"/>
                </a:lnTo>
                <a:lnTo>
                  <a:pt x="57" y="400"/>
                </a:lnTo>
                <a:lnTo>
                  <a:pt x="60" y="394"/>
                </a:lnTo>
                <a:lnTo>
                  <a:pt x="62" y="389"/>
                </a:lnTo>
                <a:lnTo>
                  <a:pt x="65" y="383"/>
                </a:lnTo>
                <a:lnTo>
                  <a:pt x="67" y="378"/>
                </a:lnTo>
                <a:lnTo>
                  <a:pt x="68" y="372"/>
                </a:lnTo>
                <a:lnTo>
                  <a:pt x="70" y="366"/>
                </a:lnTo>
                <a:lnTo>
                  <a:pt x="71" y="361"/>
                </a:lnTo>
                <a:lnTo>
                  <a:pt x="72" y="355"/>
                </a:lnTo>
                <a:lnTo>
                  <a:pt x="72" y="348"/>
                </a:lnTo>
                <a:lnTo>
                  <a:pt x="72" y="342"/>
                </a:lnTo>
                <a:lnTo>
                  <a:pt x="72" y="336"/>
                </a:lnTo>
                <a:lnTo>
                  <a:pt x="72" y="329"/>
                </a:lnTo>
                <a:lnTo>
                  <a:pt x="72" y="323"/>
                </a:lnTo>
                <a:lnTo>
                  <a:pt x="71" y="316"/>
                </a:lnTo>
                <a:lnTo>
                  <a:pt x="71" y="309"/>
                </a:lnTo>
                <a:lnTo>
                  <a:pt x="70" y="302"/>
                </a:lnTo>
                <a:lnTo>
                  <a:pt x="70" y="295"/>
                </a:lnTo>
                <a:lnTo>
                  <a:pt x="70" y="288"/>
                </a:lnTo>
                <a:lnTo>
                  <a:pt x="70" y="281"/>
                </a:lnTo>
                <a:lnTo>
                  <a:pt x="70" y="274"/>
                </a:lnTo>
                <a:lnTo>
                  <a:pt x="71" y="267"/>
                </a:lnTo>
                <a:lnTo>
                  <a:pt x="71" y="260"/>
                </a:lnTo>
                <a:lnTo>
                  <a:pt x="73" y="253"/>
                </a:lnTo>
                <a:lnTo>
                  <a:pt x="74" y="247"/>
                </a:lnTo>
                <a:lnTo>
                  <a:pt x="76" y="240"/>
                </a:lnTo>
                <a:lnTo>
                  <a:pt x="78" y="234"/>
                </a:lnTo>
                <a:lnTo>
                  <a:pt x="81" y="228"/>
                </a:lnTo>
                <a:lnTo>
                  <a:pt x="84" y="222"/>
                </a:lnTo>
                <a:lnTo>
                  <a:pt x="88" y="217"/>
                </a:lnTo>
                <a:lnTo>
                  <a:pt x="92" y="212"/>
                </a:lnTo>
                <a:lnTo>
                  <a:pt x="96" y="207"/>
                </a:lnTo>
                <a:lnTo>
                  <a:pt x="101" y="202"/>
                </a:lnTo>
                <a:lnTo>
                  <a:pt x="107" y="198"/>
                </a:lnTo>
                <a:lnTo>
                  <a:pt x="112" y="194"/>
                </a:lnTo>
                <a:lnTo>
                  <a:pt x="118" y="191"/>
                </a:lnTo>
                <a:lnTo>
                  <a:pt x="124" y="187"/>
                </a:lnTo>
                <a:lnTo>
                  <a:pt x="130" y="184"/>
                </a:lnTo>
                <a:lnTo>
                  <a:pt x="137" y="181"/>
                </a:lnTo>
                <a:lnTo>
                  <a:pt x="143" y="179"/>
                </a:lnTo>
                <a:lnTo>
                  <a:pt x="150" y="176"/>
                </a:lnTo>
                <a:lnTo>
                  <a:pt x="156" y="174"/>
                </a:lnTo>
                <a:lnTo>
                  <a:pt x="163" y="172"/>
                </a:lnTo>
                <a:lnTo>
                  <a:pt x="170" y="170"/>
                </a:lnTo>
                <a:lnTo>
                  <a:pt x="176" y="167"/>
                </a:lnTo>
                <a:lnTo>
                  <a:pt x="182" y="165"/>
                </a:lnTo>
                <a:lnTo>
                  <a:pt x="189" y="163"/>
                </a:lnTo>
                <a:lnTo>
                  <a:pt x="195" y="161"/>
                </a:lnTo>
                <a:lnTo>
                  <a:pt x="200" y="158"/>
                </a:lnTo>
                <a:lnTo>
                  <a:pt x="206" y="156"/>
                </a:lnTo>
                <a:lnTo>
                  <a:pt x="211" y="153"/>
                </a:lnTo>
                <a:lnTo>
                  <a:pt x="216" y="150"/>
                </a:lnTo>
                <a:lnTo>
                  <a:pt x="221" y="147"/>
                </a:lnTo>
                <a:lnTo>
                  <a:pt x="226" y="143"/>
                </a:lnTo>
                <a:lnTo>
                  <a:pt x="231" y="139"/>
                </a:lnTo>
                <a:lnTo>
                  <a:pt x="235" y="135"/>
                </a:lnTo>
                <a:lnTo>
                  <a:pt x="239" y="131"/>
                </a:lnTo>
                <a:lnTo>
                  <a:pt x="243" y="126"/>
                </a:lnTo>
                <a:lnTo>
                  <a:pt x="247" y="121"/>
                </a:lnTo>
                <a:lnTo>
                  <a:pt x="250" y="116"/>
                </a:lnTo>
                <a:lnTo>
                  <a:pt x="254" y="110"/>
                </a:lnTo>
                <a:lnTo>
                  <a:pt x="258" y="105"/>
                </a:lnTo>
                <a:lnTo>
                  <a:pt x="261" y="99"/>
                </a:lnTo>
                <a:lnTo>
                  <a:pt x="265" y="93"/>
                </a:lnTo>
                <a:lnTo>
                  <a:pt x="269" y="87"/>
                </a:lnTo>
                <a:lnTo>
                  <a:pt x="273" y="81"/>
                </a:lnTo>
                <a:lnTo>
                  <a:pt x="277" y="76"/>
                </a:lnTo>
                <a:lnTo>
                  <a:pt x="281" y="70"/>
                </a:lnTo>
                <a:lnTo>
                  <a:pt x="285" y="64"/>
                </a:lnTo>
                <a:lnTo>
                  <a:pt x="290" y="59"/>
                </a:lnTo>
                <a:lnTo>
                  <a:pt x="294" y="54"/>
                </a:lnTo>
                <a:lnTo>
                  <a:pt x="299" y="49"/>
                </a:lnTo>
                <a:lnTo>
                  <a:pt x="304" y="45"/>
                </a:lnTo>
                <a:lnTo>
                  <a:pt x="310" y="41"/>
                </a:lnTo>
                <a:lnTo>
                  <a:pt x="315" y="37"/>
                </a:lnTo>
                <a:lnTo>
                  <a:pt x="321" y="34"/>
                </a:lnTo>
                <a:lnTo>
                  <a:pt x="327" y="31"/>
                </a:lnTo>
                <a:lnTo>
                  <a:pt x="333" y="29"/>
                </a:lnTo>
                <a:lnTo>
                  <a:pt x="339" y="27"/>
                </a:lnTo>
                <a:lnTo>
                  <a:pt x="346" y="26"/>
                </a:lnTo>
                <a:lnTo>
                  <a:pt x="352" y="25"/>
                </a:lnTo>
                <a:lnTo>
                  <a:pt x="359" y="24"/>
                </a:lnTo>
                <a:lnTo>
                  <a:pt x="366" y="25"/>
                </a:lnTo>
                <a:lnTo>
                  <a:pt x="373" y="25"/>
                </a:lnTo>
                <a:lnTo>
                  <a:pt x="380" y="26"/>
                </a:lnTo>
                <a:lnTo>
                  <a:pt x="386" y="27"/>
                </a:lnTo>
                <a:lnTo>
                  <a:pt x="393" y="29"/>
                </a:lnTo>
                <a:lnTo>
                  <a:pt x="400" y="30"/>
                </a:lnTo>
                <a:lnTo>
                  <a:pt x="407" y="32"/>
                </a:lnTo>
                <a:lnTo>
                  <a:pt x="414" y="34"/>
                </a:lnTo>
                <a:lnTo>
                  <a:pt x="420" y="36"/>
                </a:lnTo>
                <a:lnTo>
                  <a:pt x="427" y="38"/>
                </a:lnTo>
                <a:lnTo>
                  <a:pt x="433" y="41"/>
                </a:lnTo>
                <a:lnTo>
                  <a:pt x="440" y="43"/>
                </a:lnTo>
                <a:lnTo>
                  <a:pt x="446" y="44"/>
                </a:lnTo>
                <a:lnTo>
                  <a:pt x="452" y="46"/>
                </a:lnTo>
                <a:lnTo>
                  <a:pt x="458" y="48"/>
                </a:lnTo>
                <a:lnTo>
                  <a:pt x="464" y="49"/>
                </a:lnTo>
                <a:lnTo>
                  <a:pt x="470" y="50"/>
                </a:lnTo>
                <a:lnTo>
                  <a:pt x="476" y="50"/>
                </a:lnTo>
                <a:lnTo>
                  <a:pt x="482" y="50"/>
                </a:lnTo>
                <a:lnTo>
                  <a:pt x="488" y="50"/>
                </a:lnTo>
                <a:lnTo>
                  <a:pt x="494" y="50"/>
                </a:lnTo>
                <a:lnTo>
                  <a:pt x="500" y="49"/>
                </a:lnTo>
                <a:lnTo>
                  <a:pt x="506" y="48"/>
                </a:lnTo>
                <a:lnTo>
                  <a:pt x="512" y="46"/>
                </a:lnTo>
                <a:lnTo>
                  <a:pt x="518" y="44"/>
                </a:lnTo>
                <a:lnTo>
                  <a:pt x="524" y="42"/>
                </a:lnTo>
                <a:lnTo>
                  <a:pt x="530" y="40"/>
                </a:lnTo>
                <a:lnTo>
                  <a:pt x="536" y="38"/>
                </a:lnTo>
                <a:lnTo>
                  <a:pt x="543" y="35"/>
                </a:lnTo>
                <a:lnTo>
                  <a:pt x="549" y="33"/>
                </a:lnTo>
                <a:lnTo>
                  <a:pt x="556" y="30"/>
                </a:lnTo>
                <a:lnTo>
                  <a:pt x="562" y="28"/>
                </a:lnTo>
                <a:lnTo>
                  <a:pt x="569" y="25"/>
                </a:lnTo>
                <a:lnTo>
                  <a:pt x="576" y="23"/>
                </a:lnTo>
                <a:lnTo>
                  <a:pt x="582" y="21"/>
                </a:lnTo>
                <a:lnTo>
                  <a:pt x="589" y="20"/>
                </a:lnTo>
                <a:lnTo>
                  <a:pt x="596" y="18"/>
                </a:lnTo>
                <a:lnTo>
                  <a:pt x="603" y="17"/>
                </a:lnTo>
                <a:lnTo>
                  <a:pt x="609" y="17"/>
                </a:lnTo>
                <a:lnTo>
                  <a:pt x="616" y="16"/>
                </a:lnTo>
                <a:lnTo>
                  <a:pt x="623" y="17"/>
                </a:lnTo>
                <a:lnTo>
                  <a:pt x="629" y="18"/>
                </a:lnTo>
                <a:lnTo>
                  <a:pt x="636" y="19"/>
                </a:lnTo>
                <a:lnTo>
                  <a:pt x="642" y="21"/>
                </a:lnTo>
                <a:lnTo>
                  <a:pt x="648" y="23"/>
                </a:lnTo>
                <a:lnTo>
                  <a:pt x="654" y="26"/>
                </a:lnTo>
                <a:lnTo>
                  <a:pt x="660" y="29"/>
                </a:lnTo>
                <a:lnTo>
                  <a:pt x="666" y="32"/>
                </a:lnTo>
                <a:lnTo>
                  <a:pt x="671" y="37"/>
                </a:lnTo>
                <a:lnTo>
                  <a:pt x="676" y="41"/>
                </a:lnTo>
                <a:lnTo>
                  <a:pt x="681" y="46"/>
                </a:lnTo>
                <a:lnTo>
                  <a:pt x="686" y="51"/>
                </a:lnTo>
                <a:lnTo>
                  <a:pt x="691" y="56"/>
                </a:lnTo>
                <a:lnTo>
                  <a:pt x="695" y="61"/>
                </a:lnTo>
                <a:lnTo>
                  <a:pt x="700" y="67"/>
                </a:lnTo>
                <a:lnTo>
                  <a:pt x="704" y="72"/>
                </a:lnTo>
                <a:lnTo>
                  <a:pt x="708" y="78"/>
                </a:lnTo>
                <a:lnTo>
                  <a:pt x="712" y="84"/>
                </a:lnTo>
                <a:lnTo>
                  <a:pt x="716" y="89"/>
                </a:lnTo>
                <a:lnTo>
                  <a:pt x="720" y="95"/>
                </a:lnTo>
                <a:lnTo>
                  <a:pt x="724" y="100"/>
                </a:lnTo>
                <a:lnTo>
                  <a:pt x="728" y="105"/>
                </a:lnTo>
                <a:lnTo>
                  <a:pt x="732" y="109"/>
                </a:lnTo>
                <a:lnTo>
                  <a:pt x="737" y="114"/>
                </a:lnTo>
                <a:lnTo>
                  <a:pt x="741" y="118"/>
                </a:lnTo>
                <a:lnTo>
                  <a:pt x="745" y="122"/>
                </a:lnTo>
                <a:lnTo>
                  <a:pt x="750" y="126"/>
                </a:lnTo>
                <a:lnTo>
                  <a:pt x="755" y="129"/>
                </a:lnTo>
                <a:lnTo>
                  <a:pt x="760" y="132"/>
                </a:lnTo>
                <a:lnTo>
                  <a:pt x="765" y="135"/>
                </a:lnTo>
                <a:lnTo>
                  <a:pt x="771" y="137"/>
                </a:lnTo>
                <a:lnTo>
                  <a:pt x="776" y="140"/>
                </a:lnTo>
                <a:lnTo>
                  <a:pt x="782" y="142"/>
                </a:lnTo>
                <a:lnTo>
                  <a:pt x="788" y="144"/>
                </a:lnTo>
                <a:lnTo>
                  <a:pt x="795" y="146"/>
                </a:lnTo>
                <a:lnTo>
                  <a:pt x="801" y="147"/>
                </a:lnTo>
                <a:lnTo>
                  <a:pt x="808" y="149"/>
                </a:lnTo>
                <a:lnTo>
                  <a:pt x="814" y="151"/>
                </a:lnTo>
                <a:lnTo>
                  <a:pt x="821" y="153"/>
                </a:lnTo>
                <a:lnTo>
                  <a:pt x="828" y="154"/>
                </a:lnTo>
                <a:lnTo>
                  <a:pt x="835" y="156"/>
                </a:lnTo>
                <a:lnTo>
                  <a:pt x="841" y="159"/>
                </a:lnTo>
                <a:lnTo>
                  <a:pt x="848" y="161"/>
                </a:lnTo>
                <a:lnTo>
                  <a:pt x="854" y="164"/>
                </a:lnTo>
                <a:lnTo>
                  <a:pt x="861" y="167"/>
                </a:lnTo>
                <a:lnTo>
                  <a:pt x="867" y="170"/>
                </a:lnTo>
                <a:lnTo>
                  <a:pt x="873" y="173"/>
                </a:lnTo>
                <a:lnTo>
                  <a:pt x="878" y="177"/>
                </a:lnTo>
                <a:lnTo>
                  <a:pt x="883" y="181"/>
                </a:lnTo>
                <a:lnTo>
                  <a:pt x="888" y="186"/>
                </a:lnTo>
                <a:lnTo>
                  <a:pt x="893" y="191"/>
                </a:lnTo>
                <a:lnTo>
                  <a:pt x="897" y="196"/>
                </a:lnTo>
                <a:lnTo>
                  <a:pt x="900" y="201"/>
                </a:lnTo>
                <a:lnTo>
                  <a:pt x="904" y="207"/>
                </a:lnTo>
                <a:lnTo>
                  <a:pt x="906" y="213"/>
                </a:lnTo>
                <a:lnTo>
                  <a:pt x="909" y="219"/>
                </a:lnTo>
                <a:lnTo>
                  <a:pt x="911" y="226"/>
                </a:lnTo>
                <a:lnTo>
                  <a:pt x="912" y="232"/>
                </a:lnTo>
                <a:lnTo>
                  <a:pt x="914" y="239"/>
                </a:lnTo>
                <a:lnTo>
                  <a:pt x="915" y="246"/>
                </a:lnTo>
                <a:lnTo>
                  <a:pt x="915" y="253"/>
                </a:lnTo>
                <a:lnTo>
                  <a:pt x="916" y="260"/>
                </a:lnTo>
                <a:lnTo>
                  <a:pt x="916" y="267"/>
                </a:lnTo>
                <a:lnTo>
                  <a:pt x="916" y="274"/>
                </a:lnTo>
                <a:lnTo>
                  <a:pt x="916" y="281"/>
                </a:lnTo>
                <a:lnTo>
                  <a:pt x="916" y="288"/>
                </a:lnTo>
                <a:lnTo>
                  <a:pt x="916" y="295"/>
                </a:lnTo>
                <a:lnTo>
                  <a:pt x="916" y="301"/>
                </a:lnTo>
                <a:lnTo>
                  <a:pt x="917" y="308"/>
                </a:lnTo>
                <a:lnTo>
                  <a:pt x="917" y="314"/>
                </a:lnTo>
                <a:lnTo>
                  <a:pt x="917" y="321"/>
                </a:lnTo>
                <a:lnTo>
                  <a:pt x="918" y="327"/>
                </a:lnTo>
                <a:lnTo>
                  <a:pt x="919" y="333"/>
                </a:lnTo>
                <a:lnTo>
                  <a:pt x="921" y="339"/>
                </a:lnTo>
                <a:lnTo>
                  <a:pt x="922" y="344"/>
                </a:lnTo>
                <a:lnTo>
                  <a:pt x="924" y="350"/>
                </a:lnTo>
                <a:lnTo>
                  <a:pt x="927" y="355"/>
                </a:lnTo>
                <a:lnTo>
                  <a:pt x="929" y="361"/>
                </a:lnTo>
                <a:lnTo>
                  <a:pt x="932" y="366"/>
                </a:lnTo>
                <a:lnTo>
                  <a:pt x="935" y="371"/>
                </a:lnTo>
                <a:lnTo>
                  <a:pt x="939" y="376"/>
                </a:lnTo>
                <a:lnTo>
                  <a:pt x="943" y="381"/>
                </a:lnTo>
                <a:lnTo>
                  <a:pt x="947" y="387"/>
                </a:lnTo>
                <a:lnTo>
                  <a:pt x="951" y="392"/>
                </a:lnTo>
                <a:lnTo>
                  <a:pt x="955" y="397"/>
                </a:lnTo>
                <a:lnTo>
                  <a:pt x="960" y="402"/>
                </a:lnTo>
                <a:lnTo>
                  <a:pt x="964" y="408"/>
                </a:lnTo>
                <a:lnTo>
                  <a:pt x="968" y="413"/>
                </a:lnTo>
                <a:lnTo>
                  <a:pt x="973" y="419"/>
                </a:lnTo>
                <a:lnTo>
                  <a:pt x="977" y="424"/>
                </a:lnTo>
                <a:lnTo>
                  <a:pt x="981" y="430"/>
                </a:lnTo>
                <a:lnTo>
                  <a:pt x="984" y="436"/>
                </a:lnTo>
                <a:lnTo>
                  <a:pt x="988" y="442"/>
                </a:lnTo>
                <a:lnTo>
                  <a:pt x="991" y="448"/>
                </a:lnTo>
                <a:lnTo>
                  <a:pt x="994" y="455"/>
                </a:lnTo>
                <a:lnTo>
                  <a:pt x="996" y="461"/>
                </a:lnTo>
                <a:lnTo>
                  <a:pt x="997" y="467"/>
                </a:lnTo>
                <a:lnTo>
                  <a:pt x="999" y="474"/>
                </a:lnTo>
                <a:lnTo>
                  <a:pt x="1000" y="480"/>
                </a:lnTo>
                <a:lnTo>
                  <a:pt x="1000" y="487"/>
                </a:lnTo>
                <a:lnTo>
                  <a:pt x="1000" y="493"/>
                </a:lnTo>
                <a:close/>
              </a:path>
            </a:pathLst>
          </a:cu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743200"/>
            <a:ext cx="6400800" cy="548640"/>
          </a:xfrm>
          <a:prstGeom prst="rect">
            <a:avLst/>
          </a:prstGeom>
          <a:noFill/>
        </p:spPr>
        <p:txBody>
          <a:bodyPr wrap="square" anchor="ctr" lIns="0" rIns="0" tIns="0" bIns="0">
            <a:spAutoFit/>
          </a:bodyPr>
          <a:lstStyle/>
          <a:p>
            <a:pPr algn="ctr">
              <a:lnSpc>
                <a:spcPct val="100000"/>
              </a:lnSpc>
            </a:pPr>
            <a:r>
              <a:rPr sz="2700" b="1" spc="400">
                <a:solidFill>
                  <a:srgbClr val="004380"/>
                </a:solidFill>
                <a:latin typeface="Montserrat"/>
              </a:rPr>
              <a:t>PASSO</a:t>
            </a:r>
          </a:p>
        </p:txBody>
      </p:sp>
      <p:sp>
        <p:nvSpPr>
          <p:cNvPr id="6" name="TextBox 5"/>
          <p:cNvSpPr txBox="1"/>
          <p:nvPr/>
        </p:nvSpPr>
        <p:spPr>
          <a:xfrm>
            <a:off x="1371600" y="3246120"/>
            <a:ext cx="6400800" cy="2926080"/>
          </a:xfrm>
          <a:prstGeom prst="rect">
            <a:avLst/>
          </a:prstGeom>
          <a:noFill/>
        </p:spPr>
        <p:txBody>
          <a:bodyPr wrap="square" anchor="ctr" lIns="0" rIns="0" tIns="0" bIns="0">
            <a:spAutoFit/>
          </a:bodyPr>
          <a:lstStyle/>
          <a:p>
            <a:pPr algn="ctr">
              <a:lnSpc>
                <a:spcPct val="100000"/>
              </a:lnSpc>
            </a:pPr>
            <a:r>
              <a:rPr sz="16200" b="1" spc="-300">
                <a:solidFill>
                  <a:srgbClr val="004380"/>
                </a:solidFill>
                <a:latin typeface="Montserrat"/>
              </a:rPr>
              <a:t>06</a:t>
            </a:r>
          </a:p>
        </p:txBody>
      </p:sp>
      <p:sp>
        <p:nvSpPr>
          <p:cNvPr id="7" name="Rectangle 6"/>
          <p:cNvSpPr/>
          <p:nvPr/>
        </p:nvSpPr>
        <p:spPr>
          <a:xfrm>
            <a:off x="9144000" y="12984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12680" y="1143000"/>
            <a:ext cx="9144000" cy="457200"/>
          </a:xfrm>
          <a:prstGeom prst="rect">
            <a:avLst/>
          </a:prstGeom>
          <a:noFill/>
        </p:spPr>
        <p:txBody>
          <a:bodyPr wrap="square" anchor="t" lIns="0" rIns="0" tIns="0" bIns="0">
            <a:spAutoFit/>
          </a:bodyPr>
          <a:lstStyle/>
          <a:p>
            <a:pPr algn="l">
              <a:lnSpc>
                <a:spcPct val="100000"/>
              </a:lnSpc>
            </a:pPr>
            <a:r>
              <a:rPr sz="2000" b="1" spc="300">
                <a:solidFill>
                  <a:srgbClr val="85C227"/>
                </a:solidFill>
                <a:latin typeface="Montserrat"/>
              </a:rPr>
              <a:t>PASSO 06 DE 12</a:t>
            </a:r>
          </a:p>
        </p:txBody>
      </p:sp>
      <p:sp>
        <p:nvSpPr>
          <p:cNvPr id="9" name="TextBox 8"/>
          <p:cNvSpPr txBox="1"/>
          <p:nvPr/>
        </p:nvSpPr>
        <p:spPr>
          <a:xfrm>
            <a:off x="9144000" y="1737360"/>
            <a:ext cx="8778240" cy="6675120"/>
          </a:xfrm>
          <a:prstGeom prst="rect">
            <a:avLst/>
          </a:prstGeom>
          <a:noFill/>
        </p:spPr>
        <p:txBody>
          <a:bodyPr wrap="square" anchor="ctr" lIns="0" rIns="0" tIns="0" bIns="0">
            <a:spAutoFit/>
          </a:bodyPr>
          <a:lstStyle/>
          <a:p>
            <a:pPr algn="l">
              <a:lnSpc>
                <a:spcPct val="100000"/>
              </a:lnSpc>
            </a:pPr>
            <a:r>
              <a:rPr sz="8200" b="1" spc="-100">
                <a:solidFill>
                  <a:srgbClr val="FFFFFF"/>
                </a:solidFill>
                <a:latin typeface="Montserrat"/>
              </a:rPr>
              <a:t>Defina regras</a:t>
            </a:r>
          </a:p>
          <a:p>
            <a:pPr algn="l">
              <a:lnSpc>
                <a:spcPct val="100000"/>
              </a:lnSpc>
            </a:pPr>
            <a:r>
              <a:rPr sz="8200" b="1" spc="-100">
                <a:solidFill>
                  <a:srgbClr val="FFFFFF"/>
                </a:solidFill>
                <a:latin typeface="Montserrat"/>
              </a:rPr>
              <a:t>e limites</a:t>
            </a:r>
          </a:p>
          <a:p>
            <a:pPr algn="l">
              <a:lnSpc>
                <a:spcPct val="100000"/>
              </a:lnSpc>
            </a:pPr>
            <a:r>
              <a:rPr sz="8200" b="1" spc="-100">
                <a:solidFill>
                  <a:srgbClr val="85C227"/>
                </a:solidFill>
                <a:latin typeface="Montserrat"/>
              </a:rPr>
              <a:t>consistentes.</a:t>
            </a:r>
          </a:p>
        </p:txBody>
      </p:sp>
      <p:sp>
        <p:nvSpPr>
          <p:cNvPr id="10" name="Rounded Rectangle 9"/>
          <p:cNvSpPr/>
          <p:nvPr/>
        </p:nvSpPr>
        <p:spPr>
          <a:xfrm>
            <a:off x="9144000"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48088"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552176"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256264"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960352"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664440"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3368528" y="8915400"/>
            <a:ext cx="566928" cy="146304"/>
          </a:xfrm>
          <a:prstGeom prst="roundRect">
            <a:avLst>
              <a:gd name="adj" fmla="val 50000"/>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4072616" y="8915400"/>
            <a:ext cx="566928" cy="146304"/>
          </a:xfrm>
          <a:prstGeom prst="roundRect">
            <a:avLst>
              <a:gd name="adj" fmla="val 50000"/>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4776704" y="8915400"/>
            <a:ext cx="566928" cy="146304"/>
          </a:xfrm>
          <a:prstGeom prst="roundRect">
            <a:avLst>
              <a:gd name="adj" fmla="val 50000"/>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5480792" y="8915400"/>
            <a:ext cx="566928" cy="146304"/>
          </a:xfrm>
          <a:prstGeom prst="roundRect">
            <a:avLst>
              <a:gd name="adj" fmla="val 50000"/>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6184880" y="8915400"/>
            <a:ext cx="566928" cy="146304"/>
          </a:xfrm>
          <a:prstGeom prst="roundRect">
            <a:avLst>
              <a:gd name="adj" fmla="val 50000"/>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6888968" y="8915400"/>
            <a:ext cx="566928" cy="146304"/>
          </a:xfrm>
          <a:prstGeom prst="roundRect">
            <a:avLst>
              <a:gd name="adj" fmla="val 50000"/>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2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508760"/>
            <a:ext cx="6400800" cy="6400800"/>
          </a:xfrm>
          <a:custGeom>
            <a:avLst/>
            <a:gdLst/>
            <a:ahLst/>
            <a:cxnLst/>
            <a:rect l="0" t="0" r="r" b="b"/>
            <a:pathLst>
              <a:path w="1000" h="1000">
                <a:moveTo>
                  <a:pt x="1000" y="500"/>
                </a:moveTo>
                <a:lnTo>
                  <a:pt x="1000" y="507"/>
                </a:lnTo>
                <a:lnTo>
                  <a:pt x="999" y="513"/>
                </a:lnTo>
                <a:lnTo>
                  <a:pt x="998" y="520"/>
                </a:lnTo>
                <a:lnTo>
                  <a:pt x="996" y="526"/>
                </a:lnTo>
                <a:lnTo>
                  <a:pt x="994" y="532"/>
                </a:lnTo>
                <a:lnTo>
                  <a:pt x="991" y="539"/>
                </a:lnTo>
                <a:lnTo>
                  <a:pt x="988" y="545"/>
                </a:lnTo>
                <a:lnTo>
                  <a:pt x="985" y="551"/>
                </a:lnTo>
                <a:lnTo>
                  <a:pt x="981" y="557"/>
                </a:lnTo>
                <a:lnTo>
                  <a:pt x="977" y="563"/>
                </a:lnTo>
                <a:lnTo>
                  <a:pt x="973" y="569"/>
                </a:lnTo>
                <a:lnTo>
                  <a:pt x="969" y="574"/>
                </a:lnTo>
                <a:lnTo>
                  <a:pt x="965" y="580"/>
                </a:lnTo>
                <a:lnTo>
                  <a:pt x="961" y="585"/>
                </a:lnTo>
                <a:lnTo>
                  <a:pt x="956" y="591"/>
                </a:lnTo>
                <a:lnTo>
                  <a:pt x="952" y="596"/>
                </a:lnTo>
                <a:lnTo>
                  <a:pt x="948" y="601"/>
                </a:lnTo>
                <a:lnTo>
                  <a:pt x="945" y="607"/>
                </a:lnTo>
                <a:lnTo>
                  <a:pt x="941" y="612"/>
                </a:lnTo>
                <a:lnTo>
                  <a:pt x="938" y="617"/>
                </a:lnTo>
                <a:lnTo>
                  <a:pt x="935" y="623"/>
                </a:lnTo>
                <a:lnTo>
                  <a:pt x="932" y="628"/>
                </a:lnTo>
                <a:lnTo>
                  <a:pt x="930" y="634"/>
                </a:lnTo>
                <a:lnTo>
                  <a:pt x="928" y="639"/>
                </a:lnTo>
                <a:lnTo>
                  <a:pt x="926" y="645"/>
                </a:lnTo>
                <a:lnTo>
                  <a:pt x="925" y="650"/>
                </a:lnTo>
                <a:lnTo>
                  <a:pt x="924" y="656"/>
                </a:lnTo>
                <a:lnTo>
                  <a:pt x="923" y="662"/>
                </a:lnTo>
                <a:lnTo>
                  <a:pt x="923" y="669"/>
                </a:lnTo>
                <a:lnTo>
                  <a:pt x="923" y="675"/>
                </a:lnTo>
                <a:lnTo>
                  <a:pt x="922" y="681"/>
                </a:lnTo>
                <a:lnTo>
                  <a:pt x="923" y="688"/>
                </a:lnTo>
                <a:lnTo>
                  <a:pt x="923" y="695"/>
                </a:lnTo>
                <a:lnTo>
                  <a:pt x="923" y="702"/>
                </a:lnTo>
                <a:lnTo>
                  <a:pt x="923" y="709"/>
                </a:lnTo>
                <a:lnTo>
                  <a:pt x="923" y="716"/>
                </a:lnTo>
                <a:lnTo>
                  <a:pt x="923" y="723"/>
                </a:lnTo>
                <a:lnTo>
                  <a:pt x="923" y="730"/>
                </a:lnTo>
                <a:lnTo>
                  <a:pt x="923" y="737"/>
                </a:lnTo>
                <a:lnTo>
                  <a:pt x="922" y="744"/>
                </a:lnTo>
                <a:lnTo>
                  <a:pt x="921" y="751"/>
                </a:lnTo>
                <a:lnTo>
                  <a:pt x="920" y="757"/>
                </a:lnTo>
                <a:lnTo>
                  <a:pt x="918" y="764"/>
                </a:lnTo>
                <a:lnTo>
                  <a:pt x="917" y="770"/>
                </a:lnTo>
                <a:lnTo>
                  <a:pt x="914" y="777"/>
                </a:lnTo>
                <a:lnTo>
                  <a:pt x="911" y="783"/>
                </a:lnTo>
                <a:lnTo>
                  <a:pt x="908" y="788"/>
                </a:lnTo>
                <a:lnTo>
                  <a:pt x="905" y="794"/>
                </a:lnTo>
                <a:lnTo>
                  <a:pt x="900" y="799"/>
                </a:lnTo>
                <a:lnTo>
                  <a:pt x="896" y="804"/>
                </a:lnTo>
                <a:lnTo>
                  <a:pt x="891" y="808"/>
                </a:lnTo>
                <a:lnTo>
                  <a:pt x="886" y="813"/>
                </a:lnTo>
                <a:lnTo>
                  <a:pt x="880" y="816"/>
                </a:lnTo>
                <a:lnTo>
                  <a:pt x="875" y="820"/>
                </a:lnTo>
                <a:lnTo>
                  <a:pt x="869" y="823"/>
                </a:lnTo>
                <a:lnTo>
                  <a:pt x="862" y="826"/>
                </a:lnTo>
                <a:lnTo>
                  <a:pt x="856" y="829"/>
                </a:lnTo>
                <a:lnTo>
                  <a:pt x="849" y="831"/>
                </a:lnTo>
                <a:lnTo>
                  <a:pt x="843" y="834"/>
                </a:lnTo>
                <a:lnTo>
                  <a:pt x="836" y="836"/>
                </a:lnTo>
                <a:lnTo>
                  <a:pt x="829" y="838"/>
                </a:lnTo>
                <a:lnTo>
                  <a:pt x="823" y="840"/>
                </a:lnTo>
                <a:lnTo>
                  <a:pt x="816" y="842"/>
                </a:lnTo>
                <a:lnTo>
                  <a:pt x="809" y="844"/>
                </a:lnTo>
                <a:lnTo>
                  <a:pt x="803" y="846"/>
                </a:lnTo>
                <a:lnTo>
                  <a:pt x="797" y="848"/>
                </a:lnTo>
                <a:lnTo>
                  <a:pt x="791" y="850"/>
                </a:lnTo>
                <a:lnTo>
                  <a:pt x="785" y="852"/>
                </a:lnTo>
                <a:lnTo>
                  <a:pt x="780" y="855"/>
                </a:lnTo>
                <a:lnTo>
                  <a:pt x="774" y="858"/>
                </a:lnTo>
                <a:lnTo>
                  <a:pt x="769" y="861"/>
                </a:lnTo>
                <a:lnTo>
                  <a:pt x="765" y="864"/>
                </a:lnTo>
                <a:lnTo>
                  <a:pt x="760" y="868"/>
                </a:lnTo>
                <a:lnTo>
                  <a:pt x="755" y="872"/>
                </a:lnTo>
                <a:lnTo>
                  <a:pt x="751" y="876"/>
                </a:lnTo>
                <a:lnTo>
                  <a:pt x="747" y="880"/>
                </a:lnTo>
                <a:lnTo>
                  <a:pt x="743" y="885"/>
                </a:lnTo>
                <a:lnTo>
                  <a:pt x="739" y="890"/>
                </a:lnTo>
                <a:lnTo>
                  <a:pt x="735" y="895"/>
                </a:lnTo>
                <a:lnTo>
                  <a:pt x="731" y="901"/>
                </a:lnTo>
                <a:lnTo>
                  <a:pt x="727" y="906"/>
                </a:lnTo>
                <a:lnTo>
                  <a:pt x="724" y="912"/>
                </a:lnTo>
                <a:lnTo>
                  <a:pt x="720" y="917"/>
                </a:lnTo>
                <a:lnTo>
                  <a:pt x="716" y="923"/>
                </a:lnTo>
                <a:lnTo>
                  <a:pt x="712" y="929"/>
                </a:lnTo>
                <a:lnTo>
                  <a:pt x="707" y="935"/>
                </a:lnTo>
                <a:lnTo>
                  <a:pt x="703" y="940"/>
                </a:lnTo>
                <a:lnTo>
                  <a:pt x="698" y="945"/>
                </a:lnTo>
                <a:lnTo>
                  <a:pt x="694" y="950"/>
                </a:lnTo>
                <a:lnTo>
                  <a:pt x="689" y="955"/>
                </a:lnTo>
                <a:lnTo>
                  <a:pt x="683" y="960"/>
                </a:lnTo>
                <a:lnTo>
                  <a:pt x="678" y="964"/>
                </a:lnTo>
                <a:lnTo>
                  <a:pt x="672" y="967"/>
                </a:lnTo>
                <a:lnTo>
                  <a:pt x="667" y="971"/>
                </a:lnTo>
                <a:lnTo>
                  <a:pt x="661" y="973"/>
                </a:lnTo>
                <a:lnTo>
                  <a:pt x="655" y="976"/>
                </a:lnTo>
                <a:lnTo>
                  <a:pt x="648" y="977"/>
                </a:lnTo>
                <a:lnTo>
                  <a:pt x="642" y="979"/>
                </a:lnTo>
                <a:lnTo>
                  <a:pt x="635" y="979"/>
                </a:lnTo>
                <a:lnTo>
                  <a:pt x="629" y="980"/>
                </a:lnTo>
                <a:lnTo>
                  <a:pt x="622" y="980"/>
                </a:lnTo>
                <a:lnTo>
                  <a:pt x="615" y="979"/>
                </a:lnTo>
                <a:lnTo>
                  <a:pt x="608" y="978"/>
                </a:lnTo>
                <a:lnTo>
                  <a:pt x="601" y="977"/>
                </a:lnTo>
                <a:lnTo>
                  <a:pt x="595" y="975"/>
                </a:lnTo>
                <a:lnTo>
                  <a:pt x="588" y="973"/>
                </a:lnTo>
                <a:lnTo>
                  <a:pt x="581" y="971"/>
                </a:lnTo>
                <a:lnTo>
                  <a:pt x="574" y="969"/>
                </a:lnTo>
                <a:lnTo>
                  <a:pt x="568" y="967"/>
                </a:lnTo>
                <a:lnTo>
                  <a:pt x="561" y="965"/>
                </a:lnTo>
                <a:lnTo>
                  <a:pt x="555" y="962"/>
                </a:lnTo>
                <a:lnTo>
                  <a:pt x="548" y="960"/>
                </a:lnTo>
                <a:lnTo>
                  <a:pt x="542" y="958"/>
                </a:lnTo>
                <a:lnTo>
                  <a:pt x="536" y="956"/>
                </a:lnTo>
                <a:lnTo>
                  <a:pt x="530" y="954"/>
                </a:lnTo>
                <a:lnTo>
                  <a:pt x="524" y="953"/>
                </a:lnTo>
                <a:lnTo>
                  <a:pt x="518" y="952"/>
                </a:lnTo>
                <a:lnTo>
                  <a:pt x="512" y="951"/>
                </a:lnTo>
                <a:lnTo>
                  <a:pt x="506" y="950"/>
                </a:lnTo>
                <a:lnTo>
                  <a:pt x="500" y="950"/>
                </a:lnTo>
                <a:lnTo>
                  <a:pt x="494" y="950"/>
                </a:lnTo>
                <a:lnTo>
                  <a:pt x="488" y="951"/>
                </a:lnTo>
                <a:lnTo>
                  <a:pt x="482" y="952"/>
                </a:lnTo>
                <a:lnTo>
                  <a:pt x="476" y="953"/>
                </a:lnTo>
                <a:lnTo>
                  <a:pt x="470" y="954"/>
                </a:lnTo>
                <a:lnTo>
                  <a:pt x="464" y="956"/>
                </a:lnTo>
                <a:lnTo>
                  <a:pt x="458" y="958"/>
                </a:lnTo>
                <a:lnTo>
                  <a:pt x="452" y="960"/>
                </a:lnTo>
                <a:lnTo>
                  <a:pt x="445" y="962"/>
                </a:lnTo>
                <a:lnTo>
                  <a:pt x="439" y="965"/>
                </a:lnTo>
                <a:lnTo>
                  <a:pt x="432" y="967"/>
                </a:lnTo>
                <a:lnTo>
                  <a:pt x="426" y="969"/>
                </a:lnTo>
                <a:lnTo>
                  <a:pt x="419" y="971"/>
                </a:lnTo>
                <a:lnTo>
                  <a:pt x="412" y="973"/>
                </a:lnTo>
                <a:lnTo>
                  <a:pt x="405" y="975"/>
                </a:lnTo>
                <a:lnTo>
                  <a:pt x="399" y="977"/>
                </a:lnTo>
                <a:lnTo>
                  <a:pt x="392" y="978"/>
                </a:lnTo>
                <a:lnTo>
                  <a:pt x="385" y="979"/>
                </a:lnTo>
                <a:lnTo>
                  <a:pt x="378" y="980"/>
                </a:lnTo>
                <a:lnTo>
                  <a:pt x="371" y="980"/>
                </a:lnTo>
                <a:lnTo>
                  <a:pt x="365" y="979"/>
                </a:lnTo>
                <a:lnTo>
                  <a:pt x="358" y="979"/>
                </a:lnTo>
                <a:lnTo>
                  <a:pt x="352" y="977"/>
                </a:lnTo>
                <a:lnTo>
                  <a:pt x="345" y="976"/>
                </a:lnTo>
                <a:lnTo>
                  <a:pt x="339" y="973"/>
                </a:lnTo>
                <a:lnTo>
                  <a:pt x="333" y="971"/>
                </a:lnTo>
                <a:lnTo>
                  <a:pt x="328" y="967"/>
                </a:lnTo>
                <a:lnTo>
                  <a:pt x="322" y="964"/>
                </a:lnTo>
                <a:lnTo>
                  <a:pt x="317" y="960"/>
                </a:lnTo>
                <a:lnTo>
                  <a:pt x="311" y="955"/>
                </a:lnTo>
                <a:lnTo>
                  <a:pt x="306" y="950"/>
                </a:lnTo>
                <a:lnTo>
                  <a:pt x="302" y="945"/>
                </a:lnTo>
                <a:lnTo>
                  <a:pt x="297" y="940"/>
                </a:lnTo>
                <a:lnTo>
                  <a:pt x="293" y="935"/>
                </a:lnTo>
                <a:lnTo>
                  <a:pt x="288" y="929"/>
                </a:lnTo>
                <a:lnTo>
                  <a:pt x="284" y="923"/>
                </a:lnTo>
                <a:lnTo>
                  <a:pt x="280" y="917"/>
                </a:lnTo>
                <a:lnTo>
                  <a:pt x="276" y="912"/>
                </a:lnTo>
                <a:lnTo>
                  <a:pt x="273" y="906"/>
                </a:lnTo>
                <a:lnTo>
                  <a:pt x="269" y="901"/>
                </a:lnTo>
                <a:lnTo>
                  <a:pt x="265" y="895"/>
                </a:lnTo>
                <a:lnTo>
                  <a:pt x="261" y="890"/>
                </a:lnTo>
                <a:lnTo>
                  <a:pt x="257" y="885"/>
                </a:lnTo>
                <a:lnTo>
                  <a:pt x="253" y="880"/>
                </a:lnTo>
                <a:lnTo>
                  <a:pt x="249" y="876"/>
                </a:lnTo>
                <a:lnTo>
                  <a:pt x="245" y="872"/>
                </a:lnTo>
                <a:lnTo>
                  <a:pt x="240" y="868"/>
                </a:lnTo>
                <a:lnTo>
                  <a:pt x="235" y="864"/>
                </a:lnTo>
                <a:lnTo>
                  <a:pt x="231" y="861"/>
                </a:lnTo>
                <a:lnTo>
                  <a:pt x="226" y="858"/>
                </a:lnTo>
                <a:lnTo>
                  <a:pt x="220" y="855"/>
                </a:lnTo>
                <a:lnTo>
                  <a:pt x="215" y="852"/>
                </a:lnTo>
                <a:lnTo>
                  <a:pt x="209" y="850"/>
                </a:lnTo>
                <a:lnTo>
                  <a:pt x="203" y="848"/>
                </a:lnTo>
                <a:lnTo>
                  <a:pt x="197" y="846"/>
                </a:lnTo>
                <a:lnTo>
                  <a:pt x="191" y="844"/>
                </a:lnTo>
                <a:lnTo>
                  <a:pt x="184" y="842"/>
                </a:lnTo>
                <a:lnTo>
                  <a:pt x="177" y="840"/>
                </a:lnTo>
                <a:lnTo>
                  <a:pt x="171" y="838"/>
                </a:lnTo>
                <a:lnTo>
                  <a:pt x="164" y="836"/>
                </a:lnTo>
                <a:lnTo>
                  <a:pt x="157" y="834"/>
                </a:lnTo>
                <a:lnTo>
                  <a:pt x="151" y="831"/>
                </a:lnTo>
                <a:lnTo>
                  <a:pt x="144" y="829"/>
                </a:lnTo>
                <a:lnTo>
                  <a:pt x="138" y="826"/>
                </a:lnTo>
                <a:lnTo>
                  <a:pt x="131" y="823"/>
                </a:lnTo>
                <a:lnTo>
                  <a:pt x="125" y="820"/>
                </a:lnTo>
                <a:lnTo>
                  <a:pt x="120" y="816"/>
                </a:lnTo>
                <a:lnTo>
                  <a:pt x="114" y="813"/>
                </a:lnTo>
                <a:lnTo>
                  <a:pt x="109" y="808"/>
                </a:lnTo>
                <a:lnTo>
                  <a:pt x="104" y="804"/>
                </a:lnTo>
                <a:lnTo>
                  <a:pt x="100" y="799"/>
                </a:lnTo>
                <a:lnTo>
                  <a:pt x="95" y="794"/>
                </a:lnTo>
                <a:lnTo>
                  <a:pt x="92" y="788"/>
                </a:lnTo>
                <a:lnTo>
                  <a:pt x="89" y="783"/>
                </a:lnTo>
                <a:lnTo>
                  <a:pt x="86" y="777"/>
                </a:lnTo>
                <a:lnTo>
                  <a:pt x="83" y="770"/>
                </a:lnTo>
                <a:lnTo>
                  <a:pt x="82" y="764"/>
                </a:lnTo>
                <a:lnTo>
                  <a:pt x="80" y="757"/>
                </a:lnTo>
                <a:lnTo>
                  <a:pt x="79" y="751"/>
                </a:lnTo>
                <a:lnTo>
                  <a:pt x="78" y="744"/>
                </a:lnTo>
                <a:lnTo>
                  <a:pt x="77" y="737"/>
                </a:lnTo>
                <a:lnTo>
                  <a:pt x="77" y="730"/>
                </a:lnTo>
                <a:lnTo>
                  <a:pt x="77" y="723"/>
                </a:lnTo>
                <a:lnTo>
                  <a:pt x="77" y="716"/>
                </a:lnTo>
                <a:lnTo>
                  <a:pt x="77" y="709"/>
                </a:lnTo>
                <a:lnTo>
                  <a:pt x="77" y="702"/>
                </a:lnTo>
                <a:lnTo>
                  <a:pt x="77" y="695"/>
                </a:lnTo>
                <a:lnTo>
                  <a:pt x="77" y="688"/>
                </a:lnTo>
                <a:lnTo>
                  <a:pt x="78" y="681"/>
                </a:lnTo>
                <a:lnTo>
                  <a:pt x="77" y="675"/>
                </a:lnTo>
                <a:lnTo>
                  <a:pt x="77" y="669"/>
                </a:lnTo>
                <a:lnTo>
                  <a:pt x="77" y="662"/>
                </a:lnTo>
                <a:lnTo>
                  <a:pt x="76" y="656"/>
                </a:lnTo>
                <a:lnTo>
                  <a:pt x="75" y="650"/>
                </a:lnTo>
                <a:lnTo>
                  <a:pt x="74" y="645"/>
                </a:lnTo>
                <a:lnTo>
                  <a:pt x="72" y="639"/>
                </a:lnTo>
                <a:lnTo>
                  <a:pt x="70" y="634"/>
                </a:lnTo>
                <a:lnTo>
                  <a:pt x="68" y="628"/>
                </a:lnTo>
                <a:lnTo>
                  <a:pt x="65" y="623"/>
                </a:lnTo>
                <a:lnTo>
                  <a:pt x="62" y="617"/>
                </a:lnTo>
                <a:lnTo>
                  <a:pt x="59" y="612"/>
                </a:lnTo>
                <a:lnTo>
                  <a:pt x="55" y="607"/>
                </a:lnTo>
                <a:lnTo>
                  <a:pt x="52" y="601"/>
                </a:lnTo>
                <a:lnTo>
                  <a:pt x="48" y="596"/>
                </a:lnTo>
                <a:lnTo>
                  <a:pt x="44" y="591"/>
                </a:lnTo>
                <a:lnTo>
                  <a:pt x="39" y="585"/>
                </a:lnTo>
                <a:lnTo>
                  <a:pt x="35" y="580"/>
                </a:lnTo>
                <a:lnTo>
                  <a:pt x="31" y="574"/>
                </a:lnTo>
                <a:lnTo>
                  <a:pt x="27" y="569"/>
                </a:lnTo>
                <a:lnTo>
                  <a:pt x="23" y="563"/>
                </a:lnTo>
                <a:lnTo>
                  <a:pt x="19" y="557"/>
                </a:lnTo>
                <a:lnTo>
                  <a:pt x="15" y="551"/>
                </a:lnTo>
                <a:lnTo>
                  <a:pt x="12" y="545"/>
                </a:lnTo>
                <a:lnTo>
                  <a:pt x="9" y="539"/>
                </a:lnTo>
                <a:lnTo>
                  <a:pt x="6" y="532"/>
                </a:lnTo>
                <a:lnTo>
                  <a:pt x="4" y="526"/>
                </a:lnTo>
                <a:lnTo>
                  <a:pt x="2" y="520"/>
                </a:lnTo>
                <a:lnTo>
                  <a:pt x="1" y="513"/>
                </a:lnTo>
                <a:lnTo>
                  <a:pt x="0" y="507"/>
                </a:lnTo>
                <a:lnTo>
                  <a:pt x="0" y="500"/>
                </a:lnTo>
                <a:lnTo>
                  <a:pt x="0" y="493"/>
                </a:lnTo>
                <a:lnTo>
                  <a:pt x="1" y="487"/>
                </a:lnTo>
                <a:lnTo>
                  <a:pt x="2" y="480"/>
                </a:lnTo>
                <a:lnTo>
                  <a:pt x="4" y="474"/>
                </a:lnTo>
                <a:lnTo>
                  <a:pt x="6" y="468"/>
                </a:lnTo>
                <a:lnTo>
                  <a:pt x="9" y="461"/>
                </a:lnTo>
                <a:lnTo>
                  <a:pt x="12" y="455"/>
                </a:lnTo>
                <a:lnTo>
                  <a:pt x="15" y="449"/>
                </a:lnTo>
                <a:lnTo>
                  <a:pt x="19" y="443"/>
                </a:lnTo>
                <a:lnTo>
                  <a:pt x="23" y="437"/>
                </a:lnTo>
                <a:lnTo>
                  <a:pt x="27" y="431"/>
                </a:lnTo>
                <a:lnTo>
                  <a:pt x="31" y="426"/>
                </a:lnTo>
                <a:lnTo>
                  <a:pt x="35" y="420"/>
                </a:lnTo>
                <a:lnTo>
                  <a:pt x="39" y="415"/>
                </a:lnTo>
                <a:lnTo>
                  <a:pt x="44" y="409"/>
                </a:lnTo>
                <a:lnTo>
                  <a:pt x="48" y="404"/>
                </a:lnTo>
                <a:lnTo>
                  <a:pt x="52" y="399"/>
                </a:lnTo>
                <a:lnTo>
                  <a:pt x="55" y="393"/>
                </a:lnTo>
                <a:lnTo>
                  <a:pt x="59" y="388"/>
                </a:lnTo>
                <a:lnTo>
                  <a:pt x="62" y="383"/>
                </a:lnTo>
                <a:lnTo>
                  <a:pt x="65" y="377"/>
                </a:lnTo>
                <a:lnTo>
                  <a:pt x="68" y="372"/>
                </a:lnTo>
                <a:lnTo>
                  <a:pt x="70" y="366"/>
                </a:lnTo>
                <a:lnTo>
                  <a:pt x="72" y="361"/>
                </a:lnTo>
                <a:lnTo>
                  <a:pt x="74" y="355"/>
                </a:lnTo>
                <a:lnTo>
                  <a:pt x="75" y="350"/>
                </a:lnTo>
                <a:lnTo>
                  <a:pt x="76" y="344"/>
                </a:lnTo>
                <a:lnTo>
                  <a:pt x="77" y="338"/>
                </a:lnTo>
                <a:lnTo>
                  <a:pt x="77" y="331"/>
                </a:lnTo>
                <a:lnTo>
                  <a:pt x="77" y="325"/>
                </a:lnTo>
                <a:lnTo>
                  <a:pt x="78" y="319"/>
                </a:lnTo>
                <a:lnTo>
                  <a:pt x="77" y="312"/>
                </a:lnTo>
                <a:lnTo>
                  <a:pt x="77" y="305"/>
                </a:lnTo>
                <a:lnTo>
                  <a:pt x="77" y="298"/>
                </a:lnTo>
                <a:lnTo>
                  <a:pt x="77" y="291"/>
                </a:lnTo>
                <a:lnTo>
                  <a:pt x="77" y="284"/>
                </a:lnTo>
                <a:lnTo>
                  <a:pt x="77" y="277"/>
                </a:lnTo>
                <a:lnTo>
                  <a:pt x="77" y="270"/>
                </a:lnTo>
                <a:lnTo>
                  <a:pt x="77" y="263"/>
                </a:lnTo>
                <a:lnTo>
                  <a:pt x="78" y="256"/>
                </a:lnTo>
                <a:lnTo>
                  <a:pt x="79" y="249"/>
                </a:lnTo>
                <a:lnTo>
                  <a:pt x="80" y="243"/>
                </a:lnTo>
                <a:lnTo>
                  <a:pt x="82" y="236"/>
                </a:lnTo>
                <a:lnTo>
                  <a:pt x="83" y="230"/>
                </a:lnTo>
                <a:lnTo>
                  <a:pt x="86" y="223"/>
                </a:lnTo>
                <a:lnTo>
                  <a:pt x="89" y="217"/>
                </a:lnTo>
                <a:lnTo>
                  <a:pt x="92" y="212"/>
                </a:lnTo>
                <a:lnTo>
                  <a:pt x="95" y="206"/>
                </a:lnTo>
                <a:lnTo>
                  <a:pt x="100" y="201"/>
                </a:lnTo>
                <a:lnTo>
                  <a:pt x="104" y="196"/>
                </a:lnTo>
                <a:lnTo>
                  <a:pt x="109" y="192"/>
                </a:lnTo>
                <a:lnTo>
                  <a:pt x="114" y="187"/>
                </a:lnTo>
                <a:lnTo>
                  <a:pt x="120" y="184"/>
                </a:lnTo>
                <a:lnTo>
                  <a:pt x="125" y="180"/>
                </a:lnTo>
                <a:lnTo>
                  <a:pt x="131" y="177"/>
                </a:lnTo>
                <a:lnTo>
                  <a:pt x="138" y="174"/>
                </a:lnTo>
                <a:lnTo>
                  <a:pt x="144" y="171"/>
                </a:lnTo>
                <a:lnTo>
                  <a:pt x="151" y="169"/>
                </a:lnTo>
                <a:lnTo>
                  <a:pt x="157" y="166"/>
                </a:lnTo>
                <a:lnTo>
                  <a:pt x="164" y="164"/>
                </a:lnTo>
                <a:lnTo>
                  <a:pt x="171" y="162"/>
                </a:lnTo>
                <a:lnTo>
                  <a:pt x="177" y="160"/>
                </a:lnTo>
                <a:lnTo>
                  <a:pt x="184" y="158"/>
                </a:lnTo>
                <a:lnTo>
                  <a:pt x="191" y="156"/>
                </a:lnTo>
                <a:lnTo>
                  <a:pt x="197" y="154"/>
                </a:lnTo>
                <a:lnTo>
                  <a:pt x="203" y="152"/>
                </a:lnTo>
                <a:lnTo>
                  <a:pt x="209" y="150"/>
                </a:lnTo>
                <a:lnTo>
                  <a:pt x="215" y="148"/>
                </a:lnTo>
                <a:lnTo>
                  <a:pt x="220" y="145"/>
                </a:lnTo>
                <a:lnTo>
                  <a:pt x="226" y="142"/>
                </a:lnTo>
                <a:lnTo>
                  <a:pt x="231" y="139"/>
                </a:lnTo>
                <a:lnTo>
                  <a:pt x="235" y="136"/>
                </a:lnTo>
                <a:lnTo>
                  <a:pt x="240" y="132"/>
                </a:lnTo>
                <a:lnTo>
                  <a:pt x="245" y="128"/>
                </a:lnTo>
                <a:lnTo>
                  <a:pt x="249" y="124"/>
                </a:lnTo>
                <a:lnTo>
                  <a:pt x="253" y="120"/>
                </a:lnTo>
                <a:lnTo>
                  <a:pt x="257" y="115"/>
                </a:lnTo>
                <a:lnTo>
                  <a:pt x="261" y="110"/>
                </a:lnTo>
                <a:lnTo>
                  <a:pt x="265" y="105"/>
                </a:lnTo>
                <a:lnTo>
                  <a:pt x="269" y="99"/>
                </a:lnTo>
                <a:lnTo>
                  <a:pt x="273" y="94"/>
                </a:lnTo>
                <a:lnTo>
                  <a:pt x="276" y="88"/>
                </a:lnTo>
                <a:lnTo>
                  <a:pt x="280" y="83"/>
                </a:lnTo>
                <a:lnTo>
                  <a:pt x="284" y="77"/>
                </a:lnTo>
                <a:lnTo>
                  <a:pt x="288" y="71"/>
                </a:lnTo>
                <a:lnTo>
                  <a:pt x="293" y="65"/>
                </a:lnTo>
                <a:lnTo>
                  <a:pt x="297" y="60"/>
                </a:lnTo>
                <a:lnTo>
                  <a:pt x="302" y="55"/>
                </a:lnTo>
                <a:lnTo>
                  <a:pt x="306" y="50"/>
                </a:lnTo>
                <a:lnTo>
                  <a:pt x="311" y="45"/>
                </a:lnTo>
                <a:lnTo>
                  <a:pt x="317" y="40"/>
                </a:lnTo>
                <a:lnTo>
                  <a:pt x="322" y="36"/>
                </a:lnTo>
                <a:lnTo>
                  <a:pt x="328" y="33"/>
                </a:lnTo>
                <a:lnTo>
                  <a:pt x="333" y="29"/>
                </a:lnTo>
                <a:lnTo>
                  <a:pt x="339" y="27"/>
                </a:lnTo>
                <a:lnTo>
                  <a:pt x="345" y="24"/>
                </a:lnTo>
                <a:lnTo>
                  <a:pt x="352" y="23"/>
                </a:lnTo>
                <a:lnTo>
                  <a:pt x="358" y="21"/>
                </a:lnTo>
                <a:lnTo>
                  <a:pt x="365" y="21"/>
                </a:lnTo>
                <a:lnTo>
                  <a:pt x="371" y="20"/>
                </a:lnTo>
                <a:lnTo>
                  <a:pt x="378" y="20"/>
                </a:lnTo>
                <a:lnTo>
                  <a:pt x="385" y="21"/>
                </a:lnTo>
                <a:lnTo>
                  <a:pt x="392" y="22"/>
                </a:lnTo>
                <a:lnTo>
                  <a:pt x="399" y="23"/>
                </a:lnTo>
                <a:lnTo>
                  <a:pt x="405" y="25"/>
                </a:lnTo>
                <a:lnTo>
                  <a:pt x="412" y="27"/>
                </a:lnTo>
                <a:lnTo>
                  <a:pt x="419" y="29"/>
                </a:lnTo>
                <a:lnTo>
                  <a:pt x="426" y="31"/>
                </a:lnTo>
                <a:lnTo>
                  <a:pt x="432" y="33"/>
                </a:lnTo>
                <a:lnTo>
                  <a:pt x="439" y="35"/>
                </a:lnTo>
                <a:lnTo>
                  <a:pt x="445" y="38"/>
                </a:lnTo>
                <a:lnTo>
                  <a:pt x="452" y="40"/>
                </a:lnTo>
                <a:lnTo>
                  <a:pt x="458" y="42"/>
                </a:lnTo>
                <a:lnTo>
                  <a:pt x="464" y="44"/>
                </a:lnTo>
                <a:lnTo>
                  <a:pt x="470" y="46"/>
                </a:lnTo>
                <a:lnTo>
                  <a:pt x="476" y="47"/>
                </a:lnTo>
                <a:lnTo>
                  <a:pt x="482" y="48"/>
                </a:lnTo>
                <a:lnTo>
                  <a:pt x="488" y="49"/>
                </a:lnTo>
                <a:lnTo>
                  <a:pt x="494" y="50"/>
                </a:lnTo>
                <a:lnTo>
                  <a:pt x="500" y="50"/>
                </a:lnTo>
                <a:lnTo>
                  <a:pt x="506" y="50"/>
                </a:lnTo>
                <a:lnTo>
                  <a:pt x="512" y="49"/>
                </a:lnTo>
                <a:lnTo>
                  <a:pt x="518" y="48"/>
                </a:lnTo>
                <a:lnTo>
                  <a:pt x="524" y="47"/>
                </a:lnTo>
                <a:lnTo>
                  <a:pt x="530" y="46"/>
                </a:lnTo>
                <a:lnTo>
                  <a:pt x="536" y="44"/>
                </a:lnTo>
                <a:lnTo>
                  <a:pt x="542" y="42"/>
                </a:lnTo>
                <a:lnTo>
                  <a:pt x="548" y="40"/>
                </a:lnTo>
                <a:lnTo>
                  <a:pt x="555" y="38"/>
                </a:lnTo>
                <a:lnTo>
                  <a:pt x="561" y="35"/>
                </a:lnTo>
                <a:lnTo>
                  <a:pt x="568" y="33"/>
                </a:lnTo>
                <a:lnTo>
                  <a:pt x="574" y="31"/>
                </a:lnTo>
                <a:lnTo>
                  <a:pt x="581" y="29"/>
                </a:lnTo>
                <a:lnTo>
                  <a:pt x="588" y="27"/>
                </a:lnTo>
                <a:lnTo>
                  <a:pt x="595" y="25"/>
                </a:lnTo>
                <a:lnTo>
                  <a:pt x="601" y="23"/>
                </a:lnTo>
                <a:lnTo>
                  <a:pt x="608" y="22"/>
                </a:lnTo>
                <a:lnTo>
                  <a:pt x="615" y="21"/>
                </a:lnTo>
                <a:lnTo>
                  <a:pt x="622" y="20"/>
                </a:lnTo>
                <a:lnTo>
                  <a:pt x="629" y="20"/>
                </a:lnTo>
                <a:lnTo>
                  <a:pt x="635" y="21"/>
                </a:lnTo>
                <a:lnTo>
                  <a:pt x="642" y="21"/>
                </a:lnTo>
                <a:lnTo>
                  <a:pt x="648" y="23"/>
                </a:lnTo>
                <a:lnTo>
                  <a:pt x="655" y="24"/>
                </a:lnTo>
                <a:lnTo>
                  <a:pt x="661" y="27"/>
                </a:lnTo>
                <a:lnTo>
                  <a:pt x="667" y="29"/>
                </a:lnTo>
                <a:lnTo>
                  <a:pt x="672" y="33"/>
                </a:lnTo>
                <a:lnTo>
                  <a:pt x="678" y="36"/>
                </a:lnTo>
                <a:lnTo>
                  <a:pt x="683" y="40"/>
                </a:lnTo>
                <a:lnTo>
                  <a:pt x="689" y="45"/>
                </a:lnTo>
                <a:lnTo>
                  <a:pt x="694" y="50"/>
                </a:lnTo>
                <a:lnTo>
                  <a:pt x="698" y="55"/>
                </a:lnTo>
                <a:lnTo>
                  <a:pt x="703" y="60"/>
                </a:lnTo>
                <a:lnTo>
                  <a:pt x="707" y="65"/>
                </a:lnTo>
                <a:lnTo>
                  <a:pt x="712" y="71"/>
                </a:lnTo>
                <a:lnTo>
                  <a:pt x="716" y="77"/>
                </a:lnTo>
                <a:lnTo>
                  <a:pt x="720" y="83"/>
                </a:lnTo>
                <a:lnTo>
                  <a:pt x="724" y="88"/>
                </a:lnTo>
                <a:lnTo>
                  <a:pt x="727" y="94"/>
                </a:lnTo>
                <a:lnTo>
                  <a:pt x="731" y="99"/>
                </a:lnTo>
                <a:lnTo>
                  <a:pt x="735" y="105"/>
                </a:lnTo>
                <a:lnTo>
                  <a:pt x="739" y="110"/>
                </a:lnTo>
                <a:lnTo>
                  <a:pt x="743" y="115"/>
                </a:lnTo>
                <a:lnTo>
                  <a:pt x="747" y="120"/>
                </a:lnTo>
                <a:lnTo>
                  <a:pt x="751" y="124"/>
                </a:lnTo>
                <a:lnTo>
                  <a:pt x="755" y="128"/>
                </a:lnTo>
                <a:lnTo>
                  <a:pt x="760" y="132"/>
                </a:lnTo>
                <a:lnTo>
                  <a:pt x="765" y="136"/>
                </a:lnTo>
                <a:lnTo>
                  <a:pt x="769" y="139"/>
                </a:lnTo>
                <a:lnTo>
                  <a:pt x="774" y="142"/>
                </a:lnTo>
                <a:lnTo>
                  <a:pt x="780" y="145"/>
                </a:lnTo>
                <a:lnTo>
                  <a:pt x="785" y="148"/>
                </a:lnTo>
                <a:lnTo>
                  <a:pt x="791" y="150"/>
                </a:lnTo>
                <a:lnTo>
                  <a:pt x="797" y="152"/>
                </a:lnTo>
                <a:lnTo>
                  <a:pt x="803" y="154"/>
                </a:lnTo>
                <a:lnTo>
                  <a:pt x="809" y="156"/>
                </a:lnTo>
                <a:lnTo>
                  <a:pt x="816" y="158"/>
                </a:lnTo>
                <a:lnTo>
                  <a:pt x="823" y="160"/>
                </a:lnTo>
                <a:lnTo>
                  <a:pt x="829" y="162"/>
                </a:lnTo>
                <a:lnTo>
                  <a:pt x="836" y="164"/>
                </a:lnTo>
                <a:lnTo>
                  <a:pt x="843" y="166"/>
                </a:lnTo>
                <a:lnTo>
                  <a:pt x="849" y="169"/>
                </a:lnTo>
                <a:lnTo>
                  <a:pt x="856" y="171"/>
                </a:lnTo>
                <a:lnTo>
                  <a:pt x="862" y="174"/>
                </a:lnTo>
                <a:lnTo>
                  <a:pt x="869" y="177"/>
                </a:lnTo>
                <a:lnTo>
                  <a:pt x="875" y="180"/>
                </a:lnTo>
                <a:lnTo>
                  <a:pt x="880" y="184"/>
                </a:lnTo>
                <a:lnTo>
                  <a:pt x="886" y="187"/>
                </a:lnTo>
                <a:lnTo>
                  <a:pt x="891" y="192"/>
                </a:lnTo>
                <a:lnTo>
                  <a:pt x="896" y="196"/>
                </a:lnTo>
                <a:lnTo>
                  <a:pt x="900" y="201"/>
                </a:lnTo>
                <a:lnTo>
                  <a:pt x="905" y="206"/>
                </a:lnTo>
                <a:lnTo>
                  <a:pt x="908" y="212"/>
                </a:lnTo>
                <a:lnTo>
                  <a:pt x="911" y="217"/>
                </a:lnTo>
                <a:lnTo>
                  <a:pt x="914" y="223"/>
                </a:lnTo>
                <a:lnTo>
                  <a:pt x="917" y="230"/>
                </a:lnTo>
                <a:lnTo>
                  <a:pt x="918" y="236"/>
                </a:lnTo>
                <a:lnTo>
                  <a:pt x="920" y="243"/>
                </a:lnTo>
                <a:lnTo>
                  <a:pt x="921" y="249"/>
                </a:lnTo>
                <a:lnTo>
                  <a:pt x="922" y="256"/>
                </a:lnTo>
                <a:lnTo>
                  <a:pt x="923" y="263"/>
                </a:lnTo>
                <a:lnTo>
                  <a:pt x="923" y="270"/>
                </a:lnTo>
                <a:lnTo>
                  <a:pt x="923" y="277"/>
                </a:lnTo>
                <a:lnTo>
                  <a:pt x="923" y="284"/>
                </a:lnTo>
                <a:lnTo>
                  <a:pt x="923" y="291"/>
                </a:lnTo>
                <a:lnTo>
                  <a:pt x="923" y="298"/>
                </a:lnTo>
                <a:lnTo>
                  <a:pt x="923" y="305"/>
                </a:lnTo>
                <a:lnTo>
                  <a:pt x="923" y="312"/>
                </a:lnTo>
                <a:lnTo>
                  <a:pt x="922" y="319"/>
                </a:lnTo>
                <a:lnTo>
                  <a:pt x="923" y="325"/>
                </a:lnTo>
                <a:lnTo>
                  <a:pt x="923" y="331"/>
                </a:lnTo>
                <a:lnTo>
                  <a:pt x="923" y="338"/>
                </a:lnTo>
                <a:lnTo>
                  <a:pt x="924" y="344"/>
                </a:lnTo>
                <a:lnTo>
                  <a:pt x="925" y="350"/>
                </a:lnTo>
                <a:lnTo>
                  <a:pt x="926" y="355"/>
                </a:lnTo>
                <a:lnTo>
                  <a:pt x="928" y="361"/>
                </a:lnTo>
                <a:lnTo>
                  <a:pt x="930" y="366"/>
                </a:lnTo>
                <a:lnTo>
                  <a:pt x="932" y="372"/>
                </a:lnTo>
                <a:lnTo>
                  <a:pt x="935" y="377"/>
                </a:lnTo>
                <a:lnTo>
                  <a:pt x="938" y="383"/>
                </a:lnTo>
                <a:lnTo>
                  <a:pt x="941" y="388"/>
                </a:lnTo>
                <a:lnTo>
                  <a:pt x="945" y="393"/>
                </a:lnTo>
                <a:lnTo>
                  <a:pt x="948" y="399"/>
                </a:lnTo>
                <a:lnTo>
                  <a:pt x="952" y="404"/>
                </a:lnTo>
                <a:lnTo>
                  <a:pt x="956" y="409"/>
                </a:lnTo>
                <a:lnTo>
                  <a:pt x="961" y="415"/>
                </a:lnTo>
                <a:lnTo>
                  <a:pt x="965" y="420"/>
                </a:lnTo>
                <a:lnTo>
                  <a:pt x="969" y="426"/>
                </a:lnTo>
                <a:lnTo>
                  <a:pt x="973" y="431"/>
                </a:lnTo>
                <a:lnTo>
                  <a:pt x="977" y="437"/>
                </a:lnTo>
                <a:lnTo>
                  <a:pt x="981" y="443"/>
                </a:lnTo>
                <a:lnTo>
                  <a:pt x="985" y="449"/>
                </a:lnTo>
                <a:lnTo>
                  <a:pt x="988" y="455"/>
                </a:lnTo>
                <a:lnTo>
                  <a:pt x="991" y="461"/>
                </a:lnTo>
                <a:lnTo>
                  <a:pt x="994" y="468"/>
                </a:lnTo>
                <a:lnTo>
                  <a:pt x="996" y="474"/>
                </a:lnTo>
                <a:lnTo>
                  <a:pt x="998" y="480"/>
                </a:lnTo>
                <a:lnTo>
                  <a:pt x="999" y="487"/>
                </a:lnTo>
                <a:lnTo>
                  <a:pt x="1000" y="493"/>
                </a:lnTo>
                <a:close/>
              </a:path>
            </a:pathLst>
          </a:custGeom>
          <a:solidFill>
            <a:srgbClr val="85C227"/>
          </a:solidFill>
          <a:ln w="762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395727" y="2532888"/>
            <a:ext cx="4352544" cy="4352544"/>
          </a:xfrm>
          <a:custGeom>
            <a:avLst/>
            <a:gdLst/>
            <a:ahLst/>
            <a:cxnLst/>
            <a:rect l="0" t="0" r="r" b="b"/>
            <a:pathLst>
              <a:path w="1000" h="1000">
                <a:moveTo>
                  <a:pt x="999" y="500"/>
                </a:moveTo>
                <a:lnTo>
                  <a:pt x="998" y="507"/>
                </a:lnTo>
                <a:lnTo>
                  <a:pt x="996" y="513"/>
                </a:lnTo>
                <a:lnTo>
                  <a:pt x="994" y="519"/>
                </a:lnTo>
                <a:lnTo>
                  <a:pt x="991" y="526"/>
                </a:lnTo>
                <a:lnTo>
                  <a:pt x="988" y="532"/>
                </a:lnTo>
                <a:lnTo>
                  <a:pt x="985" y="538"/>
                </a:lnTo>
                <a:lnTo>
                  <a:pt x="981" y="544"/>
                </a:lnTo>
                <a:lnTo>
                  <a:pt x="978" y="550"/>
                </a:lnTo>
                <a:lnTo>
                  <a:pt x="974" y="556"/>
                </a:lnTo>
                <a:lnTo>
                  <a:pt x="970" y="562"/>
                </a:lnTo>
                <a:lnTo>
                  <a:pt x="966" y="568"/>
                </a:lnTo>
                <a:lnTo>
                  <a:pt x="962" y="573"/>
                </a:lnTo>
                <a:lnTo>
                  <a:pt x="958" y="579"/>
                </a:lnTo>
                <a:lnTo>
                  <a:pt x="954" y="584"/>
                </a:lnTo>
                <a:lnTo>
                  <a:pt x="950" y="590"/>
                </a:lnTo>
                <a:lnTo>
                  <a:pt x="946" y="595"/>
                </a:lnTo>
                <a:lnTo>
                  <a:pt x="943" y="600"/>
                </a:lnTo>
                <a:lnTo>
                  <a:pt x="940" y="606"/>
                </a:lnTo>
                <a:lnTo>
                  <a:pt x="938" y="611"/>
                </a:lnTo>
                <a:lnTo>
                  <a:pt x="935" y="617"/>
                </a:lnTo>
                <a:lnTo>
                  <a:pt x="933" y="622"/>
                </a:lnTo>
                <a:lnTo>
                  <a:pt x="932" y="628"/>
                </a:lnTo>
                <a:lnTo>
                  <a:pt x="930" y="634"/>
                </a:lnTo>
                <a:lnTo>
                  <a:pt x="929" y="639"/>
                </a:lnTo>
                <a:lnTo>
                  <a:pt x="928" y="645"/>
                </a:lnTo>
                <a:lnTo>
                  <a:pt x="928" y="652"/>
                </a:lnTo>
                <a:lnTo>
                  <a:pt x="928" y="658"/>
                </a:lnTo>
                <a:lnTo>
                  <a:pt x="928" y="664"/>
                </a:lnTo>
                <a:lnTo>
                  <a:pt x="928" y="671"/>
                </a:lnTo>
                <a:lnTo>
                  <a:pt x="928" y="677"/>
                </a:lnTo>
                <a:lnTo>
                  <a:pt x="929" y="684"/>
                </a:lnTo>
                <a:lnTo>
                  <a:pt x="929" y="691"/>
                </a:lnTo>
                <a:lnTo>
                  <a:pt x="930" y="698"/>
                </a:lnTo>
                <a:lnTo>
                  <a:pt x="930" y="705"/>
                </a:lnTo>
                <a:lnTo>
                  <a:pt x="930" y="712"/>
                </a:lnTo>
                <a:lnTo>
                  <a:pt x="930" y="719"/>
                </a:lnTo>
                <a:lnTo>
                  <a:pt x="930" y="726"/>
                </a:lnTo>
                <a:lnTo>
                  <a:pt x="929" y="733"/>
                </a:lnTo>
                <a:lnTo>
                  <a:pt x="929" y="740"/>
                </a:lnTo>
                <a:lnTo>
                  <a:pt x="927" y="747"/>
                </a:lnTo>
                <a:lnTo>
                  <a:pt x="926" y="753"/>
                </a:lnTo>
                <a:lnTo>
                  <a:pt x="924" y="760"/>
                </a:lnTo>
                <a:lnTo>
                  <a:pt x="922" y="766"/>
                </a:lnTo>
                <a:lnTo>
                  <a:pt x="919" y="772"/>
                </a:lnTo>
                <a:lnTo>
                  <a:pt x="916" y="778"/>
                </a:lnTo>
                <a:lnTo>
                  <a:pt x="912" y="783"/>
                </a:lnTo>
                <a:lnTo>
                  <a:pt x="908" y="788"/>
                </a:lnTo>
                <a:lnTo>
                  <a:pt x="904" y="793"/>
                </a:lnTo>
                <a:lnTo>
                  <a:pt x="899" y="798"/>
                </a:lnTo>
                <a:lnTo>
                  <a:pt x="893" y="802"/>
                </a:lnTo>
                <a:lnTo>
                  <a:pt x="888" y="806"/>
                </a:lnTo>
                <a:lnTo>
                  <a:pt x="882" y="809"/>
                </a:lnTo>
                <a:lnTo>
                  <a:pt x="876" y="813"/>
                </a:lnTo>
                <a:lnTo>
                  <a:pt x="870" y="816"/>
                </a:lnTo>
                <a:lnTo>
                  <a:pt x="863" y="819"/>
                </a:lnTo>
                <a:lnTo>
                  <a:pt x="857" y="821"/>
                </a:lnTo>
                <a:lnTo>
                  <a:pt x="850" y="824"/>
                </a:lnTo>
                <a:lnTo>
                  <a:pt x="844" y="826"/>
                </a:lnTo>
                <a:lnTo>
                  <a:pt x="837" y="828"/>
                </a:lnTo>
                <a:lnTo>
                  <a:pt x="830" y="830"/>
                </a:lnTo>
                <a:lnTo>
                  <a:pt x="824" y="833"/>
                </a:lnTo>
                <a:lnTo>
                  <a:pt x="818" y="835"/>
                </a:lnTo>
                <a:lnTo>
                  <a:pt x="811" y="837"/>
                </a:lnTo>
                <a:lnTo>
                  <a:pt x="805" y="839"/>
                </a:lnTo>
                <a:lnTo>
                  <a:pt x="800" y="842"/>
                </a:lnTo>
                <a:lnTo>
                  <a:pt x="794" y="844"/>
                </a:lnTo>
                <a:lnTo>
                  <a:pt x="789" y="847"/>
                </a:lnTo>
                <a:lnTo>
                  <a:pt x="784" y="850"/>
                </a:lnTo>
                <a:lnTo>
                  <a:pt x="779" y="853"/>
                </a:lnTo>
                <a:lnTo>
                  <a:pt x="774" y="857"/>
                </a:lnTo>
                <a:lnTo>
                  <a:pt x="769" y="861"/>
                </a:lnTo>
                <a:lnTo>
                  <a:pt x="765" y="865"/>
                </a:lnTo>
                <a:lnTo>
                  <a:pt x="761" y="869"/>
                </a:lnTo>
                <a:lnTo>
                  <a:pt x="757" y="874"/>
                </a:lnTo>
                <a:lnTo>
                  <a:pt x="753" y="879"/>
                </a:lnTo>
                <a:lnTo>
                  <a:pt x="750" y="884"/>
                </a:lnTo>
                <a:lnTo>
                  <a:pt x="746" y="890"/>
                </a:lnTo>
                <a:lnTo>
                  <a:pt x="742" y="895"/>
                </a:lnTo>
                <a:lnTo>
                  <a:pt x="739" y="901"/>
                </a:lnTo>
                <a:lnTo>
                  <a:pt x="735" y="907"/>
                </a:lnTo>
                <a:lnTo>
                  <a:pt x="731" y="913"/>
                </a:lnTo>
                <a:lnTo>
                  <a:pt x="727" y="919"/>
                </a:lnTo>
                <a:lnTo>
                  <a:pt x="723" y="924"/>
                </a:lnTo>
                <a:lnTo>
                  <a:pt x="719" y="930"/>
                </a:lnTo>
                <a:lnTo>
                  <a:pt x="715" y="936"/>
                </a:lnTo>
                <a:lnTo>
                  <a:pt x="710" y="941"/>
                </a:lnTo>
                <a:lnTo>
                  <a:pt x="706" y="946"/>
                </a:lnTo>
                <a:lnTo>
                  <a:pt x="701" y="951"/>
                </a:lnTo>
                <a:lnTo>
                  <a:pt x="696" y="955"/>
                </a:lnTo>
                <a:lnTo>
                  <a:pt x="690" y="959"/>
                </a:lnTo>
                <a:lnTo>
                  <a:pt x="685" y="963"/>
                </a:lnTo>
                <a:lnTo>
                  <a:pt x="679" y="966"/>
                </a:lnTo>
                <a:lnTo>
                  <a:pt x="673" y="969"/>
                </a:lnTo>
                <a:lnTo>
                  <a:pt x="667" y="971"/>
                </a:lnTo>
                <a:lnTo>
                  <a:pt x="661" y="973"/>
                </a:lnTo>
                <a:lnTo>
                  <a:pt x="654" y="974"/>
                </a:lnTo>
                <a:lnTo>
                  <a:pt x="648" y="975"/>
                </a:lnTo>
                <a:lnTo>
                  <a:pt x="641" y="976"/>
                </a:lnTo>
                <a:lnTo>
                  <a:pt x="634" y="975"/>
                </a:lnTo>
                <a:lnTo>
                  <a:pt x="627" y="975"/>
                </a:lnTo>
                <a:lnTo>
                  <a:pt x="620" y="974"/>
                </a:lnTo>
                <a:lnTo>
                  <a:pt x="614" y="973"/>
                </a:lnTo>
                <a:lnTo>
                  <a:pt x="607" y="971"/>
                </a:lnTo>
                <a:lnTo>
                  <a:pt x="600" y="970"/>
                </a:lnTo>
                <a:lnTo>
                  <a:pt x="593" y="968"/>
                </a:lnTo>
                <a:lnTo>
                  <a:pt x="586" y="966"/>
                </a:lnTo>
                <a:lnTo>
                  <a:pt x="580" y="964"/>
                </a:lnTo>
                <a:lnTo>
                  <a:pt x="573" y="962"/>
                </a:lnTo>
                <a:lnTo>
                  <a:pt x="567" y="959"/>
                </a:lnTo>
                <a:lnTo>
                  <a:pt x="560" y="957"/>
                </a:lnTo>
                <a:lnTo>
                  <a:pt x="554" y="956"/>
                </a:lnTo>
                <a:lnTo>
                  <a:pt x="548" y="954"/>
                </a:lnTo>
                <a:lnTo>
                  <a:pt x="542" y="952"/>
                </a:lnTo>
                <a:lnTo>
                  <a:pt x="536" y="951"/>
                </a:lnTo>
                <a:lnTo>
                  <a:pt x="530" y="950"/>
                </a:lnTo>
                <a:lnTo>
                  <a:pt x="524" y="950"/>
                </a:lnTo>
                <a:lnTo>
                  <a:pt x="518" y="950"/>
                </a:lnTo>
                <a:lnTo>
                  <a:pt x="512" y="950"/>
                </a:lnTo>
                <a:lnTo>
                  <a:pt x="506" y="950"/>
                </a:lnTo>
                <a:lnTo>
                  <a:pt x="500" y="951"/>
                </a:lnTo>
                <a:lnTo>
                  <a:pt x="494" y="952"/>
                </a:lnTo>
                <a:lnTo>
                  <a:pt x="488" y="954"/>
                </a:lnTo>
                <a:lnTo>
                  <a:pt x="482" y="956"/>
                </a:lnTo>
                <a:lnTo>
                  <a:pt x="476" y="958"/>
                </a:lnTo>
                <a:lnTo>
                  <a:pt x="470" y="960"/>
                </a:lnTo>
                <a:lnTo>
                  <a:pt x="464" y="962"/>
                </a:lnTo>
                <a:lnTo>
                  <a:pt x="457" y="965"/>
                </a:lnTo>
                <a:lnTo>
                  <a:pt x="451" y="967"/>
                </a:lnTo>
                <a:lnTo>
                  <a:pt x="444" y="970"/>
                </a:lnTo>
                <a:lnTo>
                  <a:pt x="438" y="972"/>
                </a:lnTo>
                <a:lnTo>
                  <a:pt x="431" y="975"/>
                </a:lnTo>
                <a:lnTo>
                  <a:pt x="424" y="977"/>
                </a:lnTo>
                <a:lnTo>
                  <a:pt x="418" y="979"/>
                </a:lnTo>
                <a:lnTo>
                  <a:pt x="411" y="980"/>
                </a:lnTo>
                <a:lnTo>
                  <a:pt x="404" y="982"/>
                </a:lnTo>
                <a:lnTo>
                  <a:pt x="397" y="983"/>
                </a:lnTo>
                <a:lnTo>
                  <a:pt x="391" y="983"/>
                </a:lnTo>
                <a:lnTo>
                  <a:pt x="384" y="984"/>
                </a:lnTo>
                <a:lnTo>
                  <a:pt x="377" y="983"/>
                </a:lnTo>
                <a:lnTo>
                  <a:pt x="371" y="982"/>
                </a:lnTo>
                <a:lnTo>
                  <a:pt x="364" y="981"/>
                </a:lnTo>
                <a:lnTo>
                  <a:pt x="358" y="979"/>
                </a:lnTo>
                <a:lnTo>
                  <a:pt x="352" y="977"/>
                </a:lnTo>
                <a:lnTo>
                  <a:pt x="346" y="974"/>
                </a:lnTo>
                <a:lnTo>
                  <a:pt x="340" y="971"/>
                </a:lnTo>
                <a:lnTo>
                  <a:pt x="334" y="968"/>
                </a:lnTo>
                <a:lnTo>
                  <a:pt x="329" y="963"/>
                </a:lnTo>
                <a:lnTo>
                  <a:pt x="324" y="959"/>
                </a:lnTo>
                <a:lnTo>
                  <a:pt x="319" y="954"/>
                </a:lnTo>
                <a:lnTo>
                  <a:pt x="314" y="949"/>
                </a:lnTo>
                <a:lnTo>
                  <a:pt x="309" y="944"/>
                </a:lnTo>
                <a:lnTo>
                  <a:pt x="305" y="939"/>
                </a:lnTo>
                <a:lnTo>
                  <a:pt x="300" y="933"/>
                </a:lnTo>
                <a:lnTo>
                  <a:pt x="296" y="928"/>
                </a:lnTo>
                <a:lnTo>
                  <a:pt x="292" y="922"/>
                </a:lnTo>
                <a:lnTo>
                  <a:pt x="288" y="916"/>
                </a:lnTo>
                <a:lnTo>
                  <a:pt x="284" y="911"/>
                </a:lnTo>
                <a:lnTo>
                  <a:pt x="280" y="905"/>
                </a:lnTo>
                <a:lnTo>
                  <a:pt x="276" y="900"/>
                </a:lnTo>
                <a:lnTo>
                  <a:pt x="272" y="895"/>
                </a:lnTo>
                <a:lnTo>
                  <a:pt x="268" y="891"/>
                </a:lnTo>
                <a:lnTo>
                  <a:pt x="263" y="886"/>
                </a:lnTo>
                <a:lnTo>
                  <a:pt x="259" y="882"/>
                </a:lnTo>
                <a:lnTo>
                  <a:pt x="255" y="878"/>
                </a:lnTo>
                <a:lnTo>
                  <a:pt x="250" y="874"/>
                </a:lnTo>
                <a:lnTo>
                  <a:pt x="245" y="871"/>
                </a:lnTo>
                <a:lnTo>
                  <a:pt x="240" y="868"/>
                </a:lnTo>
                <a:lnTo>
                  <a:pt x="235" y="865"/>
                </a:lnTo>
                <a:lnTo>
                  <a:pt x="229" y="863"/>
                </a:lnTo>
                <a:lnTo>
                  <a:pt x="224" y="860"/>
                </a:lnTo>
                <a:lnTo>
                  <a:pt x="218" y="858"/>
                </a:lnTo>
                <a:lnTo>
                  <a:pt x="212" y="856"/>
                </a:lnTo>
                <a:lnTo>
                  <a:pt x="205" y="854"/>
                </a:lnTo>
                <a:lnTo>
                  <a:pt x="199" y="853"/>
                </a:lnTo>
                <a:lnTo>
                  <a:pt x="192" y="851"/>
                </a:lnTo>
                <a:lnTo>
                  <a:pt x="186" y="849"/>
                </a:lnTo>
                <a:lnTo>
                  <a:pt x="179" y="847"/>
                </a:lnTo>
                <a:lnTo>
                  <a:pt x="172" y="846"/>
                </a:lnTo>
                <a:lnTo>
                  <a:pt x="165" y="844"/>
                </a:lnTo>
                <a:lnTo>
                  <a:pt x="159" y="841"/>
                </a:lnTo>
                <a:lnTo>
                  <a:pt x="152" y="839"/>
                </a:lnTo>
                <a:lnTo>
                  <a:pt x="146" y="836"/>
                </a:lnTo>
                <a:lnTo>
                  <a:pt x="139" y="833"/>
                </a:lnTo>
                <a:lnTo>
                  <a:pt x="133" y="830"/>
                </a:lnTo>
                <a:lnTo>
                  <a:pt x="127" y="827"/>
                </a:lnTo>
                <a:lnTo>
                  <a:pt x="122" y="823"/>
                </a:lnTo>
                <a:lnTo>
                  <a:pt x="117" y="819"/>
                </a:lnTo>
                <a:lnTo>
                  <a:pt x="112" y="814"/>
                </a:lnTo>
                <a:lnTo>
                  <a:pt x="107" y="809"/>
                </a:lnTo>
                <a:lnTo>
                  <a:pt x="103" y="804"/>
                </a:lnTo>
                <a:lnTo>
                  <a:pt x="100" y="799"/>
                </a:lnTo>
                <a:lnTo>
                  <a:pt x="96" y="793"/>
                </a:lnTo>
                <a:lnTo>
                  <a:pt x="94" y="787"/>
                </a:lnTo>
                <a:lnTo>
                  <a:pt x="91" y="781"/>
                </a:lnTo>
                <a:lnTo>
                  <a:pt x="89" y="774"/>
                </a:lnTo>
                <a:lnTo>
                  <a:pt x="88" y="768"/>
                </a:lnTo>
                <a:lnTo>
                  <a:pt x="86" y="761"/>
                </a:lnTo>
                <a:lnTo>
                  <a:pt x="85" y="754"/>
                </a:lnTo>
                <a:lnTo>
                  <a:pt x="85" y="747"/>
                </a:lnTo>
                <a:lnTo>
                  <a:pt x="84" y="740"/>
                </a:lnTo>
                <a:lnTo>
                  <a:pt x="84" y="733"/>
                </a:lnTo>
                <a:lnTo>
                  <a:pt x="84" y="726"/>
                </a:lnTo>
                <a:lnTo>
                  <a:pt x="84" y="719"/>
                </a:lnTo>
                <a:lnTo>
                  <a:pt x="84" y="712"/>
                </a:lnTo>
                <a:lnTo>
                  <a:pt x="84" y="705"/>
                </a:lnTo>
                <a:lnTo>
                  <a:pt x="84" y="699"/>
                </a:lnTo>
                <a:lnTo>
                  <a:pt x="83" y="692"/>
                </a:lnTo>
                <a:lnTo>
                  <a:pt x="83" y="686"/>
                </a:lnTo>
                <a:lnTo>
                  <a:pt x="83" y="679"/>
                </a:lnTo>
                <a:lnTo>
                  <a:pt x="82" y="673"/>
                </a:lnTo>
                <a:lnTo>
                  <a:pt x="81" y="667"/>
                </a:lnTo>
                <a:lnTo>
                  <a:pt x="79" y="661"/>
                </a:lnTo>
                <a:lnTo>
                  <a:pt x="78" y="656"/>
                </a:lnTo>
                <a:lnTo>
                  <a:pt x="76" y="650"/>
                </a:lnTo>
                <a:lnTo>
                  <a:pt x="73" y="645"/>
                </a:lnTo>
                <a:lnTo>
                  <a:pt x="71" y="639"/>
                </a:lnTo>
                <a:lnTo>
                  <a:pt x="68" y="634"/>
                </a:lnTo>
                <a:lnTo>
                  <a:pt x="65" y="629"/>
                </a:lnTo>
                <a:lnTo>
                  <a:pt x="61" y="624"/>
                </a:lnTo>
                <a:lnTo>
                  <a:pt x="57" y="619"/>
                </a:lnTo>
                <a:lnTo>
                  <a:pt x="53" y="613"/>
                </a:lnTo>
                <a:lnTo>
                  <a:pt x="49" y="608"/>
                </a:lnTo>
                <a:lnTo>
                  <a:pt x="45" y="603"/>
                </a:lnTo>
                <a:lnTo>
                  <a:pt x="40" y="598"/>
                </a:lnTo>
                <a:lnTo>
                  <a:pt x="36" y="592"/>
                </a:lnTo>
                <a:lnTo>
                  <a:pt x="32" y="587"/>
                </a:lnTo>
                <a:lnTo>
                  <a:pt x="27" y="581"/>
                </a:lnTo>
                <a:lnTo>
                  <a:pt x="23" y="576"/>
                </a:lnTo>
                <a:lnTo>
                  <a:pt x="19" y="570"/>
                </a:lnTo>
                <a:lnTo>
                  <a:pt x="16" y="564"/>
                </a:lnTo>
                <a:lnTo>
                  <a:pt x="12" y="558"/>
                </a:lnTo>
                <a:lnTo>
                  <a:pt x="9" y="552"/>
                </a:lnTo>
                <a:lnTo>
                  <a:pt x="6" y="545"/>
                </a:lnTo>
                <a:lnTo>
                  <a:pt x="4" y="539"/>
                </a:lnTo>
                <a:lnTo>
                  <a:pt x="3" y="533"/>
                </a:lnTo>
                <a:lnTo>
                  <a:pt x="1" y="526"/>
                </a:lnTo>
                <a:lnTo>
                  <a:pt x="0" y="520"/>
                </a:lnTo>
                <a:lnTo>
                  <a:pt x="0" y="513"/>
                </a:lnTo>
                <a:lnTo>
                  <a:pt x="0" y="507"/>
                </a:lnTo>
                <a:lnTo>
                  <a:pt x="1" y="500"/>
                </a:lnTo>
                <a:lnTo>
                  <a:pt x="2" y="493"/>
                </a:lnTo>
                <a:lnTo>
                  <a:pt x="4" y="487"/>
                </a:lnTo>
                <a:lnTo>
                  <a:pt x="6" y="481"/>
                </a:lnTo>
                <a:lnTo>
                  <a:pt x="9" y="474"/>
                </a:lnTo>
                <a:lnTo>
                  <a:pt x="12" y="468"/>
                </a:lnTo>
                <a:lnTo>
                  <a:pt x="15" y="462"/>
                </a:lnTo>
                <a:lnTo>
                  <a:pt x="19" y="456"/>
                </a:lnTo>
                <a:lnTo>
                  <a:pt x="22" y="450"/>
                </a:lnTo>
                <a:lnTo>
                  <a:pt x="26" y="444"/>
                </a:lnTo>
                <a:lnTo>
                  <a:pt x="30" y="438"/>
                </a:lnTo>
                <a:lnTo>
                  <a:pt x="34" y="432"/>
                </a:lnTo>
                <a:lnTo>
                  <a:pt x="38" y="427"/>
                </a:lnTo>
                <a:lnTo>
                  <a:pt x="42" y="421"/>
                </a:lnTo>
                <a:lnTo>
                  <a:pt x="46" y="416"/>
                </a:lnTo>
                <a:lnTo>
                  <a:pt x="50" y="410"/>
                </a:lnTo>
                <a:lnTo>
                  <a:pt x="54" y="405"/>
                </a:lnTo>
                <a:lnTo>
                  <a:pt x="57" y="400"/>
                </a:lnTo>
                <a:lnTo>
                  <a:pt x="60" y="394"/>
                </a:lnTo>
                <a:lnTo>
                  <a:pt x="62" y="389"/>
                </a:lnTo>
                <a:lnTo>
                  <a:pt x="65" y="383"/>
                </a:lnTo>
                <a:lnTo>
                  <a:pt x="67" y="378"/>
                </a:lnTo>
                <a:lnTo>
                  <a:pt x="68" y="372"/>
                </a:lnTo>
                <a:lnTo>
                  <a:pt x="70" y="366"/>
                </a:lnTo>
                <a:lnTo>
                  <a:pt x="71" y="361"/>
                </a:lnTo>
                <a:lnTo>
                  <a:pt x="72" y="355"/>
                </a:lnTo>
                <a:lnTo>
                  <a:pt x="72" y="348"/>
                </a:lnTo>
                <a:lnTo>
                  <a:pt x="72" y="342"/>
                </a:lnTo>
                <a:lnTo>
                  <a:pt x="72" y="336"/>
                </a:lnTo>
                <a:lnTo>
                  <a:pt x="72" y="329"/>
                </a:lnTo>
                <a:lnTo>
                  <a:pt x="72" y="323"/>
                </a:lnTo>
                <a:lnTo>
                  <a:pt x="71" y="316"/>
                </a:lnTo>
                <a:lnTo>
                  <a:pt x="71" y="309"/>
                </a:lnTo>
                <a:lnTo>
                  <a:pt x="70" y="302"/>
                </a:lnTo>
                <a:lnTo>
                  <a:pt x="70" y="295"/>
                </a:lnTo>
                <a:lnTo>
                  <a:pt x="70" y="288"/>
                </a:lnTo>
                <a:lnTo>
                  <a:pt x="70" y="281"/>
                </a:lnTo>
                <a:lnTo>
                  <a:pt x="70" y="274"/>
                </a:lnTo>
                <a:lnTo>
                  <a:pt x="71" y="267"/>
                </a:lnTo>
                <a:lnTo>
                  <a:pt x="71" y="260"/>
                </a:lnTo>
                <a:lnTo>
                  <a:pt x="73" y="253"/>
                </a:lnTo>
                <a:lnTo>
                  <a:pt x="74" y="247"/>
                </a:lnTo>
                <a:lnTo>
                  <a:pt x="76" y="240"/>
                </a:lnTo>
                <a:lnTo>
                  <a:pt x="78" y="234"/>
                </a:lnTo>
                <a:lnTo>
                  <a:pt x="81" y="228"/>
                </a:lnTo>
                <a:lnTo>
                  <a:pt x="84" y="222"/>
                </a:lnTo>
                <a:lnTo>
                  <a:pt x="88" y="217"/>
                </a:lnTo>
                <a:lnTo>
                  <a:pt x="92" y="212"/>
                </a:lnTo>
                <a:lnTo>
                  <a:pt x="96" y="207"/>
                </a:lnTo>
                <a:lnTo>
                  <a:pt x="101" y="202"/>
                </a:lnTo>
                <a:lnTo>
                  <a:pt x="107" y="198"/>
                </a:lnTo>
                <a:lnTo>
                  <a:pt x="112" y="194"/>
                </a:lnTo>
                <a:lnTo>
                  <a:pt x="118" y="191"/>
                </a:lnTo>
                <a:lnTo>
                  <a:pt x="124" y="187"/>
                </a:lnTo>
                <a:lnTo>
                  <a:pt x="130" y="184"/>
                </a:lnTo>
                <a:lnTo>
                  <a:pt x="137" y="181"/>
                </a:lnTo>
                <a:lnTo>
                  <a:pt x="143" y="179"/>
                </a:lnTo>
                <a:lnTo>
                  <a:pt x="150" y="176"/>
                </a:lnTo>
                <a:lnTo>
                  <a:pt x="156" y="174"/>
                </a:lnTo>
                <a:lnTo>
                  <a:pt x="163" y="172"/>
                </a:lnTo>
                <a:lnTo>
                  <a:pt x="170" y="170"/>
                </a:lnTo>
                <a:lnTo>
                  <a:pt x="176" y="167"/>
                </a:lnTo>
                <a:lnTo>
                  <a:pt x="182" y="165"/>
                </a:lnTo>
                <a:lnTo>
                  <a:pt x="189" y="163"/>
                </a:lnTo>
                <a:lnTo>
                  <a:pt x="195" y="161"/>
                </a:lnTo>
                <a:lnTo>
                  <a:pt x="200" y="158"/>
                </a:lnTo>
                <a:lnTo>
                  <a:pt x="206" y="156"/>
                </a:lnTo>
                <a:lnTo>
                  <a:pt x="211" y="153"/>
                </a:lnTo>
                <a:lnTo>
                  <a:pt x="216" y="150"/>
                </a:lnTo>
                <a:lnTo>
                  <a:pt x="221" y="147"/>
                </a:lnTo>
                <a:lnTo>
                  <a:pt x="226" y="143"/>
                </a:lnTo>
                <a:lnTo>
                  <a:pt x="231" y="139"/>
                </a:lnTo>
                <a:lnTo>
                  <a:pt x="235" y="135"/>
                </a:lnTo>
                <a:lnTo>
                  <a:pt x="239" y="131"/>
                </a:lnTo>
                <a:lnTo>
                  <a:pt x="243" y="126"/>
                </a:lnTo>
                <a:lnTo>
                  <a:pt x="247" y="121"/>
                </a:lnTo>
                <a:lnTo>
                  <a:pt x="250" y="116"/>
                </a:lnTo>
                <a:lnTo>
                  <a:pt x="254" y="110"/>
                </a:lnTo>
                <a:lnTo>
                  <a:pt x="258" y="105"/>
                </a:lnTo>
                <a:lnTo>
                  <a:pt x="261" y="99"/>
                </a:lnTo>
                <a:lnTo>
                  <a:pt x="265" y="93"/>
                </a:lnTo>
                <a:lnTo>
                  <a:pt x="269" y="87"/>
                </a:lnTo>
                <a:lnTo>
                  <a:pt x="273" y="81"/>
                </a:lnTo>
                <a:lnTo>
                  <a:pt x="277" y="76"/>
                </a:lnTo>
                <a:lnTo>
                  <a:pt x="281" y="70"/>
                </a:lnTo>
                <a:lnTo>
                  <a:pt x="285" y="64"/>
                </a:lnTo>
                <a:lnTo>
                  <a:pt x="290" y="59"/>
                </a:lnTo>
                <a:lnTo>
                  <a:pt x="294" y="54"/>
                </a:lnTo>
                <a:lnTo>
                  <a:pt x="299" y="49"/>
                </a:lnTo>
                <a:lnTo>
                  <a:pt x="304" y="45"/>
                </a:lnTo>
                <a:lnTo>
                  <a:pt x="310" y="41"/>
                </a:lnTo>
                <a:lnTo>
                  <a:pt x="315" y="37"/>
                </a:lnTo>
                <a:lnTo>
                  <a:pt x="321" y="34"/>
                </a:lnTo>
                <a:lnTo>
                  <a:pt x="327" y="31"/>
                </a:lnTo>
                <a:lnTo>
                  <a:pt x="333" y="29"/>
                </a:lnTo>
                <a:lnTo>
                  <a:pt x="339" y="27"/>
                </a:lnTo>
                <a:lnTo>
                  <a:pt x="346" y="26"/>
                </a:lnTo>
                <a:lnTo>
                  <a:pt x="352" y="25"/>
                </a:lnTo>
                <a:lnTo>
                  <a:pt x="359" y="24"/>
                </a:lnTo>
                <a:lnTo>
                  <a:pt x="366" y="25"/>
                </a:lnTo>
                <a:lnTo>
                  <a:pt x="373" y="25"/>
                </a:lnTo>
                <a:lnTo>
                  <a:pt x="380" y="26"/>
                </a:lnTo>
                <a:lnTo>
                  <a:pt x="386" y="27"/>
                </a:lnTo>
                <a:lnTo>
                  <a:pt x="393" y="29"/>
                </a:lnTo>
                <a:lnTo>
                  <a:pt x="400" y="30"/>
                </a:lnTo>
                <a:lnTo>
                  <a:pt x="407" y="32"/>
                </a:lnTo>
                <a:lnTo>
                  <a:pt x="414" y="34"/>
                </a:lnTo>
                <a:lnTo>
                  <a:pt x="420" y="36"/>
                </a:lnTo>
                <a:lnTo>
                  <a:pt x="427" y="38"/>
                </a:lnTo>
                <a:lnTo>
                  <a:pt x="433" y="41"/>
                </a:lnTo>
                <a:lnTo>
                  <a:pt x="440" y="43"/>
                </a:lnTo>
                <a:lnTo>
                  <a:pt x="446" y="44"/>
                </a:lnTo>
                <a:lnTo>
                  <a:pt x="452" y="46"/>
                </a:lnTo>
                <a:lnTo>
                  <a:pt x="458" y="48"/>
                </a:lnTo>
                <a:lnTo>
                  <a:pt x="464" y="49"/>
                </a:lnTo>
                <a:lnTo>
                  <a:pt x="470" y="50"/>
                </a:lnTo>
                <a:lnTo>
                  <a:pt x="476" y="50"/>
                </a:lnTo>
                <a:lnTo>
                  <a:pt x="482" y="50"/>
                </a:lnTo>
                <a:lnTo>
                  <a:pt x="488" y="50"/>
                </a:lnTo>
                <a:lnTo>
                  <a:pt x="494" y="50"/>
                </a:lnTo>
                <a:lnTo>
                  <a:pt x="500" y="49"/>
                </a:lnTo>
                <a:lnTo>
                  <a:pt x="506" y="48"/>
                </a:lnTo>
                <a:lnTo>
                  <a:pt x="512" y="46"/>
                </a:lnTo>
                <a:lnTo>
                  <a:pt x="518" y="44"/>
                </a:lnTo>
                <a:lnTo>
                  <a:pt x="524" y="42"/>
                </a:lnTo>
                <a:lnTo>
                  <a:pt x="530" y="40"/>
                </a:lnTo>
                <a:lnTo>
                  <a:pt x="536" y="38"/>
                </a:lnTo>
                <a:lnTo>
                  <a:pt x="543" y="35"/>
                </a:lnTo>
                <a:lnTo>
                  <a:pt x="549" y="33"/>
                </a:lnTo>
                <a:lnTo>
                  <a:pt x="556" y="30"/>
                </a:lnTo>
                <a:lnTo>
                  <a:pt x="562" y="28"/>
                </a:lnTo>
                <a:lnTo>
                  <a:pt x="569" y="25"/>
                </a:lnTo>
                <a:lnTo>
                  <a:pt x="576" y="23"/>
                </a:lnTo>
                <a:lnTo>
                  <a:pt x="582" y="21"/>
                </a:lnTo>
                <a:lnTo>
                  <a:pt x="589" y="20"/>
                </a:lnTo>
                <a:lnTo>
                  <a:pt x="596" y="18"/>
                </a:lnTo>
                <a:lnTo>
                  <a:pt x="603" y="17"/>
                </a:lnTo>
                <a:lnTo>
                  <a:pt x="609" y="17"/>
                </a:lnTo>
                <a:lnTo>
                  <a:pt x="616" y="16"/>
                </a:lnTo>
                <a:lnTo>
                  <a:pt x="623" y="17"/>
                </a:lnTo>
                <a:lnTo>
                  <a:pt x="629" y="18"/>
                </a:lnTo>
                <a:lnTo>
                  <a:pt x="636" y="19"/>
                </a:lnTo>
                <a:lnTo>
                  <a:pt x="642" y="21"/>
                </a:lnTo>
                <a:lnTo>
                  <a:pt x="648" y="23"/>
                </a:lnTo>
                <a:lnTo>
                  <a:pt x="654" y="26"/>
                </a:lnTo>
                <a:lnTo>
                  <a:pt x="660" y="29"/>
                </a:lnTo>
                <a:lnTo>
                  <a:pt x="666" y="32"/>
                </a:lnTo>
                <a:lnTo>
                  <a:pt x="671" y="37"/>
                </a:lnTo>
                <a:lnTo>
                  <a:pt x="676" y="41"/>
                </a:lnTo>
                <a:lnTo>
                  <a:pt x="681" y="46"/>
                </a:lnTo>
                <a:lnTo>
                  <a:pt x="686" y="51"/>
                </a:lnTo>
                <a:lnTo>
                  <a:pt x="691" y="56"/>
                </a:lnTo>
                <a:lnTo>
                  <a:pt x="695" y="61"/>
                </a:lnTo>
                <a:lnTo>
                  <a:pt x="700" y="67"/>
                </a:lnTo>
                <a:lnTo>
                  <a:pt x="704" y="72"/>
                </a:lnTo>
                <a:lnTo>
                  <a:pt x="708" y="78"/>
                </a:lnTo>
                <a:lnTo>
                  <a:pt x="712" y="84"/>
                </a:lnTo>
                <a:lnTo>
                  <a:pt x="716" y="89"/>
                </a:lnTo>
                <a:lnTo>
                  <a:pt x="720" y="95"/>
                </a:lnTo>
                <a:lnTo>
                  <a:pt x="724" y="100"/>
                </a:lnTo>
                <a:lnTo>
                  <a:pt x="728" y="105"/>
                </a:lnTo>
                <a:lnTo>
                  <a:pt x="732" y="109"/>
                </a:lnTo>
                <a:lnTo>
                  <a:pt x="737" y="114"/>
                </a:lnTo>
                <a:lnTo>
                  <a:pt x="741" y="118"/>
                </a:lnTo>
                <a:lnTo>
                  <a:pt x="745" y="122"/>
                </a:lnTo>
                <a:lnTo>
                  <a:pt x="750" y="126"/>
                </a:lnTo>
                <a:lnTo>
                  <a:pt x="755" y="129"/>
                </a:lnTo>
                <a:lnTo>
                  <a:pt x="760" y="132"/>
                </a:lnTo>
                <a:lnTo>
                  <a:pt x="765" y="135"/>
                </a:lnTo>
                <a:lnTo>
                  <a:pt x="771" y="137"/>
                </a:lnTo>
                <a:lnTo>
                  <a:pt x="776" y="140"/>
                </a:lnTo>
                <a:lnTo>
                  <a:pt x="782" y="142"/>
                </a:lnTo>
                <a:lnTo>
                  <a:pt x="788" y="144"/>
                </a:lnTo>
                <a:lnTo>
                  <a:pt x="795" y="146"/>
                </a:lnTo>
                <a:lnTo>
                  <a:pt x="801" y="147"/>
                </a:lnTo>
                <a:lnTo>
                  <a:pt x="808" y="149"/>
                </a:lnTo>
                <a:lnTo>
                  <a:pt x="814" y="151"/>
                </a:lnTo>
                <a:lnTo>
                  <a:pt x="821" y="153"/>
                </a:lnTo>
                <a:lnTo>
                  <a:pt x="828" y="154"/>
                </a:lnTo>
                <a:lnTo>
                  <a:pt x="835" y="156"/>
                </a:lnTo>
                <a:lnTo>
                  <a:pt x="841" y="159"/>
                </a:lnTo>
                <a:lnTo>
                  <a:pt x="848" y="161"/>
                </a:lnTo>
                <a:lnTo>
                  <a:pt x="854" y="164"/>
                </a:lnTo>
                <a:lnTo>
                  <a:pt x="861" y="167"/>
                </a:lnTo>
                <a:lnTo>
                  <a:pt x="867" y="170"/>
                </a:lnTo>
                <a:lnTo>
                  <a:pt x="873" y="173"/>
                </a:lnTo>
                <a:lnTo>
                  <a:pt x="878" y="177"/>
                </a:lnTo>
                <a:lnTo>
                  <a:pt x="883" y="181"/>
                </a:lnTo>
                <a:lnTo>
                  <a:pt x="888" y="186"/>
                </a:lnTo>
                <a:lnTo>
                  <a:pt x="893" y="191"/>
                </a:lnTo>
                <a:lnTo>
                  <a:pt x="897" y="196"/>
                </a:lnTo>
                <a:lnTo>
                  <a:pt x="900" y="201"/>
                </a:lnTo>
                <a:lnTo>
                  <a:pt x="904" y="207"/>
                </a:lnTo>
                <a:lnTo>
                  <a:pt x="906" y="213"/>
                </a:lnTo>
                <a:lnTo>
                  <a:pt x="909" y="219"/>
                </a:lnTo>
                <a:lnTo>
                  <a:pt x="911" y="226"/>
                </a:lnTo>
                <a:lnTo>
                  <a:pt x="912" y="232"/>
                </a:lnTo>
                <a:lnTo>
                  <a:pt x="914" y="239"/>
                </a:lnTo>
                <a:lnTo>
                  <a:pt x="915" y="246"/>
                </a:lnTo>
                <a:lnTo>
                  <a:pt x="915" y="253"/>
                </a:lnTo>
                <a:lnTo>
                  <a:pt x="916" y="260"/>
                </a:lnTo>
                <a:lnTo>
                  <a:pt x="916" y="267"/>
                </a:lnTo>
                <a:lnTo>
                  <a:pt x="916" y="274"/>
                </a:lnTo>
                <a:lnTo>
                  <a:pt x="916" y="281"/>
                </a:lnTo>
                <a:lnTo>
                  <a:pt x="916" y="288"/>
                </a:lnTo>
                <a:lnTo>
                  <a:pt x="916" y="295"/>
                </a:lnTo>
                <a:lnTo>
                  <a:pt x="916" y="301"/>
                </a:lnTo>
                <a:lnTo>
                  <a:pt x="917" y="308"/>
                </a:lnTo>
                <a:lnTo>
                  <a:pt x="917" y="314"/>
                </a:lnTo>
                <a:lnTo>
                  <a:pt x="917" y="321"/>
                </a:lnTo>
                <a:lnTo>
                  <a:pt x="918" y="327"/>
                </a:lnTo>
                <a:lnTo>
                  <a:pt x="919" y="333"/>
                </a:lnTo>
                <a:lnTo>
                  <a:pt x="921" y="339"/>
                </a:lnTo>
                <a:lnTo>
                  <a:pt x="922" y="344"/>
                </a:lnTo>
                <a:lnTo>
                  <a:pt x="924" y="350"/>
                </a:lnTo>
                <a:lnTo>
                  <a:pt x="927" y="355"/>
                </a:lnTo>
                <a:lnTo>
                  <a:pt x="929" y="361"/>
                </a:lnTo>
                <a:lnTo>
                  <a:pt x="932" y="366"/>
                </a:lnTo>
                <a:lnTo>
                  <a:pt x="935" y="371"/>
                </a:lnTo>
                <a:lnTo>
                  <a:pt x="939" y="376"/>
                </a:lnTo>
                <a:lnTo>
                  <a:pt x="943" y="381"/>
                </a:lnTo>
                <a:lnTo>
                  <a:pt x="947" y="387"/>
                </a:lnTo>
                <a:lnTo>
                  <a:pt x="951" y="392"/>
                </a:lnTo>
                <a:lnTo>
                  <a:pt x="955" y="397"/>
                </a:lnTo>
                <a:lnTo>
                  <a:pt x="960" y="402"/>
                </a:lnTo>
                <a:lnTo>
                  <a:pt x="964" y="408"/>
                </a:lnTo>
                <a:lnTo>
                  <a:pt x="968" y="413"/>
                </a:lnTo>
                <a:lnTo>
                  <a:pt x="973" y="419"/>
                </a:lnTo>
                <a:lnTo>
                  <a:pt x="977" y="424"/>
                </a:lnTo>
                <a:lnTo>
                  <a:pt x="981" y="430"/>
                </a:lnTo>
                <a:lnTo>
                  <a:pt x="984" y="436"/>
                </a:lnTo>
                <a:lnTo>
                  <a:pt x="988" y="442"/>
                </a:lnTo>
                <a:lnTo>
                  <a:pt x="991" y="448"/>
                </a:lnTo>
                <a:lnTo>
                  <a:pt x="994" y="455"/>
                </a:lnTo>
                <a:lnTo>
                  <a:pt x="996" y="461"/>
                </a:lnTo>
                <a:lnTo>
                  <a:pt x="997" y="467"/>
                </a:lnTo>
                <a:lnTo>
                  <a:pt x="999" y="474"/>
                </a:lnTo>
                <a:lnTo>
                  <a:pt x="1000" y="480"/>
                </a:lnTo>
                <a:lnTo>
                  <a:pt x="1000" y="487"/>
                </a:lnTo>
                <a:lnTo>
                  <a:pt x="1000" y="493"/>
                </a:lnTo>
                <a:close/>
              </a:path>
            </a:pathLst>
          </a:custGeom>
          <a:solidFill>
            <a:srgbClr val="036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743200"/>
            <a:ext cx="6400800" cy="548640"/>
          </a:xfrm>
          <a:prstGeom prst="rect">
            <a:avLst/>
          </a:prstGeom>
          <a:noFill/>
        </p:spPr>
        <p:txBody>
          <a:bodyPr wrap="square" anchor="ctr" lIns="0" rIns="0" tIns="0" bIns="0">
            <a:spAutoFit/>
          </a:bodyPr>
          <a:lstStyle/>
          <a:p>
            <a:pPr algn="ctr">
              <a:lnSpc>
                <a:spcPct val="100000"/>
              </a:lnSpc>
            </a:pPr>
            <a:r>
              <a:rPr sz="2700" b="1" spc="400">
                <a:solidFill>
                  <a:srgbClr val="FFFFFF"/>
                </a:solidFill>
                <a:latin typeface="Montserrat"/>
              </a:rPr>
              <a:t>PASSO</a:t>
            </a:r>
          </a:p>
        </p:txBody>
      </p:sp>
      <p:sp>
        <p:nvSpPr>
          <p:cNvPr id="6" name="TextBox 5"/>
          <p:cNvSpPr txBox="1"/>
          <p:nvPr/>
        </p:nvSpPr>
        <p:spPr>
          <a:xfrm>
            <a:off x="1371600" y="3246120"/>
            <a:ext cx="6400800" cy="2926080"/>
          </a:xfrm>
          <a:prstGeom prst="rect">
            <a:avLst/>
          </a:prstGeom>
          <a:noFill/>
        </p:spPr>
        <p:txBody>
          <a:bodyPr wrap="square" anchor="ctr" lIns="0" rIns="0" tIns="0" bIns="0">
            <a:spAutoFit/>
          </a:bodyPr>
          <a:lstStyle/>
          <a:p>
            <a:pPr algn="ctr">
              <a:lnSpc>
                <a:spcPct val="100000"/>
              </a:lnSpc>
            </a:pPr>
            <a:r>
              <a:rPr sz="16200" b="1" spc="-300">
                <a:solidFill>
                  <a:srgbClr val="FFFFFF"/>
                </a:solidFill>
                <a:latin typeface="Montserrat"/>
              </a:rPr>
              <a:t>07</a:t>
            </a:r>
          </a:p>
        </p:txBody>
      </p:sp>
      <p:sp>
        <p:nvSpPr>
          <p:cNvPr id="7" name="Rectangle 6"/>
          <p:cNvSpPr/>
          <p:nvPr/>
        </p:nvSpPr>
        <p:spPr>
          <a:xfrm>
            <a:off x="9144000" y="12984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12680" y="1143000"/>
            <a:ext cx="9144000" cy="457200"/>
          </a:xfrm>
          <a:prstGeom prst="rect">
            <a:avLst/>
          </a:prstGeom>
          <a:noFill/>
        </p:spPr>
        <p:txBody>
          <a:bodyPr wrap="square" anchor="t" lIns="0" rIns="0" tIns="0" bIns="0">
            <a:spAutoFit/>
          </a:bodyPr>
          <a:lstStyle/>
          <a:p>
            <a:pPr algn="l">
              <a:lnSpc>
                <a:spcPct val="100000"/>
              </a:lnSpc>
            </a:pPr>
            <a:r>
              <a:rPr sz="2000" b="1" spc="300">
                <a:solidFill>
                  <a:srgbClr val="5E9E17"/>
                </a:solidFill>
                <a:latin typeface="Montserrat"/>
              </a:rPr>
              <a:t>PASSO 07 DE 12</a:t>
            </a:r>
          </a:p>
        </p:txBody>
      </p:sp>
      <p:sp>
        <p:nvSpPr>
          <p:cNvPr id="9" name="TextBox 8"/>
          <p:cNvSpPr txBox="1"/>
          <p:nvPr/>
        </p:nvSpPr>
        <p:spPr>
          <a:xfrm>
            <a:off x="9144000" y="1737360"/>
            <a:ext cx="8778240" cy="6675120"/>
          </a:xfrm>
          <a:prstGeom prst="rect">
            <a:avLst/>
          </a:prstGeom>
          <a:noFill/>
        </p:spPr>
        <p:txBody>
          <a:bodyPr wrap="square" anchor="ctr" lIns="0" rIns="0" tIns="0" bIns="0">
            <a:spAutoFit/>
          </a:bodyPr>
          <a:lstStyle/>
          <a:p>
            <a:pPr algn="l">
              <a:lnSpc>
                <a:spcPct val="100000"/>
              </a:lnSpc>
            </a:pPr>
            <a:r>
              <a:rPr sz="4900" b="1" spc="-100">
                <a:solidFill>
                  <a:srgbClr val="004380"/>
                </a:solidFill>
                <a:latin typeface="Montserrat"/>
              </a:rPr>
              <a:t>Ensine gratidão e</a:t>
            </a:r>
          </a:p>
          <a:p>
            <a:pPr algn="l">
              <a:lnSpc>
                <a:spcPct val="100000"/>
              </a:lnSpc>
            </a:pPr>
            <a:r>
              <a:rPr sz="4900" b="1" spc="-100">
                <a:solidFill>
                  <a:srgbClr val="0263BA"/>
                </a:solidFill>
                <a:latin typeface="Montserrat"/>
              </a:rPr>
              <a:t>autorresponsabilidade.</a:t>
            </a:r>
          </a:p>
        </p:txBody>
      </p:sp>
      <p:sp>
        <p:nvSpPr>
          <p:cNvPr id="10" name="Rounded Rectangle 9"/>
          <p:cNvSpPr/>
          <p:nvPr/>
        </p:nvSpPr>
        <p:spPr>
          <a:xfrm>
            <a:off x="9144000"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48088"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552176"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256264"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960352"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664440"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3368528"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4072616"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4776704"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5480792"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6184880"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6888968"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gradFill rotWithShape="1">
            <a:gsLst>
              <a:gs pos="0">
                <a:srgbClr val="002B52"/>
              </a:gs>
              <a:gs pos="100000">
                <a:srgbClr val="036554"/>
              </a:gs>
            </a:gsLst>
            <a:lin ang="21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508760"/>
            <a:ext cx="6400800" cy="6400800"/>
          </a:xfrm>
          <a:custGeom>
            <a:avLst/>
            <a:gdLst/>
            <a:ahLst/>
            <a:cxnLst/>
            <a:rect l="0" t="0" r="r" b="b"/>
            <a:pathLst>
              <a:path w="1000" h="1000">
                <a:moveTo>
                  <a:pt x="1000" y="500"/>
                </a:moveTo>
                <a:lnTo>
                  <a:pt x="1000" y="507"/>
                </a:lnTo>
                <a:lnTo>
                  <a:pt x="999" y="513"/>
                </a:lnTo>
                <a:lnTo>
                  <a:pt x="998" y="520"/>
                </a:lnTo>
                <a:lnTo>
                  <a:pt x="996" y="526"/>
                </a:lnTo>
                <a:lnTo>
                  <a:pt x="994" y="532"/>
                </a:lnTo>
                <a:lnTo>
                  <a:pt x="991" y="539"/>
                </a:lnTo>
                <a:lnTo>
                  <a:pt x="988" y="545"/>
                </a:lnTo>
                <a:lnTo>
                  <a:pt x="985" y="551"/>
                </a:lnTo>
                <a:lnTo>
                  <a:pt x="981" y="557"/>
                </a:lnTo>
                <a:lnTo>
                  <a:pt x="977" y="563"/>
                </a:lnTo>
                <a:lnTo>
                  <a:pt x="973" y="569"/>
                </a:lnTo>
                <a:lnTo>
                  <a:pt x="969" y="574"/>
                </a:lnTo>
                <a:lnTo>
                  <a:pt x="965" y="580"/>
                </a:lnTo>
                <a:lnTo>
                  <a:pt x="961" y="585"/>
                </a:lnTo>
                <a:lnTo>
                  <a:pt x="956" y="591"/>
                </a:lnTo>
                <a:lnTo>
                  <a:pt x="952" y="596"/>
                </a:lnTo>
                <a:lnTo>
                  <a:pt x="948" y="601"/>
                </a:lnTo>
                <a:lnTo>
                  <a:pt x="945" y="607"/>
                </a:lnTo>
                <a:lnTo>
                  <a:pt x="941" y="612"/>
                </a:lnTo>
                <a:lnTo>
                  <a:pt x="938" y="617"/>
                </a:lnTo>
                <a:lnTo>
                  <a:pt x="935" y="623"/>
                </a:lnTo>
                <a:lnTo>
                  <a:pt x="932" y="628"/>
                </a:lnTo>
                <a:lnTo>
                  <a:pt x="930" y="634"/>
                </a:lnTo>
                <a:lnTo>
                  <a:pt x="928" y="639"/>
                </a:lnTo>
                <a:lnTo>
                  <a:pt x="926" y="645"/>
                </a:lnTo>
                <a:lnTo>
                  <a:pt x="925" y="650"/>
                </a:lnTo>
                <a:lnTo>
                  <a:pt x="924" y="656"/>
                </a:lnTo>
                <a:lnTo>
                  <a:pt x="923" y="662"/>
                </a:lnTo>
                <a:lnTo>
                  <a:pt x="923" y="669"/>
                </a:lnTo>
                <a:lnTo>
                  <a:pt x="923" y="675"/>
                </a:lnTo>
                <a:lnTo>
                  <a:pt x="922" y="681"/>
                </a:lnTo>
                <a:lnTo>
                  <a:pt x="923" y="688"/>
                </a:lnTo>
                <a:lnTo>
                  <a:pt x="923" y="695"/>
                </a:lnTo>
                <a:lnTo>
                  <a:pt x="923" y="702"/>
                </a:lnTo>
                <a:lnTo>
                  <a:pt x="923" y="709"/>
                </a:lnTo>
                <a:lnTo>
                  <a:pt x="923" y="716"/>
                </a:lnTo>
                <a:lnTo>
                  <a:pt x="923" y="723"/>
                </a:lnTo>
                <a:lnTo>
                  <a:pt x="923" y="730"/>
                </a:lnTo>
                <a:lnTo>
                  <a:pt x="923" y="737"/>
                </a:lnTo>
                <a:lnTo>
                  <a:pt x="922" y="744"/>
                </a:lnTo>
                <a:lnTo>
                  <a:pt x="921" y="751"/>
                </a:lnTo>
                <a:lnTo>
                  <a:pt x="920" y="757"/>
                </a:lnTo>
                <a:lnTo>
                  <a:pt x="918" y="764"/>
                </a:lnTo>
                <a:lnTo>
                  <a:pt x="917" y="770"/>
                </a:lnTo>
                <a:lnTo>
                  <a:pt x="914" y="777"/>
                </a:lnTo>
                <a:lnTo>
                  <a:pt x="911" y="783"/>
                </a:lnTo>
                <a:lnTo>
                  <a:pt x="908" y="788"/>
                </a:lnTo>
                <a:lnTo>
                  <a:pt x="905" y="794"/>
                </a:lnTo>
                <a:lnTo>
                  <a:pt x="900" y="799"/>
                </a:lnTo>
                <a:lnTo>
                  <a:pt x="896" y="804"/>
                </a:lnTo>
                <a:lnTo>
                  <a:pt x="891" y="808"/>
                </a:lnTo>
                <a:lnTo>
                  <a:pt x="886" y="813"/>
                </a:lnTo>
                <a:lnTo>
                  <a:pt x="880" y="816"/>
                </a:lnTo>
                <a:lnTo>
                  <a:pt x="875" y="820"/>
                </a:lnTo>
                <a:lnTo>
                  <a:pt x="869" y="823"/>
                </a:lnTo>
                <a:lnTo>
                  <a:pt x="862" y="826"/>
                </a:lnTo>
                <a:lnTo>
                  <a:pt x="856" y="829"/>
                </a:lnTo>
                <a:lnTo>
                  <a:pt x="849" y="831"/>
                </a:lnTo>
                <a:lnTo>
                  <a:pt x="843" y="834"/>
                </a:lnTo>
                <a:lnTo>
                  <a:pt x="836" y="836"/>
                </a:lnTo>
                <a:lnTo>
                  <a:pt x="829" y="838"/>
                </a:lnTo>
                <a:lnTo>
                  <a:pt x="823" y="840"/>
                </a:lnTo>
                <a:lnTo>
                  <a:pt x="816" y="842"/>
                </a:lnTo>
                <a:lnTo>
                  <a:pt x="809" y="844"/>
                </a:lnTo>
                <a:lnTo>
                  <a:pt x="803" y="846"/>
                </a:lnTo>
                <a:lnTo>
                  <a:pt x="797" y="848"/>
                </a:lnTo>
                <a:lnTo>
                  <a:pt x="791" y="850"/>
                </a:lnTo>
                <a:lnTo>
                  <a:pt x="785" y="852"/>
                </a:lnTo>
                <a:lnTo>
                  <a:pt x="780" y="855"/>
                </a:lnTo>
                <a:lnTo>
                  <a:pt x="774" y="858"/>
                </a:lnTo>
                <a:lnTo>
                  <a:pt x="769" y="861"/>
                </a:lnTo>
                <a:lnTo>
                  <a:pt x="765" y="864"/>
                </a:lnTo>
                <a:lnTo>
                  <a:pt x="760" y="868"/>
                </a:lnTo>
                <a:lnTo>
                  <a:pt x="755" y="872"/>
                </a:lnTo>
                <a:lnTo>
                  <a:pt x="751" y="876"/>
                </a:lnTo>
                <a:lnTo>
                  <a:pt x="747" y="880"/>
                </a:lnTo>
                <a:lnTo>
                  <a:pt x="743" y="885"/>
                </a:lnTo>
                <a:lnTo>
                  <a:pt x="739" y="890"/>
                </a:lnTo>
                <a:lnTo>
                  <a:pt x="735" y="895"/>
                </a:lnTo>
                <a:lnTo>
                  <a:pt x="731" y="901"/>
                </a:lnTo>
                <a:lnTo>
                  <a:pt x="727" y="906"/>
                </a:lnTo>
                <a:lnTo>
                  <a:pt x="724" y="912"/>
                </a:lnTo>
                <a:lnTo>
                  <a:pt x="720" y="917"/>
                </a:lnTo>
                <a:lnTo>
                  <a:pt x="716" y="923"/>
                </a:lnTo>
                <a:lnTo>
                  <a:pt x="712" y="929"/>
                </a:lnTo>
                <a:lnTo>
                  <a:pt x="707" y="935"/>
                </a:lnTo>
                <a:lnTo>
                  <a:pt x="703" y="940"/>
                </a:lnTo>
                <a:lnTo>
                  <a:pt x="698" y="945"/>
                </a:lnTo>
                <a:lnTo>
                  <a:pt x="694" y="950"/>
                </a:lnTo>
                <a:lnTo>
                  <a:pt x="689" y="955"/>
                </a:lnTo>
                <a:lnTo>
                  <a:pt x="683" y="960"/>
                </a:lnTo>
                <a:lnTo>
                  <a:pt x="678" y="964"/>
                </a:lnTo>
                <a:lnTo>
                  <a:pt x="672" y="967"/>
                </a:lnTo>
                <a:lnTo>
                  <a:pt x="667" y="971"/>
                </a:lnTo>
                <a:lnTo>
                  <a:pt x="661" y="973"/>
                </a:lnTo>
                <a:lnTo>
                  <a:pt x="655" y="976"/>
                </a:lnTo>
                <a:lnTo>
                  <a:pt x="648" y="977"/>
                </a:lnTo>
                <a:lnTo>
                  <a:pt x="642" y="979"/>
                </a:lnTo>
                <a:lnTo>
                  <a:pt x="635" y="979"/>
                </a:lnTo>
                <a:lnTo>
                  <a:pt x="629" y="980"/>
                </a:lnTo>
                <a:lnTo>
                  <a:pt x="622" y="980"/>
                </a:lnTo>
                <a:lnTo>
                  <a:pt x="615" y="979"/>
                </a:lnTo>
                <a:lnTo>
                  <a:pt x="608" y="978"/>
                </a:lnTo>
                <a:lnTo>
                  <a:pt x="601" y="977"/>
                </a:lnTo>
                <a:lnTo>
                  <a:pt x="595" y="975"/>
                </a:lnTo>
                <a:lnTo>
                  <a:pt x="588" y="973"/>
                </a:lnTo>
                <a:lnTo>
                  <a:pt x="581" y="971"/>
                </a:lnTo>
                <a:lnTo>
                  <a:pt x="574" y="969"/>
                </a:lnTo>
                <a:lnTo>
                  <a:pt x="568" y="967"/>
                </a:lnTo>
                <a:lnTo>
                  <a:pt x="561" y="965"/>
                </a:lnTo>
                <a:lnTo>
                  <a:pt x="555" y="962"/>
                </a:lnTo>
                <a:lnTo>
                  <a:pt x="548" y="960"/>
                </a:lnTo>
                <a:lnTo>
                  <a:pt x="542" y="958"/>
                </a:lnTo>
                <a:lnTo>
                  <a:pt x="536" y="956"/>
                </a:lnTo>
                <a:lnTo>
                  <a:pt x="530" y="954"/>
                </a:lnTo>
                <a:lnTo>
                  <a:pt x="524" y="953"/>
                </a:lnTo>
                <a:lnTo>
                  <a:pt x="518" y="952"/>
                </a:lnTo>
                <a:lnTo>
                  <a:pt x="512" y="951"/>
                </a:lnTo>
                <a:lnTo>
                  <a:pt x="506" y="950"/>
                </a:lnTo>
                <a:lnTo>
                  <a:pt x="500" y="950"/>
                </a:lnTo>
                <a:lnTo>
                  <a:pt x="494" y="950"/>
                </a:lnTo>
                <a:lnTo>
                  <a:pt x="488" y="951"/>
                </a:lnTo>
                <a:lnTo>
                  <a:pt x="482" y="952"/>
                </a:lnTo>
                <a:lnTo>
                  <a:pt x="476" y="953"/>
                </a:lnTo>
                <a:lnTo>
                  <a:pt x="470" y="954"/>
                </a:lnTo>
                <a:lnTo>
                  <a:pt x="464" y="956"/>
                </a:lnTo>
                <a:lnTo>
                  <a:pt x="458" y="958"/>
                </a:lnTo>
                <a:lnTo>
                  <a:pt x="452" y="960"/>
                </a:lnTo>
                <a:lnTo>
                  <a:pt x="445" y="962"/>
                </a:lnTo>
                <a:lnTo>
                  <a:pt x="439" y="965"/>
                </a:lnTo>
                <a:lnTo>
                  <a:pt x="432" y="967"/>
                </a:lnTo>
                <a:lnTo>
                  <a:pt x="426" y="969"/>
                </a:lnTo>
                <a:lnTo>
                  <a:pt x="419" y="971"/>
                </a:lnTo>
                <a:lnTo>
                  <a:pt x="412" y="973"/>
                </a:lnTo>
                <a:lnTo>
                  <a:pt x="405" y="975"/>
                </a:lnTo>
                <a:lnTo>
                  <a:pt x="399" y="977"/>
                </a:lnTo>
                <a:lnTo>
                  <a:pt x="392" y="978"/>
                </a:lnTo>
                <a:lnTo>
                  <a:pt x="385" y="979"/>
                </a:lnTo>
                <a:lnTo>
                  <a:pt x="378" y="980"/>
                </a:lnTo>
                <a:lnTo>
                  <a:pt x="371" y="980"/>
                </a:lnTo>
                <a:lnTo>
                  <a:pt x="365" y="979"/>
                </a:lnTo>
                <a:lnTo>
                  <a:pt x="358" y="979"/>
                </a:lnTo>
                <a:lnTo>
                  <a:pt x="352" y="977"/>
                </a:lnTo>
                <a:lnTo>
                  <a:pt x="345" y="976"/>
                </a:lnTo>
                <a:lnTo>
                  <a:pt x="339" y="973"/>
                </a:lnTo>
                <a:lnTo>
                  <a:pt x="333" y="971"/>
                </a:lnTo>
                <a:lnTo>
                  <a:pt x="328" y="967"/>
                </a:lnTo>
                <a:lnTo>
                  <a:pt x="322" y="964"/>
                </a:lnTo>
                <a:lnTo>
                  <a:pt x="317" y="960"/>
                </a:lnTo>
                <a:lnTo>
                  <a:pt x="311" y="955"/>
                </a:lnTo>
                <a:lnTo>
                  <a:pt x="306" y="950"/>
                </a:lnTo>
                <a:lnTo>
                  <a:pt x="302" y="945"/>
                </a:lnTo>
                <a:lnTo>
                  <a:pt x="297" y="940"/>
                </a:lnTo>
                <a:lnTo>
                  <a:pt x="293" y="935"/>
                </a:lnTo>
                <a:lnTo>
                  <a:pt x="288" y="929"/>
                </a:lnTo>
                <a:lnTo>
                  <a:pt x="284" y="923"/>
                </a:lnTo>
                <a:lnTo>
                  <a:pt x="280" y="917"/>
                </a:lnTo>
                <a:lnTo>
                  <a:pt x="276" y="912"/>
                </a:lnTo>
                <a:lnTo>
                  <a:pt x="273" y="906"/>
                </a:lnTo>
                <a:lnTo>
                  <a:pt x="269" y="901"/>
                </a:lnTo>
                <a:lnTo>
                  <a:pt x="265" y="895"/>
                </a:lnTo>
                <a:lnTo>
                  <a:pt x="261" y="890"/>
                </a:lnTo>
                <a:lnTo>
                  <a:pt x="257" y="885"/>
                </a:lnTo>
                <a:lnTo>
                  <a:pt x="253" y="880"/>
                </a:lnTo>
                <a:lnTo>
                  <a:pt x="249" y="876"/>
                </a:lnTo>
                <a:lnTo>
                  <a:pt x="245" y="872"/>
                </a:lnTo>
                <a:lnTo>
                  <a:pt x="240" y="868"/>
                </a:lnTo>
                <a:lnTo>
                  <a:pt x="235" y="864"/>
                </a:lnTo>
                <a:lnTo>
                  <a:pt x="231" y="861"/>
                </a:lnTo>
                <a:lnTo>
                  <a:pt x="226" y="858"/>
                </a:lnTo>
                <a:lnTo>
                  <a:pt x="220" y="855"/>
                </a:lnTo>
                <a:lnTo>
                  <a:pt x="215" y="852"/>
                </a:lnTo>
                <a:lnTo>
                  <a:pt x="209" y="850"/>
                </a:lnTo>
                <a:lnTo>
                  <a:pt x="203" y="848"/>
                </a:lnTo>
                <a:lnTo>
                  <a:pt x="197" y="846"/>
                </a:lnTo>
                <a:lnTo>
                  <a:pt x="191" y="844"/>
                </a:lnTo>
                <a:lnTo>
                  <a:pt x="184" y="842"/>
                </a:lnTo>
                <a:lnTo>
                  <a:pt x="177" y="840"/>
                </a:lnTo>
                <a:lnTo>
                  <a:pt x="171" y="838"/>
                </a:lnTo>
                <a:lnTo>
                  <a:pt x="164" y="836"/>
                </a:lnTo>
                <a:lnTo>
                  <a:pt x="157" y="834"/>
                </a:lnTo>
                <a:lnTo>
                  <a:pt x="151" y="831"/>
                </a:lnTo>
                <a:lnTo>
                  <a:pt x="144" y="829"/>
                </a:lnTo>
                <a:lnTo>
                  <a:pt x="138" y="826"/>
                </a:lnTo>
                <a:lnTo>
                  <a:pt x="131" y="823"/>
                </a:lnTo>
                <a:lnTo>
                  <a:pt x="125" y="820"/>
                </a:lnTo>
                <a:lnTo>
                  <a:pt x="120" y="816"/>
                </a:lnTo>
                <a:lnTo>
                  <a:pt x="114" y="813"/>
                </a:lnTo>
                <a:lnTo>
                  <a:pt x="109" y="808"/>
                </a:lnTo>
                <a:lnTo>
                  <a:pt x="104" y="804"/>
                </a:lnTo>
                <a:lnTo>
                  <a:pt x="100" y="799"/>
                </a:lnTo>
                <a:lnTo>
                  <a:pt x="95" y="794"/>
                </a:lnTo>
                <a:lnTo>
                  <a:pt x="92" y="788"/>
                </a:lnTo>
                <a:lnTo>
                  <a:pt x="89" y="783"/>
                </a:lnTo>
                <a:lnTo>
                  <a:pt x="86" y="777"/>
                </a:lnTo>
                <a:lnTo>
                  <a:pt x="83" y="770"/>
                </a:lnTo>
                <a:lnTo>
                  <a:pt x="82" y="764"/>
                </a:lnTo>
                <a:lnTo>
                  <a:pt x="80" y="757"/>
                </a:lnTo>
                <a:lnTo>
                  <a:pt x="79" y="751"/>
                </a:lnTo>
                <a:lnTo>
                  <a:pt x="78" y="744"/>
                </a:lnTo>
                <a:lnTo>
                  <a:pt x="77" y="737"/>
                </a:lnTo>
                <a:lnTo>
                  <a:pt x="77" y="730"/>
                </a:lnTo>
                <a:lnTo>
                  <a:pt x="77" y="723"/>
                </a:lnTo>
                <a:lnTo>
                  <a:pt x="77" y="716"/>
                </a:lnTo>
                <a:lnTo>
                  <a:pt x="77" y="709"/>
                </a:lnTo>
                <a:lnTo>
                  <a:pt x="77" y="702"/>
                </a:lnTo>
                <a:lnTo>
                  <a:pt x="77" y="695"/>
                </a:lnTo>
                <a:lnTo>
                  <a:pt x="77" y="688"/>
                </a:lnTo>
                <a:lnTo>
                  <a:pt x="78" y="681"/>
                </a:lnTo>
                <a:lnTo>
                  <a:pt x="77" y="675"/>
                </a:lnTo>
                <a:lnTo>
                  <a:pt x="77" y="669"/>
                </a:lnTo>
                <a:lnTo>
                  <a:pt x="77" y="662"/>
                </a:lnTo>
                <a:lnTo>
                  <a:pt x="76" y="656"/>
                </a:lnTo>
                <a:lnTo>
                  <a:pt x="75" y="650"/>
                </a:lnTo>
                <a:lnTo>
                  <a:pt x="74" y="645"/>
                </a:lnTo>
                <a:lnTo>
                  <a:pt x="72" y="639"/>
                </a:lnTo>
                <a:lnTo>
                  <a:pt x="70" y="634"/>
                </a:lnTo>
                <a:lnTo>
                  <a:pt x="68" y="628"/>
                </a:lnTo>
                <a:lnTo>
                  <a:pt x="65" y="623"/>
                </a:lnTo>
                <a:lnTo>
                  <a:pt x="62" y="617"/>
                </a:lnTo>
                <a:lnTo>
                  <a:pt x="59" y="612"/>
                </a:lnTo>
                <a:lnTo>
                  <a:pt x="55" y="607"/>
                </a:lnTo>
                <a:lnTo>
                  <a:pt x="52" y="601"/>
                </a:lnTo>
                <a:lnTo>
                  <a:pt x="48" y="596"/>
                </a:lnTo>
                <a:lnTo>
                  <a:pt x="44" y="591"/>
                </a:lnTo>
                <a:lnTo>
                  <a:pt x="39" y="585"/>
                </a:lnTo>
                <a:lnTo>
                  <a:pt x="35" y="580"/>
                </a:lnTo>
                <a:lnTo>
                  <a:pt x="31" y="574"/>
                </a:lnTo>
                <a:lnTo>
                  <a:pt x="27" y="569"/>
                </a:lnTo>
                <a:lnTo>
                  <a:pt x="23" y="563"/>
                </a:lnTo>
                <a:lnTo>
                  <a:pt x="19" y="557"/>
                </a:lnTo>
                <a:lnTo>
                  <a:pt x="15" y="551"/>
                </a:lnTo>
                <a:lnTo>
                  <a:pt x="12" y="545"/>
                </a:lnTo>
                <a:lnTo>
                  <a:pt x="9" y="539"/>
                </a:lnTo>
                <a:lnTo>
                  <a:pt x="6" y="532"/>
                </a:lnTo>
                <a:lnTo>
                  <a:pt x="4" y="526"/>
                </a:lnTo>
                <a:lnTo>
                  <a:pt x="2" y="520"/>
                </a:lnTo>
                <a:lnTo>
                  <a:pt x="1" y="513"/>
                </a:lnTo>
                <a:lnTo>
                  <a:pt x="0" y="507"/>
                </a:lnTo>
                <a:lnTo>
                  <a:pt x="0" y="500"/>
                </a:lnTo>
                <a:lnTo>
                  <a:pt x="0" y="493"/>
                </a:lnTo>
                <a:lnTo>
                  <a:pt x="1" y="487"/>
                </a:lnTo>
                <a:lnTo>
                  <a:pt x="2" y="480"/>
                </a:lnTo>
                <a:lnTo>
                  <a:pt x="4" y="474"/>
                </a:lnTo>
                <a:lnTo>
                  <a:pt x="6" y="468"/>
                </a:lnTo>
                <a:lnTo>
                  <a:pt x="9" y="461"/>
                </a:lnTo>
                <a:lnTo>
                  <a:pt x="12" y="455"/>
                </a:lnTo>
                <a:lnTo>
                  <a:pt x="15" y="449"/>
                </a:lnTo>
                <a:lnTo>
                  <a:pt x="19" y="443"/>
                </a:lnTo>
                <a:lnTo>
                  <a:pt x="23" y="437"/>
                </a:lnTo>
                <a:lnTo>
                  <a:pt x="27" y="431"/>
                </a:lnTo>
                <a:lnTo>
                  <a:pt x="31" y="426"/>
                </a:lnTo>
                <a:lnTo>
                  <a:pt x="35" y="420"/>
                </a:lnTo>
                <a:lnTo>
                  <a:pt x="39" y="415"/>
                </a:lnTo>
                <a:lnTo>
                  <a:pt x="44" y="409"/>
                </a:lnTo>
                <a:lnTo>
                  <a:pt x="48" y="404"/>
                </a:lnTo>
                <a:lnTo>
                  <a:pt x="52" y="399"/>
                </a:lnTo>
                <a:lnTo>
                  <a:pt x="55" y="393"/>
                </a:lnTo>
                <a:lnTo>
                  <a:pt x="59" y="388"/>
                </a:lnTo>
                <a:lnTo>
                  <a:pt x="62" y="383"/>
                </a:lnTo>
                <a:lnTo>
                  <a:pt x="65" y="377"/>
                </a:lnTo>
                <a:lnTo>
                  <a:pt x="68" y="372"/>
                </a:lnTo>
                <a:lnTo>
                  <a:pt x="70" y="366"/>
                </a:lnTo>
                <a:lnTo>
                  <a:pt x="72" y="361"/>
                </a:lnTo>
                <a:lnTo>
                  <a:pt x="74" y="355"/>
                </a:lnTo>
                <a:lnTo>
                  <a:pt x="75" y="350"/>
                </a:lnTo>
                <a:lnTo>
                  <a:pt x="76" y="344"/>
                </a:lnTo>
                <a:lnTo>
                  <a:pt x="77" y="338"/>
                </a:lnTo>
                <a:lnTo>
                  <a:pt x="77" y="331"/>
                </a:lnTo>
                <a:lnTo>
                  <a:pt x="77" y="325"/>
                </a:lnTo>
                <a:lnTo>
                  <a:pt x="78" y="319"/>
                </a:lnTo>
                <a:lnTo>
                  <a:pt x="77" y="312"/>
                </a:lnTo>
                <a:lnTo>
                  <a:pt x="77" y="305"/>
                </a:lnTo>
                <a:lnTo>
                  <a:pt x="77" y="298"/>
                </a:lnTo>
                <a:lnTo>
                  <a:pt x="77" y="291"/>
                </a:lnTo>
                <a:lnTo>
                  <a:pt x="77" y="284"/>
                </a:lnTo>
                <a:lnTo>
                  <a:pt x="77" y="277"/>
                </a:lnTo>
                <a:lnTo>
                  <a:pt x="77" y="270"/>
                </a:lnTo>
                <a:lnTo>
                  <a:pt x="77" y="263"/>
                </a:lnTo>
                <a:lnTo>
                  <a:pt x="78" y="256"/>
                </a:lnTo>
                <a:lnTo>
                  <a:pt x="79" y="249"/>
                </a:lnTo>
                <a:lnTo>
                  <a:pt x="80" y="243"/>
                </a:lnTo>
                <a:lnTo>
                  <a:pt x="82" y="236"/>
                </a:lnTo>
                <a:lnTo>
                  <a:pt x="83" y="230"/>
                </a:lnTo>
                <a:lnTo>
                  <a:pt x="86" y="223"/>
                </a:lnTo>
                <a:lnTo>
                  <a:pt x="89" y="217"/>
                </a:lnTo>
                <a:lnTo>
                  <a:pt x="92" y="212"/>
                </a:lnTo>
                <a:lnTo>
                  <a:pt x="95" y="206"/>
                </a:lnTo>
                <a:lnTo>
                  <a:pt x="100" y="201"/>
                </a:lnTo>
                <a:lnTo>
                  <a:pt x="104" y="196"/>
                </a:lnTo>
                <a:lnTo>
                  <a:pt x="109" y="192"/>
                </a:lnTo>
                <a:lnTo>
                  <a:pt x="114" y="187"/>
                </a:lnTo>
                <a:lnTo>
                  <a:pt x="120" y="184"/>
                </a:lnTo>
                <a:lnTo>
                  <a:pt x="125" y="180"/>
                </a:lnTo>
                <a:lnTo>
                  <a:pt x="131" y="177"/>
                </a:lnTo>
                <a:lnTo>
                  <a:pt x="138" y="174"/>
                </a:lnTo>
                <a:lnTo>
                  <a:pt x="144" y="171"/>
                </a:lnTo>
                <a:lnTo>
                  <a:pt x="151" y="169"/>
                </a:lnTo>
                <a:lnTo>
                  <a:pt x="157" y="166"/>
                </a:lnTo>
                <a:lnTo>
                  <a:pt x="164" y="164"/>
                </a:lnTo>
                <a:lnTo>
                  <a:pt x="171" y="162"/>
                </a:lnTo>
                <a:lnTo>
                  <a:pt x="177" y="160"/>
                </a:lnTo>
                <a:lnTo>
                  <a:pt x="184" y="158"/>
                </a:lnTo>
                <a:lnTo>
                  <a:pt x="191" y="156"/>
                </a:lnTo>
                <a:lnTo>
                  <a:pt x="197" y="154"/>
                </a:lnTo>
                <a:lnTo>
                  <a:pt x="203" y="152"/>
                </a:lnTo>
                <a:lnTo>
                  <a:pt x="209" y="150"/>
                </a:lnTo>
                <a:lnTo>
                  <a:pt x="215" y="148"/>
                </a:lnTo>
                <a:lnTo>
                  <a:pt x="220" y="145"/>
                </a:lnTo>
                <a:lnTo>
                  <a:pt x="226" y="142"/>
                </a:lnTo>
                <a:lnTo>
                  <a:pt x="231" y="139"/>
                </a:lnTo>
                <a:lnTo>
                  <a:pt x="235" y="136"/>
                </a:lnTo>
                <a:lnTo>
                  <a:pt x="240" y="132"/>
                </a:lnTo>
                <a:lnTo>
                  <a:pt x="245" y="128"/>
                </a:lnTo>
                <a:lnTo>
                  <a:pt x="249" y="124"/>
                </a:lnTo>
                <a:lnTo>
                  <a:pt x="253" y="120"/>
                </a:lnTo>
                <a:lnTo>
                  <a:pt x="257" y="115"/>
                </a:lnTo>
                <a:lnTo>
                  <a:pt x="261" y="110"/>
                </a:lnTo>
                <a:lnTo>
                  <a:pt x="265" y="105"/>
                </a:lnTo>
                <a:lnTo>
                  <a:pt x="269" y="99"/>
                </a:lnTo>
                <a:lnTo>
                  <a:pt x="273" y="94"/>
                </a:lnTo>
                <a:lnTo>
                  <a:pt x="276" y="88"/>
                </a:lnTo>
                <a:lnTo>
                  <a:pt x="280" y="83"/>
                </a:lnTo>
                <a:lnTo>
                  <a:pt x="284" y="77"/>
                </a:lnTo>
                <a:lnTo>
                  <a:pt x="288" y="71"/>
                </a:lnTo>
                <a:lnTo>
                  <a:pt x="293" y="65"/>
                </a:lnTo>
                <a:lnTo>
                  <a:pt x="297" y="60"/>
                </a:lnTo>
                <a:lnTo>
                  <a:pt x="302" y="55"/>
                </a:lnTo>
                <a:lnTo>
                  <a:pt x="306" y="50"/>
                </a:lnTo>
                <a:lnTo>
                  <a:pt x="311" y="45"/>
                </a:lnTo>
                <a:lnTo>
                  <a:pt x="317" y="40"/>
                </a:lnTo>
                <a:lnTo>
                  <a:pt x="322" y="36"/>
                </a:lnTo>
                <a:lnTo>
                  <a:pt x="328" y="33"/>
                </a:lnTo>
                <a:lnTo>
                  <a:pt x="333" y="29"/>
                </a:lnTo>
                <a:lnTo>
                  <a:pt x="339" y="27"/>
                </a:lnTo>
                <a:lnTo>
                  <a:pt x="345" y="24"/>
                </a:lnTo>
                <a:lnTo>
                  <a:pt x="352" y="23"/>
                </a:lnTo>
                <a:lnTo>
                  <a:pt x="358" y="21"/>
                </a:lnTo>
                <a:lnTo>
                  <a:pt x="365" y="21"/>
                </a:lnTo>
                <a:lnTo>
                  <a:pt x="371" y="20"/>
                </a:lnTo>
                <a:lnTo>
                  <a:pt x="378" y="20"/>
                </a:lnTo>
                <a:lnTo>
                  <a:pt x="385" y="21"/>
                </a:lnTo>
                <a:lnTo>
                  <a:pt x="392" y="22"/>
                </a:lnTo>
                <a:lnTo>
                  <a:pt x="399" y="23"/>
                </a:lnTo>
                <a:lnTo>
                  <a:pt x="405" y="25"/>
                </a:lnTo>
                <a:lnTo>
                  <a:pt x="412" y="27"/>
                </a:lnTo>
                <a:lnTo>
                  <a:pt x="419" y="29"/>
                </a:lnTo>
                <a:lnTo>
                  <a:pt x="426" y="31"/>
                </a:lnTo>
                <a:lnTo>
                  <a:pt x="432" y="33"/>
                </a:lnTo>
                <a:lnTo>
                  <a:pt x="439" y="35"/>
                </a:lnTo>
                <a:lnTo>
                  <a:pt x="445" y="38"/>
                </a:lnTo>
                <a:lnTo>
                  <a:pt x="452" y="40"/>
                </a:lnTo>
                <a:lnTo>
                  <a:pt x="458" y="42"/>
                </a:lnTo>
                <a:lnTo>
                  <a:pt x="464" y="44"/>
                </a:lnTo>
                <a:lnTo>
                  <a:pt x="470" y="46"/>
                </a:lnTo>
                <a:lnTo>
                  <a:pt x="476" y="47"/>
                </a:lnTo>
                <a:lnTo>
                  <a:pt x="482" y="48"/>
                </a:lnTo>
                <a:lnTo>
                  <a:pt x="488" y="49"/>
                </a:lnTo>
                <a:lnTo>
                  <a:pt x="494" y="50"/>
                </a:lnTo>
                <a:lnTo>
                  <a:pt x="500" y="50"/>
                </a:lnTo>
                <a:lnTo>
                  <a:pt x="506" y="50"/>
                </a:lnTo>
                <a:lnTo>
                  <a:pt x="512" y="49"/>
                </a:lnTo>
                <a:lnTo>
                  <a:pt x="518" y="48"/>
                </a:lnTo>
                <a:lnTo>
                  <a:pt x="524" y="47"/>
                </a:lnTo>
                <a:lnTo>
                  <a:pt x="530" y="46"/>
                </a:lnTo>
                <a:lnTo>
                  <a:pt x="536" y="44"/>
                </a:lnTo>
                <a:lnTo>
                  <a:pt x="542" y="42"/>
                </a:lnTo>
                <a:lnTo>
                  <a:pt x="548" y="40"/>
                </a:lnTo>
                <a:lnTo>
                  <a:pt x="555" y="38"/>
                </a:lnTo>
                <a:lnTo>
                  <a:pt x="561" y="35"/>
                </a:lnTo>
                <a:lnTo>
                  <a:pt x="568" y="33"/>
                </a:lnTo>
                <a:lnTo>
                  <a:pt x="574" y="31"/>
                </a:lnTo>
                <a:lnTo>
                  <a:pt x="581" y="29"/>
                </a:lnTo>
                <a:lnTo>
                  <a:pt x="588" y="27"/>
                </a:lnTo>
                <a:lnTo>
                  <a:pt x="595" y="25"/>
                </a:lnTo>
                <a:lnTo>
                  <a:pt x="601" y="23"/>
                </a:lnTo>
                <a:lnTo>
                  <a:pt x="608" y="22"/>
                </a:lnTo>
                <a:lnTo>
                  <a:pt x="615" y="21"/>
                </a:lnTo>
                <a:lnTo>
                  <a:pt x="622" y="20"/>
                </a:lnTo>
                <a:lnTo>
                  <a:pt x="629" y="20"/>
                </a:lnTo>
                <a:lnTo>
                  <a:pt x="635" y="21"/>
                </a:lnTo>
                <a:lnTo>
                  <a:pt x="642" y="21"/>
                </a:lnTo>
                <a:lnTo>
                  <a:pt x="648" y="23"/>
                </a:lnTo>
                <a:lnTo>
                  <a:pt x="655" y="24"/>
                </a:lnTo>
                <a:lnTo>
                  <a:pt x="661" y="27"/>
                </a:lnTo>
                <a:lnTo>
                  <a:pt x="667" y="29"/>
                </a:lnTo>
                <a:lnTo>
                  <a:pt x="672" y="33"/>
                </a:lnTo>
                <a:lnTo>
                  <a:pt x="678" y="36"/>
                </a:lnTo>
                <a:lnTo>
                  <a:pt x="683" y="40"/>
                </a:lnTo>
                <a:lnTo>
                  <a:pt x="689" y="45"/>
                </a:lnTo>
                <a:lnTo>
                  <a:pt x="694" y="50"/>
                </a:lnTo>
                <a:lnTo>
                  <a:pt x="698" y="55"/>
                </a:lnTo>
                <a:lnTo>
                  <a:pt x="703" y="60"/>
                </a:lnTo>
                <a:lnTo>
                  <a:pt x="707" y="65"/>
                </a:lnTo>
                <a:lnTo>
                  <a:pt x="712" y="71"/>
                </a:lnTo>
                <a:lnTo>
                  <a:pt x="716" y="77"/>
                </a:lnTo>
                <a:lnTo>
                  <a:pt x="720" y="83"/>
                </a:lnTo>
                <a:lnTo>
                  <a:pt x="724" y="88"/>
                </a:lnTo>
                <a:lnTo>
                  <a:pt x="727" y="94"/>
                </a:lnTo>
                <a:lnTo>
                  <a:pt x="731" y="99"/>
                </a:lnTo>
                <a:lnTo>
                  <a:pt x="735" y="105"/>
                </a:lnTo>
                <a:lnTo>
                  <a:pt x="739" y="110"/>
                </a:lnTo>
                <a:lnTo>
                  <a:pt x="743" y="115"/>
                </a:lnTo>
                <a:lnTo>
                  <a:pt x="747" y="120"/>
                </a:lnTo>
                <a:lnTo>
                  <a:pt x="751" y="124"/>
                </a:lnTo>
                <a:lnTo>
                  <a:pt x="755" y="128"/>
                </a:lnTo>
                <a:lnTo>
                  <a:pt x="760" y="132"/>
                </a:lnTo>
                <a:lnTo>
                  <a:pt x="765" y="136"/>
                </a:lnTo>
                <a:lnTo>
                  <a:pt x="769" y="139"/>
                </a:lnTo>
                <a:lnTo>
                  <a:pt x="774" y="142"/>
                </a:lnTo>
                <a:lnTo>
                  <a:pt x="780" y="145"/>
                </a:lnTo>
                <a:lnTo>
                  <a:pt x="785" y="148"/>
                </a:lnTo>
                <a:lnTo>
                  <a:pt x="791" y="150"/>
                </a:lnTo>
                <a:lnTo>
                  <a:pt x="797" y="152"/>
                </a:lnTo>
                <a:lnTo>
                  <a:pt x="803" y="154"/>
                </a:lnTo>
                <a:lnTo>
                  <a:pt x="809" y="156"/>
                </a:lnTo>
                <a:lnTo>
                  <a:pt x="816" y="158"/>
                </a:lnTo>
                <a:lnTo>
                  <a:pt x="823" y="160"/>
                </a:lnTo>
                <a:lnTo>
                  <a:pt x="829" y="162"/>
                </a:lnTo>
                <a:lnTo>
                  <a:pt x="836" y="164"/>
                </a:lnTo>
                <a:lnTo>
                  <a:pt x="843" y="166"/>
                </a:lnTo>
                <a:lnTo>
                  <a:pt x="849" y="169"/>
                </a:lnTo>
                <a:lnTo>
                  <a:pt x="856" y="171"/>
                </a:lnTo>
                <a:lnTo>
                  <a:pt x="862" y="174"/>
                </a:lnTo>
                <a:lnTo>
                  <a:pt x="869" y="177"/>
                </a:lnTo>
                <a:lnTo>
                  <a:pt x="875" y="180"/>
                </a:lnTo>
                <a:lnTo>
                  <a:pt x="880" y="184"/>
                </a:lnTo>
                <a:lnTo>
                  <a:pt x="886" y="187"/>
                </a:lnTo>
                <a:lnTo>
                  <a:pt x="891" y="192"/>
                </a:lnTo>
                <a:lnTo>
                  <a:pt x="896" y="196"/>
                </a:lnTo>
                <a:lnTo>
                  <a:pt x="900" y="201"/>
                </a:lnTo>
                <a:lnTo>
                  <a:pt x="905" y="206"/>
                </a:lnTo>
                <a:lnTo>
                  <a:pt x="908" y="212"/>
                </a:lnTo>
                <a:lnTo>
                  <a:pt x="911" y="217"/>
                </a:lnTo>
                <a:lnTo>
                  <a:pt x="914" y="223"/>
                </a:lnTo>
                <a:lnTo>
                  <a:pt x="917" y="230"/>
                </a:lnTo>
                <a:lnTo>
                  <a:pt x="918" y="236"/>
                </a:lnTo>
                <a:lnTo>
                  <a:pt x="920" y="243"/>
                </a:lnTo>
                <a:lnTo>
                  <a:pt x="921" y="249"/>
                </a:lnTo>
                <a:lnTo>
                  <a:pt x="922" y="256"/>
                </a:lnTo>
                <a:lnTo>
                  <a:pt x="923" y="263"/>
                </a:lnTo>
                <a:lnTo>
                  <a:pt x="923" y="270"/>
                </a:lnTo>
                <a:lnTo>
                  <a:pt x="923" y="277"/>
                </a:lnTo>
                <a:lnTo>
                  <a:pt x="923" y="284"/>
                </a:lnTo>
                <a:lnTo>
                  <a:pt x="923" y="291"/>
                </a:lnTo>
                <a:lnTo>
                  <a:pt x="923" y="298"/>
                </a:lnTo>
                <a:lnTo>
                  <a:pt x="923" y="305"/>
                </a:lnTo>
                <a:lnTo>
                  <a:pt x="923" y="312"/>
                </a:lnTo>
                <a:lnTo>
                  <a:pt x="922" y="319"/>
                </a:lnTo>
                <a:lnTo>
                  <a:pt x="923" y="325"/>
                </a:lnTo>
                <a:lnTo>
                  <a:pt x="923" y="331"/>
                </a:lnTo>
                <a:lnTo>
                  <a:pt x="923" y="338"/>
                </a:lnTo>
                <a:lnTo>
                  <a:pt x="924" y="344"/>
                </a:lnTo>
                <a:lnTo>
                  <a:pt x="925" y="350"/>
                </a:lnTo>
                <a:lnTo>
                  <a:pt x="926" y="355"/>
                </a:lnTo>
                <a:lnTo>
                  <a:pt x="928" y="361"/>
                </a:lnTo>
                <a:lnTo>
                  <a:pt x="930" y="366"/>
                </a:lnTo>
                <a:lnTo>
                  <a:pt x="932" y="372"/>
                </a:lnTo>
                <a:lnTo>
                  <a:pt x="935" y="377"/>
                </a:lnTo>
                <a:lnTo>
                  <a:pt x="938" y="383"/>
                </a:lnTo>
                <a:lnTo>
                  <a:pt x="941" y="388"/>
                </a:lnTo>
                <a:lnTo>
                  <a:pt x="945" y="393"/>
                </a:lnTo>
                <a:lnTo>
                  <a:pt x="948" y="399"/>
                </a:lnTo>
                <a:lnTo>
                  <a:pt x="952" y="404"/>
                </a:lnTo>
                <a:lnTo>
                  <a:pt x="956" y="409"/>
                </a:lnTo>
                <a:lnTo>
                  <a:pt x="961" y="415"/>
                </a:lnTo>
                <a:lnTo>
                  <a:pt x="965" y="420"/>
                </a:lnTo>
                <a:lnTo>
                  <a:pt x="969" y="426"/>
                </a:lnTo>
                <a:lnTo>
                  <a:pt x="973" y="431"/>
                </a:lnTo>
                <a:lnTo>
                  <a:pt x="977" y="437"/>
                </a:lnTo>
                <a:lnTo>
                  <a:pt x="981" y="443"/>
                </a:lnTo>
                <a:lnTo>
                  <a:pt x="985" y="449"/>
                </a:lnTo>
                <a:lnTo>
                  <a:pt x="988" y="455"/>
                </a:lnTo>
                <a:lnTo>
                  <a:pt x="991" y="461"/>
                </a:lnTo>
                <a:lnTo>
                  <a:pt x="994" y="468"/>
                </a:lnTo>
                <a:lnTo>
                  <a:pt x="996" y="474"/>
                </a:lnTo>
                <a:lnTo>
                  <a:pt x="998" y="480"/>
                </a:lnTo>
                <a:lnTo>
                  <a:pt x="999" y="487"/>
                </a:lnTo>
                <a:lnTo>
                  <a:pt x="1000" y="493"/>
                </a:lnTo>
                <a:close/>
              </a:path>
            </a:pathLst>
          </a:custGeom>
          <a:solidFill>
            <a:srgbClr val="0263BA"/>
          </a:solidFill>
          <a:ln w="762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395727" y="2532888"/>
            <a:ext cx="4352544" cy="4352544"/>
          </a:xfrm>
          <a:custGeom>
            <a:avLst/>
            <a:gdLst/>
            <a:ahLst/>
            <a:cxnLst/>
            <a:rect l="0" t="0" r="r" b="b"/>
            <a:pathLst>
              <a:path w="1000" h="1000">
                <a:moveTo>
                  <a:pt x="999" y="500"/>
                </a:moveTo>
                <a:lnTo>
                  <a:pt x="998" y="507"/>
                </a:lnTo>
                <a:lnTo>
                  <a:pt x="996" y="513"/>
                </a:lnTo>
                <a:lnTo>
                  <a:pt x="994" y="519"/>
                </a:lnTo>
                <a:lnTo>
                  <a:pt x="991" y="526"/>
                </a:lnTo>
                <a:lnTo>
                  <a:pt x="988" y="532"/>
                </a:lnTo>
                <a:lnTo>
                  <a:pt x="985" y="538"/>
                </a:lnTo>
                <a:lnTo>
                  <a:pt x="981" y="544"/>
                </a:lnTo>
                <a:lnTo>
                  <a:pt x="978" y="550"/>
                </a:lnTo>
                <a:lnTo>
                  <a:pt x="974" y="556"/>
                </a:lnTo>
                <a:lnTo>
                  <a:pt x="970" y="562"/>
                </a:lnTo>
                <a:lnTo>
                  <a:pt x="966" y="568"/>
                </a:lnTo>
                <a:lnTo>
                  <a:pt x="962" y="573"/>
                </a:lnTo>
                <a:lnTo>
                  <a:pt x="958" y="579"/>
                </a:lnTo>
                <a:lnTo>
                  <a:pt x="954" y="584"/>
                </a:lnTo>
                <a:lnTo>
                  <a:pt x="950" y="590"/>
                </a:lnTo>
                <a:lnTo>
                  <a:pt x="946" y="595"/>
                </a:lnTo>
                <a:lnTo>
                  <a:pt x="943" y="600"/>
                </a:lnTo>
                <a:lnTo>
                  <a:pt x="940" y="606"/>
                </a:lnTo>
                <a:lnTo>
                  <a:pt x="938" y="611"/>
                </a:lnTo>
                <a:lnTo>
                  <a:pt x="935" y="617"/>
                </a:lnTo>
                <a:lnTo>
                  <a:pt x="933" y="622"/>
                </a:lnTo>
                <a:lnTo>
                  <a:pt x="932" y="628"/>
                </a:lnTo>
                <a:lnTo>
                  <a:pt x="930" y="634"/>
                </a:lnTo>
                <a:lnTo>
                  <a:pt x="929" y="639"/>
                </a:lnTo>
                <a:lnTo>
                  <a:pt x="928" y="645"/>
                </a:lnTo>
                <a:lnTo>
                  <a:pt x="928" y="652"/>
                </a:lnTo>
                <a:lnTo>
                  <a:pt x="928" y="658"/>
                </a:lnTo>
                <a:lnTo>
                  <a:pt x="928" y="664"/>
                </a:lnTo>
                <a:lnTo>
                  <a:pt x="928" y="671"/>
                </a:lnTo>
                <a:lnTo>
                  <a:pt x="928" y="677"/>
                </a:lnTo>
                <a:lnTo>
                  <a:pt x="929" y="684"/>
                </a:lnTo>
                <a:lnTo>
                  <a:pt x="929" y="691"/>
                </a:lnTo>
                <a:lnTo>
                  <a:pt x="930" y="698"/>
                </a:lnTo>
                <a:lnTo>
                  <a:pt x="930" y="705"/>
                </a:lnTo>
                <a:lnTo>
                  <a:pt x="930" y="712"/>
                </a:lnTo>
                <a:lnTo>
                  <a:pt x="930" y="719"/>
                </a:lnTo>
                <a:lnTo>
                  <a:pt x="930" y="726"/>
                </a:lnTo>
                <a:lnTo>
                  <a:pt x="929" y="733"/>
                </a:lnTo>
                <a:lnTo>
                  <a:pt x="929" y="740"/>
                </a:lnTo>
                <a:lnTo>
                  <a:pt x="927" y="747"/>
                </a:lnTo>
                <a:lnTo>
                  <a:pt x="926" y="753"/>
                </a:lnTo>
                <a:lnTo>
                  <a:pt x="924" y="760"/>
                </a:lnTo>
                <a:lnTo>
                  <a:pt x="922" y="766"/>
                </a:lnTo>
                <a:lnTo>
                  <a:pt x="919" y="772"/>
                </a:lnTo>
                <a:lnTo>
                  <a:pt x="916" y="778"/>
                </a:lnTo>
                <a:lnTo>
                  <a:pt x="912" y="783"/>
                </a:lnTo>
                <a:lnTo>
                  <a:pt x="908" y="788"/>
                </a:lnTo>
                <a:lnTo>
                  <a:pt x="904" y="793"/>
                </a:lnTo>
                <a:lnTo>
                  <a:pt x="899" y="798"/>
                </a:lnTo>
                <a:lnTo>
                  <a:pt x="893" y="802"/>
                </a:lnTo>
                <a:lnTo>
                  <a:pt x="888" y="806"/>
                </a:lnTo>
                <a:lnTo>
                  <a:pt x="882" y="809"/>
                </a:lnTo>
                <a:lnTo>
                  <a:pt x="876" y="813"/>
                </a:lnTo>
                <a:lnTo>
                  <a:pt x="870" y="816"/>
                </a:lnTo>
                <a:lnTo>
                  <a:pt x="863" y="819"/>
                </a:lnTo>
                <a:lnTo>
                  <a:pt x="857" y="821"/>
                </a:lnTo>
                <a:lnTo>
                  <a:pt x="850" y="824"/>
                </a:lnTo>
                <a:lnTo>
                  <a:pt x="844" y="826"/>
                </a:lnTo>
                <a:lnTo>
                  <a:pt x="837" y="828"/>
                </a:lnTo>
                <a:lnTo>
                  <a:pt x="830" y="830"/>
                </a:lnTo>
                <a:lnTo>
                  <a:pt x="824" y="833"/>
                </a:lnTo>
                <a:lnTo>
                  <a:pt x="818" y="835"/>
                </a:lnTo>
                <a:lnTo>
                  <a:pt x="811" y="837"/>
                </a:lnTo>
                <a:lnTo>
                  <a:pt x="805" y="839"/>
                </a:lnTo>
                <a:lnTo>
                  <a:pt x="800" y="842"/>
                </a:lnTo>
                <a:lnTo>
                  <a:pt x="794" y="844"/>
                </a:lnTo>
                <a:lnTo>
                  <a:pt x="789" y="847"/>
                </a:lnTo>
                <a:lnTo>
                  <a:pt x="784" y="850"/>
                </a:lnTo>
                <a:lnTo>
                  <a:pt x="779" y="853"/>
                </a:lnTo>
                <a:lnTo>
                  <a:pt x="774" y="857"/>
                </a:lnTo>
                <a:lnTo>
                  <a:pt x="769" y="861"/>
                </a:lnTo>
                <a:lnTo>
                  <a:pt x="765" y="865"/>
                </a:lnTo>
                <a:lnTo>
                  <a:pt x="761" y="869"/>
                </a:lnTo>
                <a:lnTo>
                  <a:pt x="757" y="874"/>
                </a:lnTo>
                <a:lnTo>
                  <a:pt x="753" y="879"/>
                </a:lnTo>
                <a:lnTo>
                  <a:pt x="750" y="884"/>
                </a:lnTo>
                <a:lnTo>
                  <a:pt x="746" y="890"/>
                </a:lnTo>
                <a:lnTo>
                  <a:pt x="742" y="895"/>
                </a:lnTo>
                <a:lnTo>
                  <a:pt x="739" y="901"/>
                </a:lnTo>
                <a:lnTo>
                  <a:pt x="735" y="907"/>
                </a:lnTo>
                <a:lnTo>
                  <a:pt x="731" y="913"/>
                </a:lnTo>
                <a:lnTo>
                  <a:pt x="727" y="919"/>
                </a:lnTo>
                <a:lnTo>
                  <a:pt x="723" y="924"/>
                </a:lnTo>
                <a:lnTo>
                  <a:pt x="719" y="930"/>
                </a:lnTo>
                <a:lnTo>
                  <a:pt x="715" y="936"/>
                </a:lnTo>
                <a:lnTo>
                  <a:pt x="710" y="941"/>
                </a:lnTo>
                <a:lnTo>
                  <a:pt x="706" y="946"/>
                </a:lnTo>
                <a:lnTo>
                  <a:pt x="701" y="951"/>
                </a:lnTo>
                <a:lnTo>
                  <a:pt x="696" y="955"/>
                </a:lnTo>
                <a:lnTo>
                  <a:pt x="690" y="959"/>
                </a:lnTo>
                <a:lnTo>
                  <a:pt x="685" y="963"/>
                </a:lnTo>
                <a:lnTo>
                  <a:pt x="679" y="966"/>
                </a:lnTo>
                <a:lnTo>
                  <a:pt x="673" y="969"/>
                </a:lnTo>
                <a:lnTo>
                  <a:pt x="667" y="971"/>
                </a:lnTo>
                <a:lnTo>
                  <a:pt x="661" y="973"/>
                </a:lnTo>
                <a:lnTo>
                  <a:pt x="654" y="974"/>
                </a:lnTo>
                <a:lnTo>
                  <a:pt x="648" y="975"/>
                </a:lnTo>
                <a:lnTo>
                  <a:pt x="641" y="976"/>
                </a:lnTo>
                <a:lnTo>
                  <a:pt x="634" y="975"/>
                </a:lnTo>
                <a:lnTo>
                  <a:pt x="627" y="975"/>
                </a:lnTo>
                <a:lnTo>
                  <a:pt x="620" y="974"/>
                </a:lnTo>
                <a:lnTo>
                  <a:pt x="614" y="973"/>
                </a:lnTo>
                <a:lnTo>
                  <a:pt x="607" y="971"/>
                </a:lnTo>
                <a:lnTo>
                  <a:pt x="600" y="970"/>
                </a:lnTo>
                <a:lnTo>
                  <a:pt x="593" y="968"/>
                </a:lnTo>
                <a:lnTo>
                  <a:pt x="586" y="966"/>
                </a:lnTo>
                <a:lnTo>
                  <a:pt x="580" y="964"/>
                </a:lnTo>
                <a:lnTo>
                  <a:pt x="573" y="962"/>
                </a:lnTo>
                <a:lnTo>
                  <a:pt x="567" y="959"/>
                </a:lnTo>
                <a:lnTo>
                  <a:pt x="560" y="957"/>
                </a:lnTo>
                <a:lnTo>
                  <a:pt x="554" y="956"/>
                </a:lnTo>
                <a:lnTo>
                  <a:pt x="548" y="954"/>
                </a:lnTo>
                <a:lnTo>
                  <a:pt x="542" y="952"/>
                </a:lnTo>
                <a:lnTo>
                  <a:pt x="536" y="951"/>
                </a:lnTo>
                <a:lnTo>
                  <a:pt x="530" y="950"/>
                </a:lnTo>
                <a:lnTo>
                  <a:pt x="524" y="950"/>
                </a:lnTo>
                <a:lnTo>
                  <a:pt x="518" y="950"/>
                </a:lnTo>
                <a:lnTo>
                  <a:pt x="512" y="950"/>
                </a:lnTo>
                <a:lnTo>
                  <a:pt x="506" y="950"/>
                </a:lnTo>
                <a:lnTo>
                  <a:pt x="500" y="951"/>
                </a:lnTo>
                <a:lnTo>
                  <a:pt x="494" y="952"/>
                </a:lnTo>
                <a:lnTo>
                  <a:pt x="488" y="954"/>
                </a:lnTo>
                <a:lnTo>
                  <a:pt x="482" y="956"/>
                </a:lnTo>
                <a:lnTo>
                  <a:pt x="476" y="958"/>
                </a:lnTo>
                <a:lnTo>
                  <a:pt x="470" y="960"/>
                </a:lnTo>
                <a:lnTo>
                  <a:pt x="464" y="962"/>
                </a:lnTo>
                <a:lnTo>
                  <a:pt x="457" y="965"/>
                </a:lnTo>
                <a:lnTo>
                  <a:pt x="451" y="967"/>
                </a:lnTo>
                <a:lnTo>
                  <a:pt x="444" y="970"/>
                </a:lnTo>
                <a:lnTo>
                  <a:pt x="438" y="972"/>
                </a:lnTo>
                <a:lnTo>
                  <a:pt x="431" y="975"/>
                </a:lnTo>
                <a:lnTo>
                  <a:pt x="424" y="977"/>
                </a:lnTo>
                <a:lnTo>
                  <a:pt x="418" y="979"/>
                </a:lnTo>
                <a:lnTo>
                  <a:pt x="411" y="980"/>
                </a:lnTo>
                <a:lnTo>
                  <a:pt x="404" y="982"/>
                </a:lnTo>
                <a:lnTo>
                  <a:pt x="397" y="983"/>
                </a:lnTo>
                <a:lnTo>
                  <a:pt x="391" y="983"/>
                </a:lnTo>
                <a:lnTo>
                  <a:pt x="384" y="984"/>
                </a:lnTo>
                <a:lnTo>
                  <a:pt x="377" y="983"/>
                </a:lnTo>
                <a:lnTo>
                  <a:pt x="371" y="982"/>
                </a:lnTo>
                <a:lnTo>
                  <a:pt x="364" y="981"/>
                </a:lnTo>
                <a:lnTo>
                  <a:pt x="358" y="979"/>
                </a:lnTo>
                <a:lnTo>
                  <a:pt x="352" y="977"/>
                </a:lnTo>
                <a:lnTo>
                  <a:pt x="346" y="974"/>
                </a:lnTo>
                <a:lnTo>
                  <a:pt x="340" y="971"/>
                </a:lnTo>
                <a:lnTo>
                  <a:pt x="334" y="968"/>
                </a:lnTo>
                <a:lnTo>
                  <a:pt x="329" y="963"/>
                </a:lnTo>
                <a:lnTo>
                  <a:pt x="324" y="959"/>
                </a:lnTo>
                <a:lnTo>
                  <a:pt x="319" y="954"/>
                </a:lnTo>
                <a:lnTo>
                  <a:pt x="314" y="949"/>
                </a:lnTo>
                <a:lnTo>
                  <a:pt x="309" y="944"/>
                </a:lnTo>
                <a:lnTo>
                  <a:pt x="305" y="939"/>
                </a:lnTo>
                <a:lnTo>
                  <a:pt x="300" y="933"/>
                </a:lnTo>
                <a:lnTo>
                  <a:pt x="296" y="928"/>
                </a:lnTo>
                <a:lnTo>
                  <a:pt x="292" y="922"/>
                </a:lnTo>
                <a:lnTo>
                  <a:pt x="288" y="916"/>
                </a:lnTo>
                <a:lnTo>
                  <a:pt x="284" y="911"/>
                </a:lnTo>
                <a:lnTo>
                  <a:pt x="280" y="905"/>
                </a:lnTo>
                <a:lnTo>
                  <a:pt x="276" y="900"/>
                </a:lnTo>
                <a:lnTo>
                  <a:pt x="272" y="895"/>
                </a:lnTo>
                <a:lnTo>
                  <a:pt x="268" y="891"/>
                </a:lnTo>
                <a:lnTo>
                  <a:pt x="263" y="886"/>
                </a:lnTo>
                <a:lnTo>
                  <a:pt x="259" y="882"/>
                </a:lnTo>
                <a:lnTo>
                  <a:pt x="255" y="878"/>
                </a:lnTo>
                <a:lnTo>
                  <a:pt x="250" y="874"/>
                </a:lnTo>
                <a:lnTo>
                  <a:pt x="245" y="871"/>
                </a:lnTo>
                <a:lnTo>
                  <a:pt x="240" y="868"/>
                </a:lnTo>
                <a:lnTo>
                  <a:pt x="235" y="865"/>
                </a:lnTo>
                <a:lnTo>
                  <a:pt x="229" y="863"/>
                </a:lnTo>
                <a:lnTo>
                  <a:pt x="224" y="860"/>
                </a:lnTo>
                <a:lnTo>
                  <a:pt x="218" y="858"/>
                </a:lnTo>
                <a:lnTo>
                  <a:pt x="212" y="856"/>
                </a:lnTo>
                <a:lnTo>
                  <a:pt x="205" y="854"/>
                </a:lnTo>
                <a:lnTo>
                  <a:pt x="199" y="853"/>
                </a:lnTo>
                <a:lnTo>
                  <a:pt x="192" y="851"/>
                </a:lnTo>
                <a:lnTo>
                  <a:pt x="186" y="849"/>
                </a:lnTo>
                <a:lnTo>
                  <a:pt x="179" y="847"/>
                </a:lnTo>
                <a:lnTo>
                  <a:pt x="172" y="846"/>
                </a:lnTo>
                <a:lnTo>
                  <a:pt x="165" y="844"/>
                </a:lnTo>
                <a:lnTo>
                  <a:pt x="159" y="841"/>
                </a:lnTo>
                <a:lnTo>
                  <a:pt x="152" y="839"/>
                </a:lnTo>
                <a:lnTo>
                  <a:pt x="146" y="836"/>
                </a:lnTo>
                <a:lnTo>
                  <a:pt x="139" y="833"/>
                </a:lnTo>
                <a:lnTo>
                  <a:pt x="133" y="830"/>
                </a:lnTo>
                <a:lnTo>
                  <a:pt x="127" y="827"/>
                </a:lnTo>
                <a:lnTo>
                  <a:pt x="122" y="823"/>
                </a:lnTo>
                <a:lnTo>
                  <a:pt x="117" y="819"/>
                </a:lnTo>
                <a:lnTo>
                  <a:pt x="112" y="814"/>
                </a:lnTo>
                <a:lnTo>
                  <a:pt x="107" y="809"/>
                </a:lnTo>
                <a:lnTo>
                  <a:pt x="103" y="804"/>
                </a:lnTo>
                <a:lnTo>
                  <a:pt x="100" y="799"/>
                </a:lnTo>
                <a:lnTo>
                  <a:pt x="96" y="793"/>
                </a:lnTo>
                <a:lnTo>
                  <a:pt x="94" y="787"/>
                </a:lnTo>
                <a:lnTo>
                  <a:pt x="91" y="781"/>
                </a:lnTo>
                <a:lnTo>
                  <a:pt x="89" y="774"/>
                </a:lnTo>
                <a:lnTo>
                  <a:pt x="88" y="768"/>
                </a:lnTo>
                <a:lnTo>
                  <a:pt x="86" y="761"/>
                </a:lnTo>
                <a:lnTo>
                  <a:pt x="85" y="754"/>
                </a:lnTo>
                <a:lnTo>
                  <a:pt x="85" y="747"/>
                </a:lnTo>
                <a:lnTo>
                  <a:pt x="84" y="740"/>
                </a:lnTo>
                <a:lnTo>
                  <a:pt x="84" y="733"/>
                </a:lnTo>
                <a:lnTo>
                  <a:pt x="84" y="726"/>
                </a:lnTo>
                <a:lnTo>
                  <a:pt x="84" y="719"/>
                </a:lnTo>
                <a:lnTo>
                  <a:pt x="84" y="712"/>
                </a:lnTo>
                <a:lnTo>
                  <a:pt x="84" y="705"/>
                </a:lnTo>
                <a:lnTo>
                  <a:pt x="84" y="699"/>
                </a:lnTo>
                <a:lnTo>
                  <a:pt x="83" y="692"/>
                </a:lnTo>
                <a:lnTo>
                  <a:pt x="83" y="686"/>
                </a:lnTo>
                <a:lnTo>
                  <a:pt x="83" y="679"/>
                </a:lnTo>
                <a:lnTo>
                  <a:pt x="82" y="673"/>
                </a:lnTo>
                <a:lnTo>
                  <a:pt x="81" y="667"/>
                </a:lnTo>
                <a:lnTo>
                  <a:pt x="79" y="661"/>
                </a:lnTo>
                <a:lnTo>
                  <a:pt x="78" y="656"/>
                </a:lnTo>
                <a:lnTo>
                  <a:pt x="76" y="650"/>
                </a:lnTo>
                <a:lnTo>
                  <a:pt x="73" y="645"/>
                </a:lnTo>
                <a:lnTo>
                  <a:pt x="71" y="639"/>
                </a:lnTo>
                <a:lnTo>
                  <a:pt x="68" y="634"/>
                </a:lnTo>
                <a:lnTo>
                  <a:pt x="65" y="629"/>
                </a:lnTo>
                <a:lnTo>
                  <a:pt x="61" y="624"/>
                </a:lnTo>
                <a:lnTo>
                  <a:pt x="57" y="619"/>
                </a:lnTo>
                <a:lnTo>
                  <a:pt x="53" y="613"/>
                </a:lnTo>
                <a:lnTo>
                  <a:pt x="49" y="608"/>
                </a:lnTo>
                <a:lnTo>
                  <a:pt x="45" y="603"/>
                </a:lnTo>
                <a:lnTo>
                  <a:pt x="40" y="598"/>
                </a:lnTo>
                <a:lnTo>
                  <a:pt x="36" y="592"/>
                </a:lnTo>
                <a:lnTo>
                  <a:pt x="32" y="587"/>
                </a:lnTo>
                <a:lnTo>
                  <a:pt x="27" y="581"/>
                </a:lnTo>
                <a:lnTo>
                  <a:pt x="23" y="576"/>
                </a:lnTo>
                <a:lnTo>
                  <a:pt x="19" y="570"/>
                </a:lnTo>
                <a:lnTo>
                  <a:pt x="16" y="564"/>
                </a:lnTo>
                <a:lnTo>
                  <a:pt x="12" y="558"/>
                </a:lnTo>
                <a:lnTo>
                  <a:pt x="9" y="552"/>
                </a:lnTo>
                <a:lnTo>
                  <a:pt x="6" y="545"/>
                </a:lnTo>
                <a:lnTo>
                  <a:pt x="4" y="539"/>
                </a:lnTo>
                <a:lnTo>
                  <a:pt x="3" y="533"/>
                </a:lnTo>
                <a:lnTo>
                  <a:pt x="1" y="526"/>
                </a:lnTo>
                <a:lnTo>
                  <a:pt x="0" y="520"/>
                </a:lnTo>
                <a:lnTo>
                  <a:pt x="0" y="513"/>
                </a:lnTo>
                <a:lnTo>
                  <a:pt x="0" y="507"/>
                </a:lnTo>
                <a:lnTo>
                  <a:pt x="1" y="500"/>
                </a:lnTo>
                <a:lnTo>
                  <a:pt x="2" y="493"/>
                </a:lnTo>
                <a:lnTo>
                  <a:pt x="4" y="487"/>
                </a:lnTo>
                <a:lnTo>
                  <a:pt x="6" y="481"/>
                </a:lnTo>
                <a:lnTo>
                  <a:pt x="9" y="474"/>
                </a:lnTo>
                <a:lnTo>
                  <a:pt x="12" y="468"/>
                </a:lnTo>
                <a:lnTo>
                  <a:pt x="15" y="462"/>
                </a:lnTo>
                <a:lnTo>
                  <a:pt x="19" y="456"/>
                </a:lnTo>
                <a:lnTo>
                  <a:pt x="22" y="450"/>
                </a:lnTo>
                <a:lnTo>
                  <a:pt x="26" y="444"/>
                </a:lnTo>
                <a:lnTo>
                  <a:pt x="30" y="438"/>
                </a:lnTo>
                <a:lnTo>
                  <a:pt x="34" y="432"/>
                </a:lnTo>
                <a:lnTo>
                  <a:pt x="38" y="427"/>
                </a:lnTo>
                <a:lnTo>
                  <a:pt x="42" y="421"/>
                </a:lnTo>
                <a:lnTo>
                  <a:pt x="46" y="416"/>
                </a:lnTo>
                <a:lnTo>
                  <a:pt x="50" y="410"/>
                </a:lnTo>
                <a:lnTo>
                  <a:pt x="54" y="405"/>
                </a:lnTo>
                <a:lnTo>
                  <a:pt x="57" y="400"/>
                </a:lnTo>
                <a:lnTo>
                  <a:pt x="60" y="394"/>
                </a:lnTo>
                <a:lnTo>
                  <a:pt x="62" y="389"/>
                </a:lnTo>
                <a:lnTo>
                  <a:pt x="65" y="383"/>
                </a:lnTo>
                <a:lnTo>
                  <a:pt x="67" y="378"/>
                </a:lnTo>
                <a:lnTo>
                  <a:pt x="68" y="372"/>
                </a:lnTo>
                <a:lnTo>
                  <a:pt x="70" y="366"/>
                </a:lnTo>
                <a:lnTo>
                  <a:pt x="71" y="361"/>
                </a:lnTo>
                <a:lnTo>
                  <a:pt x="72" y="355"/>
                </a:lnTo>
                <a:lnTo>
                  <a:pt x="72" y="348"/>
                </a:lnTo>
                <a:lnTo>
                  <a:pt x="72" y="342"/>
                </a:lnTo>
                <a:lnTo>
                  <a:pt x="72" y="336"/>
                </a:lnTo>
                <a:lnTo>
                  <a:pt x="72" y="329"/>
                </a:lnTo>
                <a:lnTo>
                  <a:pt x="72" y="323"/>
                </a:lnTo>
                <a:lnTo>
                  <a:pt x="71" y="316"/>
                </a:lnTo>
                <a:lnTo>
                  <a:pt x="71" y="309"/>
                </a:lnTo>
                <a:lnTo>
                  <a:pt x="70" y="302"/>
                </a:lnTo>
                <a:lnTo>
                  <a:pt x="70" y="295"/>
                </a:lnTo>
                <a:lnTo>
                  <a:pt x="70" y="288"/>
                </a:lnTo>
                <a:lnTo>
                  <a:pt x="70" y="281"/>
                </a:lnTo>
                <a:lnTo>
                  <a:pt x="70" y="274"/>
                </a:lnTo>
                <a:lnTo>
                  <a:pt x="71" y="267"/>
                </a:lnTo>
                <a:lnTo>
                  <a:pt x="71" y="260"/>
                </a:lnTo>
                <a:lnTo>
                  <a:pt x="73" y="253"/>
                </a:lnTo>
                <a:lnTo>
                  <a:pt x="74" y="247"/>
                </a:lnTo>
                <a:lnTo>
                  <a:pt x="76" y="240"/>
                </a:lnTo>
                <a:lnTo>
                  <a:pt x="78" y="234"/>
                </a:lnTo>
                <a:lnTo>
                  <a:pt x="81" y="228"/>
                </a:lnTo>
                <a:lnTo>
                  <a:pt x="84" y="222"/>
                </a:lnTo>
                <a:lnTo>
                  <a:pt x="88" y="217"/>
                </a:lnTo>
                <a:lnTo>
                  <a:pt x="92" y="212"/>
                </a:lnTo>
                <a:lnTo>
                  <a:pt x="96" y="207"/>
                </a:lnTo>
                <a:lnTo>
                  <a:pt x="101" y="202"/>
                </a:lnTo>
                <a:lnTo>
                  <a:pt x="107" y="198"/>
                </a:lnTo>
                <a:lnTo>
                  <a:pt x="112" y="194"/>
                </a:lnTo>
                <a:lnTo>
                  <a:pt x="118" y="191"/>
                </a:lnTo>
                <a:lnTo>
                  <a:pt x="124" y="187"/>
                </a:lnTo>
                <a:lnTo>
                  <a:pt x="130" y="184"/>
                </a:lnTo>
                <a:lnTo>
                  <a:pt x="137" y="181"/>
                </a:lnTo>
                <a:lnTo>
                  <a:pt x="143" y="179"/>
                </a:lnTo>
                <a:lnTo>
                  <a:pt x="150" y="176"/>
                </a:lnTo>
                <a:lnTo>
                  <a:pt x="156" y="174"/>
                </a:lnTo>
                <a:lnTo>
                  <a:pt x="163" y="172"/>
                </a:lnTo>
                <a:lnTo>
                  <a:pt x="170" y="170"/>
                </a:lnTo>
                <a:lnTo>
                  <a:pt x="176" y="167"/>
                </a:lnTo>
                <a:lnTo>
                  <a:pt x="182" y="165"/>
                </a:lnTo>
                <a:lnTo>
                  <a:pt x="189" y="163"/>
                </a:lnTo>
                <a:lnTo>
                  <a:pt x="195" y="161"/>
                </a:lnTo>
                <a:lnTo>
                  <a:pt x="200" y="158"/>
                </a:lnTo>
                <a:lnTo>
                  <a:pt x="206" y="156"/>
                </a:lnTo>
                <a:lnTo>
                  <a:pt x="211" y="153"/>
                </a:lnTo>
                <a:lnTo>
                  <a:pt x="216" y="150"/>
                </a:lnTo>
                <a:lnTo>
                  <a:pt x="221" y="147"/>
                </a:lnTo>
                <a:lnTo>
                  <a:pt x="226" y="143"/>
                </a:lnTo>
                <a:lnTo>
                  <a:pt x="231" y="139"/>
                </a:lnTo>
                <a:lnTo>
                  <a:pt x="235" y="135"/>
                </a:lnTo>
                <a:lnTo>
                  <a:pt x="239" y="131"/>
                </a:lnTo>
                <a:lnTo>
                  <a:pt x="243" y="126"/>
                </a:lnTo>
                <a:lnTo>
                  <a:pt x="247" y="121"/>
                </a:lnTo>
                <a:lnTo>
                  <a:pt x="250" y="116"/>
                </a:lnTo>
                <a:lnTo>
                  <a:pt x="254" y="110"/>
                </a:lnTo>
                <a:lnTo>
                  <a:pt x="258" y="105"/>
                </a:lnTo>
                <a:lnTo>
                  <a:pt x="261" y="99"/>
                </a:lnTo>
                <a:lnTo>
                  <a:pt x="265" y="93"/>
                </a:lnTo>
                <a:lnTo>
                  <a:pt x="269" y="87"/>
                </a:lnTo>
                <a:lnTo>
                  <a:pt x="273" y="81"/>
                </a:lnTo>
                <a:lnTo>
                  <a:pt x="277" y="76"/>
                </a:lnTo>
                <a:lnTo>
                  <a:pt x="281" y="70"/>
                </a:lnTo>
                <a:lnTo>
                  <a:pt x="285" y="64"/>
                </a:lnTo>
                <a:lnTo>
                  <a:pt x="290" y="59"/>
                </a:lnTo>
                <a:lnTo>
                  <a:pt x="294" y="54"/>
                </a:lnTo>
                <a:lnTo>
                  <a:pt x="299" y="49"/>
                </a:lnTo>
                <a:lnTo>
                  <a:pt x="304" y="45"/>
                </a:lnTo>
                <a:lnTo>
                  <a:pt x="310" y="41"/>
                </a:lnTo>
                <a:lnTo>
                  <a:pt x="315" y="37"/>
                </a:lnTo>
                <a:lnTo>
                  <a:pt x="321" y="34"/>
                </a:lnTo>
                <a:lnTo>
                  <a:pt x="327" y="31"/>
                </a:lnTo>
                <a:lnTo>
                  <a:pt x="333" y="29"/>
                </a:lnTo>
                <a:lnTo>
                  <a:pt x="339" y="27"/>
                </a:lnTo>
                <a:lnTo>
                  <a:pt x="346" y="26"/>
                </a:lnTo>
                <a:lnTo>
                  <a:pt x="352" y="25"/>
                </a:lnTo>
                <a:lnTo>
                  <a:pt x="359" y="24"/>
                </a:lnTo>
                <a:lnTo>
                  <a:pt x="366" y="25"/>
                </a:lnTo>
                <a:lnTo>
                  <a:pt x="373" y="25"/>
                </a:lnTo>
                <a:lnTo>
                  <a:pt x="380" y="26"/>
                </a:lnTo>
                <a:lnTo>
                  <a:pt x="386" y="27"/>
                </a:lnTo>
                <a:lnTo>
                  <a:pt x="393" y="29"/>
                </a:lnTo>
                <a:lnTo>
                  <a:pt x="400" y="30"/>
                </a:lnTo>
                <a:lnTo>
                  <a:pt x="407" y="32"/>
                </a:lnTo>
                <a:lnTo>
                  <a:pt x="414" y="34"/>
                </a:lnTo>
                <a:lnTo>
                  <a:pt x="420" y="36"/>
                </a:lnTo>
                <a:lnTo>
                  <a:pt x="427" y="38"/>
                </a:lnTo>
                <a:lnTo>
                  <a:pt x="433" y="41"/>
                </a:lnTo>
                <a:lnTo>
                  <a:pt x="440" y="43"/>
                </a:lnTo>
                <a:lnTo>
                  <a:pt x="446" y="44"/>
                </a:lnTo>
                <a:lnTo>
                  <a:pt x="452" y="46"/>
                </a:lnTo>
                <a:lnTo>
                  <a:pt x="458" y="48"/>
                </a:lnTo>
                <a:lnTo>
                  <a:pt x="464" y="49"/>
                </a:lnTo>
                <a:lnTo>
                  <a:pt x="470" y="50"/>
                </a:lnTo>
                <a:lnTo>
                  <a:pt x="476" y="50"/>
                </a:lnTo>
                <a:lnTo>
                  <a:pt x="482" y="50"/>
                </a:lnTo>
                <a:lnTo>
                  <a:pt x="488" y="50"/>
                </a:lnTo>
                <a:lnTo>
                  <a:pt x="494" y="50"/>
                </a:lnTo>
                <a:lnTo>
                  <a:pt x="500" y="49"/>
                </a:lnTo>
                <a:lnTo>
                  <a:pt x="506" y="48"/>
                </a:lnTo>
                <a:lnTo>
                  <a:pt x="512" y="46"/>
                </a:lnTo>
                <a:lnTo>
                  <a:pt x="518" y="44"/>
                </a:lnTo>
                <a:lnTo>
                  <a:pt x="524" y="42"/>
                </a:lnTo>
                <a:lnTo>
                  <a:pt x="530" y="40"/>
                </a:lnTo>
                <a:lnTo>
                  <a:pt x="536" y="38"/>
                </a:lnTo>
                <a:lnTo>
                  <a:pt x="543" y="35"/>
                </a:lnTo>
                <a:lnTo>
                  <a:pt x="549" y="33"/>
                </a:lnTo>
                <a:lnTo>
                  <a:pt x="556" y="30"/>
                </a:lnTo>
                <a:lnTo>
                  <a:pt x="562" y="28"/>
                </a:lnTo>
                <a:lnTo>
                  <a:pt x="569" y="25"/>
                </a:lnTo>
                <a:lnTo>
                  <a:pt x="576" y="23"/>
                </a:lnTo>
                <a:lnTo>
                  <a:pt x="582" y="21"/>
                </a:lnTo>
                <a:lnTo>
                  <a:pt x="589" y="20"/>
                </a:lnTo>
                <a:lnTo>
                  <a:pt x="596" y="18"/>
                </a:lnTo>
                <a:lnTo>
                  <a:pt x="603" y="17"/>
                </a:lnTo>
                <a:lnTo>
                  <a:pt x="609" y="17"/>
                </a:lnTo>
                <a:lnTo>
                  <a:pt x="616" y="16"/>
                </a:lnTo>
                <a:lnTo>
                  <a:pt x="623" y="17"/>
                </a:lnTo>
                <a:lnTo>
                  <a:pt x="629" y="18"/>
                </a:lnTo>
                <a:lnTo>
                  <a:pt x="636" y="19"/>
                </a:lnTo>
                <a:lnTo>
                  <a:pt x="642" y="21"/>
                </a:lnTo>
                <a:lnTo>
                  <a:pt x="648" y="23"/>
                </a:lnTo>
                <a:lnTo>
                  <a:pt x="654" y="26"/>
                </a:lnTo>
                <a:lnTo>
                  <a:pt x="660" y="29"/>
                </a:lnTo>
                <a:lnTo>
                  <a:pt x="666" y="32"/>
                </a:lnTo>
                <a:lnTo>
                  <a:pt x="671" y="37"/>
                </a:lnTo>
                <a:lnTo>
                  <a:pt x="676" y="41"/>
                </a:lnTo>
                <a:lnTo>
                  <a:pt x="681" y="46"/>
                </a:lnTo>
                <a:lnTo>
                  <a:pt x="686" y="51"/>
                </a:lnTo>
                <a:lnTo>
                  <a:pt x="691" y="56"/>
                </a:lnTo>
                <a:lnTo>
                  <a:pt x="695" y="61"/>
                </a:lnTo>
                <a:lnTo>
                  <a:pt x="700" y="67"/>
                </a:lnTo>
                <a:lnTo>
                  <a:pt x="704" y="72"/>
                </a:lnTo>
                <a:lnTo>
                  <a:pt x="708" y="78"/>
                </a:lnTo>
                <a:lnTo>
                  <a:pt x="712" y="84"/>
                </a:lnTo>
                <a:lnTo>
                  <a:pt x="716" y="89"/>
                </a:lnTo>
                <a:lnTo>
                  <a:pt x="720" y="95"/>
                </a:lnTo>
                <a:lnTo>
                  <a:pt x="724" y="100"/>
                </a:lnTo>
                <a:lnTo>
                  <a:pt x="728" y="105"/>
                </a:lnTo>
                <a:lnTo>
                  <a:pt x="732" y="109"/>
                </a:lnTo>
                <a:lnTo>
                  <a:pt x="737" y="114"/>
                </a:lnTo>
                <a:lnTo>
                  <a:pt x="741" y="118"/>
                </a:lnTo>
                <a:lnTo>
                  <a:pt x="745" y="122"/>
                </a:lnTo>
                <a:lnTo>
                  <a:pt x="750" y="126"/>
                </a:lnTo>
                <a:lnTo>
                  <a:pt x="755" y="129"/>
                </a:lnTo>
                <a:lnTo>
                  <a:pt x="760" y="132"/>
                </a:lnTo>
                <a:lnTo>
                  <a:pt x="765" y="135"/>
                </a:lnTo>
                <a:lnTo>
                  <a:pt x="771" y="137"/>
                </a:lnTo>
                <a:lnTo>
                  <a:pt x="776" y="140"/>
                </a:lnTo>
                <a:lnTo>
                  <a:pt x="782" y="142"/>
                </a:lnTo>
                <a:lnTo>
                  <a:pt x="788" y="144"/>
                </a:lnTo>
                <a:lnTo>
                  <a:pt x="795" y="146"/>
                </a:lnTo>
                <a:lnTo>
                  <a:pt x="801" y="147"/>
                </a:lnTo>
                <a:lnTo>
                  <a:pt x="808" y="149"/>
                </a:lnTo>
                <a:lnTo>
                  <a:pt x="814" y="151"/>
                </a:lnTo>
                <a:lnTo>
                  <a:pt x="821" y="153"/>
                </a:lnTo>
                <a:lnTo>
                  <a:pt x="828" y="154"/>
                </a:lnTo>
                <a:lnTo>
                  <a:pt x="835" y="156"/>
                </a:lnTo>
                <a:lnTo>
                  <a:pt x="841" y="159"/>
                </a:lnTo>
                <a:lnTo>
                  <a:pt x="848" y="161"/>
                </a:lnTo>
                <a:lnTo>
                  <a:pt x="854" y="164"/>
                </a:lnTo>
                <a:lnTo>
                  <a:pt x="861" y="167"/>
                </a:lnTo>
                <a:lnTo>
                  <a:pt x="867" y="170"/>
                </a:lnTo>
                <a:lnTo>
                  <a:pt x="873" y="173"/>
                </a:lnTo>
                <a:lnTo>
                  <a:pt x="878" y="177"/>
                </a:lnTo>
                <a:lnTo>
                  <a:pt x="883" y="181"/>
                </a:lnTo>
                <a:lnTo>
                  <a:pt x="888" y="186"/>
                </a:lnTo>
                <a:lnTo>
                  <a:pt x="893" y="191"/>
                </a:lnTo>
                <a:lnTo>
                  <a:pt x="897" y="196"/>
                </a:lnTo>
                <a:lnTo>
                  <a:pt x="900" y="201"/>
                </a:lnTo>
                <a:lnTo>
                  <a:pt x="904" y="207"/>
                </a:lnTo>
                <a:lnTo>
                  <a:pt x="906" y="213"/>
                </a:lnTo>
                <a:lnTo>
                  <a:pt x="909" y="219"/>
                </a:lnTo>
                <a:lnTo>
                  <a:pt x="911" y="226"/>
                </a:lnTo>
                <a:lnTo>
                  <a:pt x="912" y="232"/>
                </a:lnTo>
                <a:lnTo>
                  <a:pt x="914" y="239"/>
                </a:lnTo>
                <a:lnTo>
                  <a:pt x="915" y="246"/>
                </a:lnTo>
                <a:lnTo>
                  <a:pt x="915" y="253"/>
                </a:lnTo>
                <a:lnTo>
                  <a:pt x="916" y="260"/>
                </a:lnTo>
                <a:lnTo>
                  <a:pt x="916" y="267"/>
                </a:lnTo>
                <a:lnTo>
                  <a:pt x="916" y="274"/>
                </a:lnTo>
                <a:lnTo>
                  <a:pt x="916" y="281"/>
                </a:lnTo>
                <a:lnTo>
                  <a:pt x="916" y="288"/>
                </a:lnTo>
                <a:lnTo>
                  <a:pt x="916" y="295"/>
                </a:lnTo>
                <a:lnTo>
                  <a:pt x="916" y="301"/>
                </a:lnTo>
                <a:lnTo>
                  <a:pt x="917" y="308"/>
                </a:lnTo>
                <a:lnTo>
                  <a:pt x="917" y="314"/>
                </a:lnTo>
                <a:lnTo>
                  <a:pt x="917" y="321"/>
                </a:lnTo>
                <a:lnTo>
                  <a:pt x="918" y="327"/>
                </a:lnTo>
                <a:lnTo>
                  <a:pt x="919" y="333"/>
                </a:lnTo>
                <a:lnTo>
                  <a:pt x="921" y="339"/>
                </a:lnTo>
                <a:lnTo>
                  <a:pt x="922" y="344"/>
                </a:lnTo>
                <a:lnTo>
                  <a:pt x="924" y="350"/>
                </a:lnTo>
                <a:lnTo>
                  <a:pt x="927" y="355"/>
                </a:lnTo>
                <a:lnTo>
                  <a:pt x="929" y="361"/>
                </a:lnTo>
                <a:lnTo>
                  <a:pt x="932" y="366"/>
                </a:lnTo>
                <a:lnTo>
                  <a:pt x="935" y="371"/>
                </a:lnTo>
                <a:lnTo>
                  <a:pt x="939" y="376"/>
                </a:lnTo>
                <a:lnTo>
                  <a:pt x="943" y="381"/>
                </a:lnTo>
                <a:lnTo>
                  <a:pt x="947" y="387"/>
                </a:lnTo>
                <a:lnTo>
                  <a:pt x="951" y="392"/>
                </a:lnTo>
                <a:lnTo>
                  <a:pt x="955" y="397"/>
                </a:lnTo>
                <a:lnTo>
                  <a:pt x="960" y="402"/>
                </a:lnTo>
                <a:lnTo>
                  <a:pt x="964" y="408"/>
                </a:lnTo>
                <a:lnTo>
                  <a:pt x="968" y="413"/>
                </a:lnTo>
                <a:lnTo>
                  <a:pt x="973" y="419"/>
                </a:lnTo>
                <a:lnTo>
                  <a:pt x="977" y="424"/>
                </a:lnTo>
                <a:lnTo>
                  <a:pt x="981" y="430"/>
                </a:lnTo>
                <a:lnTo>
                  <a:pt x="984" y="436"/>
                </a:lnTo>
                <a:lnTo>
                  <a:pt x="988" y="442"/>
                </a:lnTo>
                <a:lnTo>
                  <a:pt x="991" y="448"/>
                </a:lnTo>
                <a:lnTo>
                  <a:pt x="994" y="455"/>
                </a:lnTo>
                <a:lnTo>
                  <a:pt x="996" y="461"/>
                </a:lnTo>
                <a:lnTo>
                  <a:pt x="997" y="467"/>
                </a:lnTo>
                <a:lnTo>
                  <a:pt x="999" y="474"/>
                </a:lnTo>
                <a:lnTo>
                  <a:pt x="1000" y="480"/>
                </a:lnTo>
                <a:lnTo>
                  <a:pt x="1000" y="487"/>
                </a:lnTo>
                <a:lnTo>
                  <a:pt x="1000" y="493"/>
                </a:lnTo>
                <a:close/>
              </a:path>
            </a:pathLst>
          </a:custGeom>
          <a:solidFill>
            <a:srgbClr val="24A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743200"/>
            <a:ext cx="6400800" cy="548640"/>
          </a:xfrm>
          <a:prstGeom prst="rect">
            <a:avLst/>
          </a:prstGeom>
          <a:noFill/>
        </p:spPr>
        <p:txBody>
          <a:bodyPr wrap="square" anchor="ctr" lIns="0" rIns="0" tIns="0" bIns="0">
            <a:spAutoFit/>
          </a:bodyPr>
          <a:lstStyle/>
          <a:p>
            <a:pPr algn="ctr">
              <a:lnSpc>
                <a:spcPct val="100000"/>
              </a:lnSpc>
            </a:pPr>
            <a:r>
              <a:rPr sz="2700" b="1" spc="400">
                <a:solidFill>
                  <a:srgbClr val="FFFFFF"/>
                </a:solidFill>
                <a:latin typeface="Montserrat"/>
              </a:rPr>
              <a:t>PASSO</a:t>
            </a:r>
          </a:p>
        </p:txBody>
      </p:sp>
      <p:sp>
        <p:nvSpPr>
          <p:cNvPr id="6" name="TextBox 5"/>
          <p:cNvSpPr txBox="1"/>
          <p:nvPr/>
        </p:nvSpPr>
        <p:spPr>
          <a:xfrm>
            <a:off x="1371600" y="3246120"/>
            <a:ext cx="6400800" cy="2926080"/>
          </a:xfrm>
          <a:prstGeom prst="rect">
            <a:avLst/>
          </a:prstGeom>
          <a:noFill/>
        </p:spPr>
        <p:txBody>
          <a:bodyPr wrap="square" anchor="ctr" lIns="0" rIns="0" tIns="0" bIns="0">
            <a:spAutoFit/>
          </a:bodyPr>
          <a:lstStyle/>
          <a:p>
            <a:pPr algn="ctr">
              <a:lnSpc>
                <a:spcPct val="100000"/>
              </a:lnSpc>
            </a:pPr>
            <a:r>
              <a:rPr sz="16200" b="1" spc="-300">
                <a:solidFill>
                  <a:srgbClr val="FFFFFF"/>
                </a:solidFill>
                <a:latin typeface="Montserrat"/>
              </a:rPr>
              <a:t>08</a:t>
            </a:r>
          </a:p>
        </p:txBody>
      </p:sp>
      <p:sp>
        <p:nvSpPr>
          <p:cNvPr id="7" name="Rectangle 6"/>
          <p:cNvSpPr/>
          <p:nvPr/>
        </p:nvSpPr>
        <p:spPr>
          <a:xfrm>
            <a:off x="9144000" y="12984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12680" y="1143000"/>
            <a:ext cx="9144000" cy="457200"/>
          </a:xfrm>
          <a:prstGeom prst="rect">
            <a:avLst/>
          </a:prstGeom>
          <a:noFill/>
        </p:spPr>
        <p:txBody>
          <a:bodyPr wrap="square" anchor="t" lIns="0" rIns="0" tIns="0" bIns="0">
            <a:spAutoFit/>
          </a:bodyPr>
          <a:lstStyle/>
          <a:p>
            <a:pPr algn="l">
              <a:lnSpc>
                <a:spcPct val="100000"/>
              </a:lnSpc>
            </a:pPr>
            <a:r>
              <a:rPr sz="2000" b="1" spc="300">
                <a:solidFill>
                  <a:srgbClr val="85C227"/>
                </a:solidFill>
                <a:latin typeface="Montserrat"/>
              </a:rPr>
              <a:t>PASSO 08 DE 12</a:t>
            </a:r>
          </a:p>
        </p:txBody>
      </p:sp>
      <p:sp>
        <p:nvSpPr>
          <p:cNvPr id="9" name="TextBox 8"/>
          <p:cNvSpPr txBox="1"/>
          <p:nvPr/>
        </p:nvSpPr>
        <p:spPr>
          <a:xfrm>
            <a:off x="9144000" y="1737360"/>
            <a:ext cx="8778240" cy="6675120"/>
          </a:xfrm>
          <a:prstGeom prst="rect">
            <a:avLst/>
          </a:prstGeom>
          <a:noFill/>
        </p:spPr>
        <p:txBody>
          <a:bodyPr wrap="square" anchor="ctr" lIns="0" rIns="0" tIns="0" bIns="0">
            <a:spAutoFit/>
          </a:bodyPr>
          <a:lstStyle/>
          <a:p>
            <a:pPr algn="l">
              <a:lnSpc>
                <a:spcPct val="100000"/>
              </a:lnSpc>
            </a:pPr>
            <a:r>
              <a:rPr sz="7200" b="1" spc="-100">
                <a:solidFill>
                  <a:srgbClr val="FFFFFF"/>
                </a:solidFill>
                <a:latin typeface="Montserrat"/>
              </a:rPr>
              <a:t>Reforce a</a:t>
            </a:r>
          </a:p>
          <a:p>
            <a:pPr algn="l">
              <a:lnSpc>
                <a:spcPct val="100000"/>
              </a:lnSpc>
            </a:pPr>
            <a:r>
              <a:rPr sz="7200" b="1" spc="-100">
                <a:solidFill>
                  <a:srgbClr val="FFFFFF"/>
                </a:solidFill>
                <a:latin typeface="Montserrat"/>
              </a:rPr>
              <a:t>autoestima</a:t>
            </a:r>
          </a:p>
          <a:p>
            <a:pPr algn="l">
              <a:lnSpc>
                <a:spcPct val="100000"/>
              </a:lnSpc>
            </a:pPr>
            <a:r>
              <a:rPr sz="7200" b="1" spc="-100">
                <a:solidFill>
                  <a:srgbClr val="85C227"/>
                </a:solidFill>
                <a:latin typeface="Montserrat"/>
              </a:rPr>
              <a:t>e a identidade.</a:t>
            </a:r>
          </a:p>
        </p:txBody>
      </p:sp>
      <p:sp>
        <p:nvSpPr>
          <p:cNvPr id="10" name="Rounded Rectangle 9"/>
          <p:cNvSpPr/>
          <p:nvPr/>
        </p:nvSpPr>
        <p:spPr>
          <a:xfrm>
            <a:off x="9144000"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48088"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552176"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256264"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960352"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664440"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3368528"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4072616"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4776704" y="8915400"/>
            <a:ext cx="566928" cy="146304"/>
          </a:xfrm>
          <a:prstGeom prst="roundRect">
            <a:avLst>
              <a:gd name="adj" fmla="val 50000"/>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5480792" y="8915400"/>
            <a:ext cx="566928" cy="146304"/>
          </a:xfrm>
          <a:prstGeom prst="roundRect">
            <a:avLst>
              <a:gd name="adj" fmla="val 50000"/>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6184880" y="8915400"/>
            <a:ext cx="566928" cy="146304"/>
          </a:xfrm>
          <a:prstGeom prst="roundRect">
            <a:avLst>
              <a:gd name="adj" fmla="val 50000"/>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6888968" y="8915400"/>
            <a:ext cx="566928" cy="146304"/>
          </a:xfrm>
          <a:prstGeom prst="roundRect">
            <a:avLst>
              <a:gd name="adj" fmla="val 50000"/>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2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508760"/>
            <a:ext cx="6400800" cy="6400800"/>
          </a:xfrm>
          <a:custGeom>
            <a:avLst/>
            <a:gdLst/>
            <a:ahLst/>
            <a:cxnLst/>
            <a:rect l="0" t="0" r="r" b="b"/>
            <a:pathLst>
              <a:path w="1000" h="1000">
                <a:moveTo>
                  <a:pt x="1000" y="500"/>
                </a:moveTo>
                <a:lnTo>
                  <a:pt x="1000" y="507"/>
                </a:lnTo>
                <a:lnTo>
                  <a:pt x="999" y="513"/>
                </a:lnTo>
                <a:lnTo>
                  <a:pt x="998" y="520"/>
                </a:lnTo>
                <a:lnTo>
                  <a:pt x="996" y="526"/>
                </a:lnTo>
                <a:lnTo>
                  <a:pt x="994" y="532"/>
                </a:lnTo>
                <a:lnTo>
                  <a:pt x="991" y="539"/>
                </a:lnTo>
                <a:lnTo>
                  <a:pt x="988" y="545"/>
                </a:lnTo>
                <a:lnTo>
                  <a:pt x="985" y="551"/>
                </a:lnTo>
                <a:lnTo>
                  <a:pt x="981" y="557"/>
                </a:lnTo>
                <a:lnTo>
                  <a:pt x="977" y="563"/>
                </a:lnTo>
                <a:lnTo>
                  <a:pt x="973" y="569"/>
                </a:lnTo>
                <a:lnTo>
                  <a:pt x="969" y="574"/>
                </a:lnTo>
                <a:lnTo>
                  <a:pt x="965" y="580"/>
                </a:lnTo>
                <a:lnTo>
                  <a:pt x="961" y="585"/>
                </a:lnTo>
                <a:lnTo>
                  <a:pt x="956" y="591"/>
                </a:lnTo>
                <a:lnTo>
                  <a:pt x="952" y="596"/>
                </a:lnTo>
                <a:lnTo>
                  <a:pt x="948" y="601"/>
                </a:lnTo>
                <a:lnTo>
                  <a:pt x="945" y="607"/>
                </a:lnTo>
                <a:lnTo>
                  <a:pt x="941" y="612"/>
                </a:lnTo>
                <a:lnTo>
                  <a:pt x="938" y="617"/>
                </a:lnTo>
                <a:lnTo>
                  <a:pt x="935" y="623"/>
                </a:lnTo>
                <a:lnTo>
                  <a:pt x="932" y="628"/>
                </a:lnTo>
                <a:lnTo>
                  <a:pt x="930" y="634"/>
                </a:lnTo>
                <a:lnTo>
                  <a:pt x="928" y="639"/>
                </a:lnTo>
                <a:lnTo>
                  <a:pt x="926" y="645"/>
                </a:lnTo>
                <a:lnTo>
                  <a:pt x="925" y="650"/>
                </a:lnTo>
                <a:lnTo>
                  <a:pt x="924" y="656"/>
                </a:lnTo>
                <a:lnTo>
                  <a:pt x="923" y="662"/>
                </a:lnTo>
                <a:lnTo>
                  <a:pt x="923" y="669"/>
                </a:lnTo>
                <a:lnTo>
                  <a:pt x="923" y="675"/>
                </a:lnTo>
                <a:lnTo>
                  <a:pt x="922" y="681"/>
                </a:lnTo>
                <a:lnTo>
                  <a:pt x="923" y="688"/>
                </a:lnTo>
                <a:lnTo>
                  <a:pt x="923" y="695"/>
                </a:lnTo>
                <a:lnTo>
                  <a:pt x="923" y="702"/>
                </a:lnTo>
                <a:lnTo>
                  <a:pt x="923" y="709"/>
                </a:lnTo>
                <a:lnTo>
                  <a:pt x="923" y="716"/>
                </a:lnTo>
                <a:lnTo>
                  <a:pt x="923" y="723"/>
                </a:lnTo>
                <a:lnTo>
                  <a:pt x="923" y="730"/>
                </a:lnTo>
                <a:lnTo>
                  <a:pt x="923" y="737"/>
                </a:lnTo>
                <a:lnTo>
                  <a:pt x="922" y="744"/>
                </a:lnTo>
                <a:lnTo>
                  <a:pt x="921" y="751"/>
                </a:lnTo>
                <a:lnTo>
                  <a:pt x="920" y="757"/>
                </a:lnTo>
                <a:lnTo>
                  <a:pt x="918" y="764"/>
                </a:lnTo>
                <a:lnTo>
                  <a:pt x="917" y="770"/>
                </a:lnTo>
                <a:lnTo>
                  <a:pt x="914" y="777"/>
                </a:lnTo>
                <a:lnTo>
                  <a:pt x="911" y="783"/>
                </a:lnTo>
                <a:lnTo>
                  <a:pt x="908" y="788"/>
                </a:lnTo>
                <a:lnTo>
                  <a:pt x="905" y="794"/>
                </a:lnTo>
                <a:lnTo>
                  <a:pt x="900" y="799"/>
                </a:lnTo>
                <a:lnTo>
                  <a:pt x="896" y="804"/>
                </a:lnTo>
                <a:lnTo>
                  <a:pt x="891" y="808"/>
                </a:lnTo>
                <a:lnTo>
                  <a:pt x="886" y="813"/>
                </a:lnTo>
                <a:lnTo>
                  <a:pt x="880" y="816"/>
                </a:lnTo>
                <a:lnTo>
                  <a:pt x="875" y="820"/>
                </a:lnTo>
                <a:lnTo>
                  <a:pt x="869" y="823"/>
                </a:lnTo>
                <a:lnTo>
                  <a:pt x="862" y="826"/>
                </a:lnTo>
                <a:lnTo>
                  <a:pt x="856" y="829"/>
                </a:lnTo>
                <a:lnTo>
                  <a:pt x="849" y="831"/>
                </a:lnTo>
                <a:lnTo>
                  <a:pt x="843" y="834"/>
                </a:lnTo>
                <a:lnTo>
                  <a:pt x="836" y="836"/>
                </a:lnTo>
                <a:lnTo>
                  <a:pt x="829" y="838"/>
                </a:lnTo>
                <a:lnTo>
                  <a:pt x="823" y="840"/>
                </a:lnTo>
                <a:lnTo>
                  <a:pt x="816" y="842"/>
                </a:lnTo>
                <a:lnTo>
                  <a:pt x="809" y="844"/>
                </a:lnTo>
                <a:lnTo>
                  <a:pt x="803" y="846"/>
                </a:lnTo>
                <a:lnTo>
                  <a:pt x="797" y="848"/>
                </a:lnTo>
                <a:lnTo>
                  <a:pt x="791" y="850"/>
                </a:lnTo>
                <a:lnTo>
                  <a:pt x="785" y="852"/>
                </a:lnTo>
                <a:lnTo>
                  <a:pt x="780" y="855"/>
                </a:lnTo>
                <a:lnTo>
                  <a:pt x="774" y="858"/>
                </a:lnTo>
                <a:lnTo>
                  <a:pt x="769" y="861"/>
                </a:lnTo>
                <a:lnTo>
                  <a:pt x="765" y="864"/>
                </a:lnTo>
                <a:lnTo>
                  <a:pt x="760" y="868"/>
                </a:lnTo>
                <a:lnTo>
                  <a:pt x="755" y="872"/>
                </a:lnTo>
                <a:lnTo>
                  <a:pt x="751" y="876"/>
                </a:lnTo>
                <a:lnTo>
                  <a:pt x="747" y="880"/>
                </a:lnTo>
                <a:lnTo>
                  <a:pt x="743" y="885"/>
                </a:lnTo>
                <a:lnTo>
                  <a:pt x="739" y="890"/>
                </a:lnTo>
                <a:lnTo>
                  <a:pt x="735" y="895"/>
                </a:lnTo>
                <a:lnTo>
                  <a:pt x="731" y="901"/>
                </a:lnTo>
                <a:lnTo>
                  <a:pt x="727" y="906"/>
                </a:lnTo>
                <a:lnTo>
                  <a:pt x="724" y="912"/>
                </a:lnTo>
                <a:lnTo>
                  <a:pt x="720" y="917"/>
                </a:lnTo>
                <a:lnTo>
                  <a:pt x="716" y="923"/>
                </a:lnTo>
                <a:lnTo>
                  <a:pt x="712" y="929"/>
                </a:lnTo>
                <a:lnTo>
                  <a:pt x="707" y="935"/>
                </a:lnTo>
                <a:lnTo>
                  <a:pt x="703" y="940"/>
                </a:lnTo>
                <a:lnTo>
                  <a:pt x="698" y="945"/>
                </a:lnTo>
                <a:lnTo>
                  <a:pt x="694" y="950"/>
                </a:lnTo>
                <a:lnTo>
                  <a:pt x="689" y="955"/>
                </a:lnTo>
                <a:lnTo>
                  <a:pt x="683" y="960"/>
                </a:lnTo>
                <a:lnTo>
                  <a:pt x="678" y="964"/>
                </a:lnTo>
                <a:lnTo>
                  <a:pt x="672" y="967"/>
                </a:lnTo>
                <a:lnTo>
                  <a:pt x="667" y="971"/>
                </a:lnTo>
                <a:lnTo>
                  <a:pt x="661" y="973"/>
                </a:lnTo>
                <a:lnTo>
                  <a:pt x="655" y="976"/>
                </a:lnTo>
                <a:lnTo>
                  <a:pt x="648" y="977"/>
                </a:lnTo>
                <a:lnTo>
                  <a:pt x="642" y="979"/>
                </a:lnTo>
                <a:lnTo>
                  <a:pt x="635" y="979"/>
                </a:lnTo>
                <a:lnTo>
                  <a:pt x="629" y="980"/>
                </a:lnTo>
                <a:lnTo>
                  <a:pt x="622" y="980"/>
                </a:lnTo>
                <a:lnTo>
                  <a:pt x="615" y="979"/>
                </a:lnTo>
                <a:lnTo>
                  <a:pt x="608" y="978"/>
                </a:lnTo>
                <a:lnTo>
                  <a:pt x="601" y="977"/>
                </a:lnTo>
                <a:lnTo>
                  <a:pt x="595" y="975"/>
                </a:lnTo>
                <a:lnTo>
                  <a:pt x="588" y="973"/>
                </a:lnTo>
                <a:lnTo>
                  <a:pt x="581" y="971"/>
                </a:lnTo>
                <a:lnTo>
                  <a:pt x="574" y="969"/>
                </a:lnTo>
                <a:lnTo>
                  <a:pt x="568" y="967"/>
                </a:lnTo>
                <a:lnTo>
                  <a:pt x="561" y="965"/>
                </a:lnTo>
                <a:lnTo>
                  <a:pt x="555" y="962"/>
                </a:lnTo>
                <a:lnTo>
                  <a:pt x="548" y="960"/>
                </a:lnTo>
                <a:lnTo>
                  <a:pt x="542" y="958"/>
                </a:lnTo>
                <a:lnTo>
                  <a:pt x="536" y="956"/>
                </a:lnTo>
                <a:lnTo>
                  <a:pt x="530" y="954"/>
                </a:lnTo>
                <a:lnTo>
                  <a:pt x="524" y="953"/>
                </a:lnTo>
                <a:lnTo>
                  <a:pt x="518" y="952"/>
                </a:lnTo>
                <a:lnTo>
                  <a:pt x="512" y="951"/>
                </a:lnTo>
                <a:lnTo>
                  <a:pt x="506" y="950"/>
                </a:lnTo>
                <a:lnTo>
                  <a:pt x="500" y="950"/>
                </a:lnTo>
                <a:lnTo>
                  <a:pt x="494" y="950"/>
                </a:lnTo>
                <a:lnTo>
                  <a:pt x="488" y="951"/>
                </a:lnTo>
                <a:lnTo>
                  <a:pt x="482" y="952"/>
                </a:lnTo>
                <a:lnTo>
                  <a:pt x="476" y="953"/>
                </a:lnTo>
                <a:lnTo>
                  <a:pt x="470" y="954"/>
                </a:lnTo>
                <a:lnTo>
                  <a:pt x="464" y="956"/>
                </a:lnTo>
                <a:lnTo>
                  <a:pt x="458" y="958"/>
                </a:lnTo>
                <a:lnTo>
                  <a:pt x="452" y="960"/>
                </a:lnTo>
                <a:lnTo>
                  <a:pt x="445" y="962"/>
                </a:lnTo>
                <a:lnTo>
                  <a:pt x="439" y="965"/>
                </a:lnTo>
                <a:lnTo>
                  <a:pt x="432" y="967"/>
                </a:lnTo>
                <a:lnTo>
                  <a:pt x="426" y="969"/>
                </a:lnTo>
                <a:lnTo>
                  <a:pt x="419" y="971"/>
                </a:lnTo>
                <a:lnTo>
                  <a:pt x="412" y="973"/>
                </a:lnTo>
                <a:lnTo>
                  <a:pt x="405" y="975"/>
                </a:lnTo>
                <a:lnTo>
                  <a:pt x="399" y="977"/>
                </a:lnTo>
                <a:lnTo>
                  <a:pt x="392" y="978"/>
                </a:lnTo>
                <a:lnTo>
                  <a:pt x="385" y="979"/>
                </a:lnTo>
                <a:lnTo>
                  <a:pt x="378" y="980"/>
                </a:lnTo>
                <a:lnTo>
                  <a:pt x="371" y="980"/>
                </a:lnTo>
                <a:lnTo>
                  <a:pt x="365" y="979"/>
                </a:lnTo>
                <a:lnTo>
                  <a:pt x="358" y="979"/>
                </a:lnTo>
                <a:lnTo>
                  <a:pt x="352" y="977"/>
                </a:lnTo>
                <a:lnTo>
                  <a:pt x="345" y="976"/>
                </a:lnTo>
                <a:lnTo>
                  <a:pt x="339" y="973"/>
                </a:lnTo>
                <a:lnTo>
                  <a:pt x="333" y="971"/>
                </a:lnTo>
                <a:lnTo>
                  <a:pt x="328" y="967"/>
                </a:lnTo>
                <a:lnTo>
                  <a:pt x="322" y="964"/>
                </a:lnTo>
                <a:lnTo>
                  <a:pt x="317" y="960"/>
                </a:lnTo>
                <a:lnTo>
                  <a:pt x="311" y="955"/>
                </a:lnTo>
                <a:lnTo>
                  <a:pt x="306" y="950"/>
                </a:lnTo>
                <a:lnTo>
                  <a:pt x="302" y="945"/>
                </a:lnTo>
                <a:lnTo>
                  <a:pt x="297" y="940"/>
                </a:lnTo>
                <a:lnTo>
                  <a:pt x="293" y="935"/>
                </a:lnTo>
                <a:lnTo>
                  <a:pt x="288" y="929"/>
                </a:lnTo>
                <a:lnTo>
                  <a:pt x="284" y="923"/>
                </a:lnTo>
                <a:lnTo>
                  <a:pt x="280" y="917"/>
                </a:lnTo>
                <a:lnTo>
                  <a:pt x="276" y="912"/>
                </a:lnTo>
                <a:lnTo>
                  <a:pt x="273" y="906"/>
                </a:lnTo>
                <a:lnTo>
                  <a:pt x="269" y="901"/>
                </a:lnTo>
                <a:lnTo>
                  <a:pt x="265" y="895"/>
                </a:lnTo>
                <a:lnTo>
                  <a:pt x="261" y="890"/>
                </a:lnTo>
                <a:lnTo>
                  <a:pt x="257" y="885"/>
                </a:lnTo>
                <a:lnTo>
                  <a:pt x="253" y="880"/>
                </a:lnTo>
                <a:lnTo>
                  <a:pt x="249" y="876"/>
                </a:lnTo>
                <a:lnTo>
                  <a:pt x="245" y="872"/>
                </a:lnTo>
                <a:lnTo>
                  <a:pt x="240" y="868"/>
                </a:lnTo>
                <a:lnTo>
                  <a:pt x="235" y="864"/>
                </a:lnTo>
                <a:lnTo>
                  <a:pt x="231" y="861"/>
                </a:lnTo>
                <a:lnTo>
                  <a:pt x="226" y="858"/>
                </a:lnTo>
                <a:lnTo>
                  <a:pt x="220" y="855"/>
                </a:lnTo>
                <a:lnTo>
                  <a:pt x="215" y="852"/>
                </a:lnTo>
                <a:lnTo>
                  <a:pt x="209" y="850"/>
                </a:lnTo>
                <a:lnTo>
                  <a:pt x="203" y="848"/>
                </a:lnTo>
                <a:lnTo>
                  <a:pt x="197" y="846"/>
                </a:lnTo>
                <a:lnTo>
                  <a:pt x="191" y="844"/>
                </a:lnTo>
                <a:lnTo>
                  <a:pt x="184" y="842"/>
                </a:lnTo>
                <a:lnTo>
                  <a:pt x="177" y="840"/>
                </a:lnTo>
                <a:lnTo>
                  <a:pt x="171" y="838"/>
                </a:lnTo>
                <a:lnTo>
                  <a:pt x="164" y="836"/>
                </a:lnTo>
                <a:lnTo>
                  <a:pt x="157" y="834"/>
                </a:lnTo>
                <a:lnTo>
                  <a:pt x="151" y="831"/>
                </a:lnTo>
                <a:lnTo>
                  <a:pt x="144" y="829"/>
                </a:lnTo>
                <a:lnTo>
                  <a:pt x="138" y="826"/>
                </a:lnTo>
                <a:lnTo>
                  <a:pt x="131" y="823"/>
                </a:lnTo>
                <a:lnTo>
                  <a:pt x="125" y="820"/>
                </a:lnTo>
                <a:lnTo>
                  <a:pt x="120" y="816"/>
                </a:lnTo>
                <a:lnTo>
                  <a:pt x="114" y="813"/>
                </a:lnTo>
                <a:lnTo>
                  <a:pt x="109" y="808"/>
                </a:lnTo>
                <a:lnTo>
                  <a:pt x="104" y="804"/>
                </a:lnTo>
                <a:lnTo>
                  <a:pt x="100" y="799"/>
                </a:lnTo>
                <a:lnTo>
                  <a:pt x="95" y="794"/>
                </a:lnTo>
                <a:lnTo>
                  <a:pt x="92" y="788"/>
                </a:lnTo>
                <a:lnTo>
                  <a:pt x="89" y="783"/>
                </a:lnTo>
                <a:lnTo>
                  <a:pt x="86" y="777"/>
                </a:lnTo>
                <a:lnTo>
                  <a:pt x="83" y="770"/>
                </a:lnTo>
                <a:lnTo>
                  <a:pt x="82" y="764"/>
                </a:lnTo>
                <a:lnTo>
                  <a:pt x="80" y="757"/>
                </a:lnTo>
                <a:lnTo>
                  <a:pt x="79" y="751"/>
                </a:lnTo>
                <a:lnTo>
                  <a:pt x="78" y="744"/>
                </a:lnTo>
                <a:lnTo>
                  <a:pt x="77" y="737"/>
                </a:lnTo>
                <a:lnTo>
                  <a:pt x="77" y="730"/>
                </a:lnTo>
                <a:lnTo>
                  <a:pt x="77" y="723"/>
                </a:lnTo>
                <a:lnTo>
                  <a:pt x="77" y="716"/>
                </a:lnTo>
                <a:lnTo>
                  <a:pt x="77" y="709"/>
                </a:lnTo>
                <a:lnTo>
                  <a:pt x="77" y="702"/>
                </a:lnTo>
                <a:lnTo>
                  <a:pt x="77" y="695"/>
                </a:lnTo>
                <a:lnTo>
                  <a:pt x="77" y="688"/>
                </a:lnTo>
                <a:lnTo>
                  <a:pt x="78" y="681"/>
                </a:lnTo>
                <a:lnTo>
                  <a:pt x="77" y="675"/>
                </a:lnTo>
                <a:lnTo>
                  <a:pt x="77" y="669"/>
                </a:lnTo>
                <a:lnTo>
                  <a:pt x="77" y="662"/>
                </a:lnTo>
                <a:lnTo>
                  <a:pt x="76" y="656"/>
                </a:lnTo>
                <a:lnTo>
                  <a:pt x="75" y="650"/>
                </a:lnTo>
                <a:lnTo>
                  <a:pt x="74" y="645"/>
                </a:lnTo>
                <a:lnTo>
                  <a:pt x="72" y="639"/>
                </a:lnTo>
                <a:lnTo>
                  <a:pt x="70" y="634"/>
                </a:lnTo>
                <a:lnTo>
                  <a:pt x="68" y="628"/>
                </a:lnTo>
                <a:lnTo>
                  <a:pt x="65" y="623"/>
                </a:lnTo>
                <a:lnTo>
                  <a:pt x="62" y="617"/>
                </a:lnTo>
                <a:lnTo>
                  <a:pt x="59" y="612"/>
                </a:lnTo>
                <a:lnTo>
                  <a:pt x="55" y="607"/>
                </a:lnTo>
                <a:lnTo>
                  <a:pt x="52" y="601"/>
                </a:lnTo>
                <a:lnTo>
                  <a:pt x="48" y="596"/>
                </a:lnTo>
                <a:lnTo>
                  <a:pt x="44" y="591"/>
                </a:lnTo>
                <a:lnTo>
                  <a:pt x="39" y="585"/>
                </a:lnTo>
                <a:lnTo>
                  <a:pt x="35" y="580"/>
                </a:lnTo>
                <a:lnTo>
                  <a:pt x="31" y="574"/>
                </a:lnTo>
                <a:lnTo>
                  <a:pt x="27" y="569"/>
                </a:lnTo>
                <a:lnTo>
                  <a:pt x="23" y="563"/>
                </a:lnTo>
                <a:lnTo>
                  <a:pt x="19" y="557"/>
                </a:lnTo>
                <a:lnTo>
                  <a:pt x="15" y="551"/>
                </a:lnTo>
                <a:lnTo>
                  <a:pt x="12" y="545"/>
                </a:lnTo>
                <a:lnTo>
                  <a:pt x="9" y="539"/>
                </a:lnTo>
                <a:lnTo>
                  <a:pt x="6" y="532"/>
                </a:lnTo>
                <a:lnTo>
                  <a:pt x="4" y="526"/>
                </a:lnTo>
                <a:lnTo>
                  <a:pt x="2" y="520"/>
                </a:lnTo>
                <a:lnTo>
                  <a:pt x="1" y="513"/>
                </a:lnTo>
                <a:lnTo>
                  <a:pt x="0" y="507"/>
                </a:lnTo>
                <a:lnTo>
                  <a:pt x="0" y="500"/>
                </a:lnTo>
                <a:lnTo>
                  <a:pt x="0" y="493"/>
                </a:lnTo>
                <a:lnTo>
                  <a:pt x="1" y="487"/>
                </a:lnTo>
                <a:lnTo>
                  <a:pt x="2" y="480"/>
                </a:lnTo>
                <a:lnTo>
                  <a:pt x="4" y="474"/>
                </a:lnTo>
                <a:lnTo>
                  <a:pt x="6" y="468"/>
                </a:lnTo>
                <a:lnTo>
                  <a:pt x="9" y="461"/>
                </a:lnTo>
                <a:lnTo>
                  <a:pt x="12" y="455"/>
                </a:lnTo>
                <a:lnTo>
                  <a:pt x="15" y="449"/>
                </a:lnTo>
                <a:lnTo>
                  <a:pt x="19" y="443"/>
                </a:lnTo>
                <a:lnTo>
                  <a:pt x="23" y="437"/>
                </a:lnTo>
                <a:lnTo>
                  <a:pt x="27" y="431"/>
                </a:lnTo>
                <a:lnTo>
                  <a:pt x="31" y="426"/>
                </a:lnTo>
                <a:lnTo>
                  <a:pt x="35" y="420"/>
                </a:lnTo>
                <a:lnTo>
                  <a:pt x="39" y="415"/>
                </a:lnTo>
                <a:lnTo>
                  <a:pt x="44" y="409"/>
                </a:lnTo>
                <a:lnTo>
                  <a:pt x="48" y="404"/>
                </a:lnTo>
                <a:lnTo>
                  <a:pt x="52" y="399"/>
                </a:lnTo>
                <a:lnTo>
                  <a:pt x="55" y="393"/>
                </a:lnTo>
                <a:lnTo>
                  <a:pt x="59" y="388"/>
                </a:lnTo>
                <a:lnTo>
                  <a:pt x="62" y="383"/>
                </a:lnTo>
                <a:lnTo>
                  <a:pt x="65" y="377"/>
                </a:lnTo>
                <a:lnTo>
                  <a:pt x="68" y="372"/>
                </a:lnTo>
                <a:lnTo>
                  <a:pt x="70" y="366"/>
                </a:lnTo>
                <a:lnTo>
                  <a:pt x="72" y="361"/>
                </a:lnTo>
                <a:lnTo>
                  <a:pt x="74" y="355"/>
                </a:lnTo>
                <a:lnTo>
                  <a:pt x="75" y="350"/>
                </a:lnTo>
                <a:lnTo>
                  <a:pt x="76" y="344"/>
                </a:lnTo>
                <a:lnTo>
                  <a:pt x="77" y="338"/>
                </a:lnTo>
                <a:lnTo>
                  <a:pt x="77" y="331"/>
                </a:lnTo>
                <a:lnTo>
                  <a:pt x="77" y="325"/>
                </a:lnTo>
                <a:lnTo>
                  <a:pt x="78" y="319"/>
                </a:lnTo>
                <a:lnTo>
                  <a:pt x="77" y="312"/>
                </a:lnTo>
                <a:lnTo>
                  <a:pt x="77" y="305"/>
                </a:lnTo>
                <a:lnTo>
                  <a:pt x="77" y="298"/>
                </a:lnTo>
                <a:lnTo>
                  <a:pt x="77" y="291"/>
                </a:lnTo>
                <a:lnTo>
                  <a:pt x="77" y="284"/>
                </a:lnTo>
                <a:lnTo>
                  <a:pt x="77" y="277"/>
                </a:lnTo>
                <a:lnTo>
                  <a:pt x="77" y="270"/>
                </a:lnTo>
                <a:lnTo>
                  <a:pt x="77" y="263"/>
                </a:lnTo>
                <a:lnTo>
                  <a:pt x="78" y="256"/>
                </a:lnTo>
                <a:lnTo>
                  <a:pt x="79" y="249"/>
                </a:lnTo>
                <a:lnTo>
                  <a:pt x="80" y="243"/>
                </a:lnTo>
                <a:lnTo>
                  <a:pt x="82" y="236"/>
                </a:lnTo>
                <a:lnTo>
                  <a:pt x="83" y="230"/>
                </a:lnTo>
                <a:lnTo>
                  <a:pt x="86" y="223"/>
                </a:lnTo>
                <a:lnTo>
                  <a:pt x="89" y="217"/>
                </a:lnTo>
                <a:lnTo>
                  <a:pt x="92" y="212"/>
                </a:lnTo>
                <a:lnTo>
                  <a:pt x="95" y="206"/>
                </a:lnTo>
                <a:lnTo>
                  <a:pt x="100" y="201"/>
                </a:lnTo>
                <a:lnTo>
                  <a:pt x="104" y="196"/>
                </a:lnTo>
                <a:lnTo>
                  <a:pt x="109" y="192"/>
                </a:lnTo>
                <a:lnTo>
                  <a:pt x="114" y="187"/>
                </a:lnTo>
                <a:lnTo>
                  <a:pt x="120" y="184"/>
                </a:lnTo>
                <a:lnTo>
                  <a:pt x="125" y="180"/>
                </a:lnTo>
                <a:lnTo>
                  <a:pt x="131" y="177"/>
                </a:lnTo>
                <a:lnTo>
                  <a:pt x="138" y="174"/>
                </a:lnTo>
                <a:lnTo>
                  <a:pt x="144" y="171"/>
                </a:lnTo>
                <a:lnTo>
                  <a:pt x="151" y="169"/>
                </a:lnTo>
                <a:lnTo>
                  <a:pt x="157" y="166"/>
                </a:lnTo>
                <a:lnTo>
                  <a:pt x="164" y="164"/>
                </a:lnTo>
                <a:lnTo>
                  <a:pt x="171" y="162"/>
                </a:lnTo>
                <a:lnTo>
                  <a:pt x="177" y="160"/>
                </a:lnTo>
                <a:lnTo>
                  <a:pt x="184" y="158"/>
                </a:lnTo>
                <a:lnTo>
                  <a:pt x="191" y="156"/>
                </a:lnTo>
                <a:lnTo>
                  <a:pt x="197" y="154"/>
                </a:lnTo>
                <a:lnTo>
                  <a:pt x="203" y="152"/>
                </a:lnTo>
                <a:lnTo>
                  <a:pt x="209" y="150"/>
                </a:lnTo>
                <a:lnTo>
                  <a:pt x="215" y="148"/>
                </a:lnTo>
                <a:lnTo>
                  <a:pt x="220" y="145"/>
                </a:lnTo>
                <a:lnTo>
                  <a:pt x="226" y="142"/>
                </a:lnTo>
                <a:lnTo>
                  <a:pt x="231" y="139"/>
                </a:lnTo>
                <a:lnTo>
                  <a:pt x="235" y="136"/>
                </a:lnTo>
                <a:lnTo>
                  <a:pt x="240" y="132"/>
                </a:lnTo>
                <a:lnTo>
                  <a:pt x="245" y="128"/>
                </a:lnTo>
                <a:lnTo>
                  <a:pt x="249" y="124"/>
                </a:lnTo>
                <a:lnTo>
                  <a:pt x="253" y="120"/>
                </a:lnTo>
                <a:lnTo>
                  <a:pt x="257" y="115"/>
                </a:lnTo>
                <a:lnTo>
                  <a:pt x="261" y="110"/>
                </a:lnTo>
                <a:lnTo>
                  <a:pt x="265" y="105"/>
                </a:lnTo>
                <a:lnTo>
                  <a:pt x="269" y="99"/>
                </a:lnTo>
                <a:lnTo>
                  <a:pt x="273" y="94"/>
                </a:lnTo>
                <a:lnTo>
                  <a:pt x="276" y="88"/>
                </a:lnTo>
                <a:lnTo>
                  <a:pt x="280" y="83"/>
                </a:lnTo>
                <a:lnTo>
                  <a:pt x="284" y="77"/>
                </a:lnTo>
                <a:lnTo>
                  <a:pt x="288" y="71"/>
                </a:lnTo>
                <a:lnTo>
                  <a:pt x="293" y="65"/>
                </a:lnTo>
                <a:lnTo>
                  <a:pt x="297" y="60"/>
                </a:lnTo>
                <a:lnTo>
                  <a:pt x="302" y="55"/>
                </a:lnTo>
                <a:lnTo>
                  <a:pt x="306" y="50"/>
                </a:lnTo>
                <a:lnTo>
                  <a:pt x="311" y="45"/>
                </a:lnTo>
                <a:lnTo>
                  <a:pt x="317" y="40"/>
                </a:lnTo>
                <a:lnTo>
                  <a:pt x="322" y="36"/>
                </a:lnTo>
                <a:lnTo>
                  <a:pt x="328" y="33"/>
                </a:lnTo>
                <a:lnTo>
                  <a:pt x="333" y="29"/>
                </a:lnTo>
                <a:lnTo>
                  <a:pt x="339" y="27"/>
                </a:lnTo>
                <a:lnTo>
                  <a:pt x="345" y="24"/>
                </a:lnTo>
                <a:lnTo>
                  <a:pt x="352" y="23"/>
                </a:lnTo>
                <a:lnTo>
                  <a:pt x="358" y="21"/>
                </a:lnTo>
                <a:lnTo>
                  <a:pt x="365" y="21"/>
                </a:lnTo>
                <a:lnTo>
                  <a:pt x="371" y="20"/>
                </a:lnTo>
                <a:lnTo>
                  <a:pt x="378" y="20"/>
                </a:lnTo>
                <a:lnTo>
                  <a:pt x="385" y="21"/>
                </a:lnTo>
                <a:lnTo>
                  <a:pt x="392" y="22"/>
                </a:lnTo>
                <a:lnTo>
                  <a:pt x="399" y="23"/>
                </a:lnTo>
                <a:lnTo>
                  <a:pt x="405" y="25"/>
                </a:lnTo>
                <a:lnTo>
                  <a:pt x="412" y="27"/>
                </a:lnTo>
                <a:lnTo>
                  <a:pt x="419" y="29"/>
                </a:lnTo>
                <a:lnTo>
                  <a:pt x="426" y="31"/>
                </a:lnTo>
                <a:lnTo>
                  <a:pt x="432" y="33"/>
                </a:lnTo>
                <a:lnTo>
                  <a:pt x="439" y="35"/>
                </a:lnTo>
                <a:lnTo>
                  <a:pt x="445" y="38"/>
                </a:lnTo>
                <a:lnTo>
                  <a:pt x="452" y="40"/>
                </a:lnTo>
                <a:lnTo>
                  <a:pt x="458" y="42"/>
                </a:lnTo>
                <a:lnTo>
                  <a:pt x="464" y="44"/>
                </a:lnTo>
                <a:lnTo>
                  <a:pt x="470" y="46"/>
                </a:lnTo>
                <a:lnTo>
                  <a:pt x="476" y="47"/>
                </a:lnTo>
                <a:lnTo>
                  <a:pt x="482" y="48"/>
                </a:lnTo>
                <a:lnTo>
                  <a:pt x="488" y="49"/>
                </a:lnTo>
                <a:lnTo>
                  <a:pt x="494" y="50"/>
                </a:lnTo>
                <a:lnTo>
                  <a:pt x="500" y="50"/>
                </a:lnTo>
                <a:lnTo>
                  <a:pt x="506" y="50"/>
                </a:lnTo>
                <a:lnTo>
                  <a:pt x="512" y="49"/>
                </a:lnTo>
                <a:lnTo>
                  <a:pt x="518" y="48"/>
                </a:lnTo>
                <a:lnTo>
                  <a:pt x="524" y="47"/>
                </a:lnTo>
                <a:lnTo>
                  <a:pt x="530" y="46"/>
                </a:lnTo>
                <a:lnTo>
                  <a:pt x="536" y="44"/>
                </a:lnTo>
                <a:lnTo>
                  <a:pt x="542" y="42"/>
                </a:lnTo>
                <a:lnTo>
                  <a:pt x="548" y="40"/>
                </a:lnTo>
                <a:lnTo>
                  <a:pt x="555" y="38"/>
                </a:lnTo>
                <a:lnTo>
                  <a:pt x="561" y="35"/>
                </a:lnTo>
                <a:lnTo>
                  <a:pt x="568" y="33"/>
                </a:lnTo>
                <a:lnTo>
                  <a:pt x="574" y="31"/>
                </a:lnTo>
                <a:lnTo>
                  <a:pt x="581" y="29"/>
                </a:lnTo>
                <a:lnTo>
                  <a:pt x="588" y="27"/>
                </a:lnTo>
                <a:lnTo>
                  <a:pt x="595" y="25"/>
                </a:lnTo>
                <a:lnTo>
                  <a:pt x="601" y="23"/>
                </a:lnTo>
                <a:lnTo>
                  <a:pt x="608" y="22"/>
                </a:lnTo>
                <a:lnTo>
                  <a:pt x="615" y="21"/>
                </a:lnTo>
                <a:lnTo>
                  <a:pt x="622" y="20"/>
                </a:lnTo>
                <a:lnTo>
                  <a:pt x="629" y="20"/>
                </a:lnTo>
                <a:lnTo>
                  <a:pt x="635" y="21"/>
                </a:lnTo>
                <a:lnTo>
                  <a:pt x="642" y="21"/>
                </a:lnTo>
                <a:lnTo>
                  <a:pt x="648" y="23"/>
                </a:lnTo>
                <a:lnTo>
                  <a:pt x="655" y="24"/>
                </a:lnTo>
                <a:lnTo>
                  <a:pt x="661" y="27"/>
                </a:lnTo>
                <a:lnTo>
                  <a:pt x="667" y="29"/>
                </a:lnTo>
                <a:lnTo>
                  <a:pt x="672" y="33"/>
                </a:lnTo>
                <a:lnTo>
                  <a:pt x="678" y="36"/>
                </a:lnTo>
                <a:lnTo>
                  <a:pt x="683" y="40"/>
                </a:lnTo>
                <a:lnTo>
                  <a:pt x="689" y="45"/>
                </a:lnTo>
                <a:lnTo>
                  <a:pt x="694" y="50"/>
                </a:lnTo>
                <a:lnTo>
                  <a:pt x="698" y="55"/>
                </a:lnTo>
                <a:lnTo>
                  <a:pt x="703" y="60"/>
                </a:lnTo>
                <a:lnTo>
                  <a:pt x="707" y="65"/>
                </a:lnTo>
                <a:lnTo>
                  <a:pt x="712" y="71"/>
                </a:lnTo>
                <a:lnTo>
                  <a:pt x="716" y="77"/>
                </a:lnTo>
                <a:lnTo>
                  <a:pt x="720" y="83"/>
                </a:lnTo>
                <a:lnTo>
                  <a:pt x="724" y="88"/>
                </a:lnTo>
                <a:lnTo>
                  <a:pt x="727" y="94"/>
                </a:lnTo>
                <a:lnTo>
                  <a:pt x="731" y="99"/>
                </a:lnTo>
                <a:lnTo>
                  <a:pt x="735" y="105"/>
                </a:lnTo>
                <a:lnTo>
                  <a:pt x="739" y="110"/>
                </a:lnTo>
                <a:lnTo>
                  <a:pt x="743" y="115"/>
                </a:lnTo>
                <a:lnTo>
                  <a:pt x="747" y="120"/>
                </a:lnTo>
                <a:lnTo>
                  <a:pt x="751" y="124"/>
                </a:lnTo>
                <a:lnTo>
                  <a:pt x="755" y="128"/>
                </a:lnTo>
                <a:lnTo>
                  <a:pt x="760" y="132"/>
                </a:lnTo>
                <a:lnTo>
                  <a:pt x="765" y="136"/>
                </a:lnTo>
                <a:lnTo>
                  <a:pt x="769" y="139"/>
                </a:lnTo>
                <a:lnTo>
                  <a:pt x="774" y="142"/>
                </a:lnTo>
                <a:lnTo>
                  <a:pt x="780" y="145"/>
                </a:lnTo>
                <a:lnTo>
                  <a:pt x="785" y="148"/>
                </a:lnTo>
                <a:lnTo>
                  <a:pt x="791" y="150"/>
                </a:lnTo>
                <a:lnTo>
                  <a:pt x="797" y="152"/>
                </a:lnTo>
                <a:lnTo>
                  <a:pt x="803" y="154"/>
                </a:lnTo>
                <a:lnTo>
                  <a:pt x="809" y="156"/>
                </a:lnTo>
                <a:lnTo>
                  <a:pt x="816" y="158"/>
                </a:lnTo>
                <a:lnTo>
                  <a:pt x="823" y="160"/>
                </a:lnTo>
                <a:lnTo>
                  <a:pt x="829" y="162"/>
                </a:lnTo>
                <a:lnTo>
                  <a:pt x="836" y="164"/>
                </a:lnTo>
                <a:lnTo>
                  <a:pt x="843" y="166"/>
                </a:lnTo>
                <a:lnTo>
                  <a:pt x="849" y="169"/>
                </a:lnTo>
                <a:lnTo>
                  <a:pt x="856" y="171"/>
                </a:lnTo>
                <a:lnTo>
                  <a:pt x="862" y="174"/>
                </a:lnTo>
                <a:lnTo>
                  <a:pt x="869" y="177"/>
                </a:lnTo>
                <a:lnTo>
                  <a:pt x="875" y="180"/>
                </a:lnTo>
                <a:lnTo>
                  <a:pt x="880" y="184"/>
                </a:lnTo>
                <a:lnTo>
                  <a:pt x="886" y="187"/>
                </a:lnTo>
                <a:lnTo>
                  <a:pt x="891" y="192"/>
                </a:lnTo>
                <a:lnTo>
                  <a:pt x="896" y="196"/>
                </a:lnTo>
                <a:lnTo>
                  <a:pt x="900" y="201"/>
                </a:lnTo>
                <a:lnTo>
                  <a:pt x="905" y="206"/>
                </a:lnTo>
                <a:lnTo>
                  <a:pt x="908" y="212"/>
                </a:lnTo>
                <a:lnTo>
                  <a:pt x="911" y="217"/>
                </a:lnTo>
                <a:lnTo>
                  <a:pt x="914" y="223"/>
                </a:lnTo>
                <a:lnTo>
                  <a:pt x="917" y="230"/>
                </a:lnTo>
                <a:lnTo>
                  <a:pt x="918" y="236"/>
                </a:lnTo>
                <a:lnTo>
                  <a:pt x="920" y="243"/>
                </a:lnTo>
                <a:lnTo>
                  <a:pt x="921" y="249"/>
                </a:lnTo>
                <a:lnTo>
                  <a:pt x="922" y="256"/>
                </a:lnTo>
                <a:lnTo>
                  <a:pt x="923" y="263"/>
                </a:lnTo>
                <a:lnTo>
                  <a:pt x="923" y="270"/>
                </a:lnTo>
                <a:lnTo>
                  <a:pt x="923" y="277"/>
                </a:lnTo>
                <a:lnTo>
                  <a:pt x="923" y="284"/>
                </a:lnTo>
                <a:lnTo>
                  <a:pt x="923" y="291"/>
                </a:lnTo>
                <a:lnTo>
                  <a:pt x="923" y="298"/>
                </a:lnTo>
                <a:lnTo>
                  <a:pt x="923" y="305"/>
                </a:lnTo>
                <a:lnTo>
                  <a:pt x="923" y="312"/>
                </a:lnTo>
                <a:lnTo>
                  <a:pt x="922" y="319"/>
                </a:lnTo>
                <a:lnTo>
                  <a:pt x="923" y="325"/>
                </a:lnTo>
                <a:lnTo>
                  <a:pt x="923" y="331"/>
                </a:lnTo>
                <a:lnTo>
                  <a:pt x="923" y="338"/>
                </a:lnTo>
                <a:lnTo>
                  <a:pt x="924" y="344"/>
                </a:lnTo>
                <a:lnTo>
                  <a:pt x="925" y="350"/>
                </a:lnTo>
                <a:lnTo>
                  <a:pt x="926" y="355"/>
                </a:lnTo>
                <a:lnTo>
                  <a:pt x="928" y="361"/>
                </a:lnTo>
                <a:lnTo>
                  <a:pt x="930" y="366"/>
                </a:lnTo>
                <a:lnTo>
                  <a:pt x="932" y="372"/>
                </a:lnTo>
                <a:lnTo>
                  <a:pt x="935" y="377"/>
                </a:lnTo>
                <a:lnTo>
                  <a:pt x="938" y="383"/>
                </a:lnTo>
                <a:lnTo>
                  <a:pt x="941" y="388"/>
                </a:lnTo>
                <a:lnTo>
                  <a:pt x="945" y="393"/>
                </a:lnTo>
                <a:lnTo>
                  <a:pt x="948" y="399"/>
                </a:lnTo>
                <a:lnTo>
                  <a:pt x="952" y="404"/>
                </a:lnTo>
                <a:lnTo>
                  <a:pt x="956" y="409"/>
                </a:lnTo>
                <a:lnTo>
                  <a:pt x="961" y="415"/>
                </a:lnTo>
                <a:lnTo>
                  <a:pt x="965" y="420"/>
                </a:lnTo>
                <a:lnTo>
                  <a:pt x="969" y="426"/>
                </a:lnTo>
                <a:lnTo>
                  <a:pt x="973" y="431"/>
                </a:lnTo>
                <a:lnTo>
                  <a:pt x="977" y="437"/>
                </a:lnTo>
                <a:lnTo>
                  <a:pt x="981" y="443"/>
                </a:lnTo>
                <a:lnTo>
                  <a:pt x="985" y="449"/>
                </a:lnTo>
                <a:lnTo>
                  <a:pt x="988" y="455"/>
                </a:lnTo>
                <a:lnTo>
                  <a:pt x="991" y="461"/>
                </a:lnTo>
                <a:lnTo>
                  <a:pt x="994" y="468"/>
                </a:lnTo>
                <a:lnTo>
                  <a:pt x="996" y="474"/>
                </a:lnTo>
                <a:lnTo>
                  <a:pt x="998" y="480"/>
                </a:lnTo>
                <a:lnTo>
                  <a:pt x="999" y="487"/>
                </a:lnTo>
                <a:lnTo>
                  <a:pt x="1000" y="493"/>
                </a:lnTo>
                <a:close/>
              </a:path>
            </a:pathLst>
          </a:custGeom>
          <a:solidFill>
            <a:srgbClr val="036554"/>
          </a:solidFill>
          <a:ln w="762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395727" y="2532888"/>
            <a:ext cx="4352544" cy="4352544"/>
          </a:xfrm>
          <a:custGeom>
            <a:avLst/>
            <a:gdLst/>
            <a:ahLst/>
            <a:cxnLst/>
            <a:rect l="0" t="0" r="r" b="b"/>
            <a:pathLst>
              <a:path w="1000" h="1000">
                <a:moveTo>
                  <a:pt x="999" y="500"/>
                </a:moveTo>
                <a:lnTo>
                  <a:pt x="998" y="507"/>
                </a:lnTo>
                <a:lnTo>
                  <a:pt x="996" y="513"/>
                </a:lnTo>
                <a:lnTo>
                  <a:pt x="994" y="519"/>
                </a:lnTo>
                <a:lnTo>
                  <a:pt x="991" y="526"/>
                </a:lnTo>
                <a:lnTo>
                  <a:pt x="988" y="532"/>
                </a:lnTo>
                <a:lnTo>
                  <a:pt x="985" y="538"/>
                </a:lnTo>
                <a:lnTo>
                  <a:pt x="981" y="544"/>
                </a:lnTo>
                <a:lnTo>
                  <a:pt x="978" y="550"/>
                </a:lnTo>
                <a:lnTo>
                  <a:pt x="974" y="556"/>
                </a:lnTo>
                <a:lnTo>
                  <a:pt x="970" y="562"/>
                </a:lnTo>
                <a:lnTo>
                  <a:pt x="966" y="568"/>
                </a:lnTo>
                <a:lnTo>
                  <a:pt x="962" y="573"/>
                </a:lnTo>
                <a:lnTo>
                  <a:pt x="958" y="579"/>
                </a:lnTo>
                <a:lnTo>
                  <a:pt x="954" y="584"/>
                </a:lnTo>
                <a:lnTo>
                  <a:pt x="950" y="590"/>
                </a:lnTo>
                <a:lnTo>
                  <a:pt x="946" y="595"/>
                </a:lnTo>
                <a:lnTo>
                  <a:pt x="943" y="600"/>
                </a:lnTo>
                <a:lnTo>
                  <a:pt x="940" y="606"/>
                </a:lnTo>
                <a:lnTo>
                  <a:pt x="938" y="611"/>
                </a:lnTo>
                <a:lnTo>
                  <a:pt x="935" y="617"/>
                </a:lnTo>
                <a:lnTo>
                  <a:pt x="933" y="622"/>
                </a:lnTo>
                <a:lnTo>
                  <a:pt x="932" y="628"/>
                </a:lnTo>
                <a:lnTo>
                  <a:pt x="930" y="634"/>
                </a:lnTo>
                <a:lnTo>
                  <a:pt x="929" y="639"/>
                </a:lnTo>
                <a:lnTo>
                  <a:pt x="928" y="645"/>
                </a:lnTo>
                <a:lnTo>
                  <a:pt x="928" y="652"/>
                </a:lnTo>
                <a:lnTo>
                  <a:pt x="928" y="658"/>
                </a:lnTo>
                <a:lnTo>
                  <a:pt x="928" y="664"/>
                </a:lnTo>
                <a:lnTo>
                  <a:pt x="928" y="671"/>
                </a:lnTo>
                <a:lnTo>
                  <a:pt x="928" y="677"/>
                </a:lnTo>
                <a:lnTo>
                  <a:pt x="929" y="684"/>
                </a:lnTo>
                <a:lnTo>
                  <a:pt x="929" y="691"/>
                </a:lnTo>
                <a:lnTo>
                  <a:pt x="930" y="698"/>
                </a:lnTo>
                <a:lnTo>
                  <a:pt x="930" y="705"/>
                </a:lnTo>
                <a:lnTo>
                  <a:pt x="930" y="712"/>
                </a:lnTo>
                <a:lnTo>
                  <a:pt x="930" y="719"/>
                </a:lnTo>
                <a:lnTo>
                  <a:pt x="930" y="726"/>
                </a:lnTo>
                <a:lnTo>
                  <a:pt x="929" y="733"/>
                </a:lnTo>
                <a:lnTo>
                  <a:pt x="929" y="740"/>
                </a:lnTo>
                <a:lnTo>
                  <a:pt x="927" y="747"/>
                </a:lnTo>
                <a:lnTo>
                  <a:pt x="926" y="753"/>
                </a:lnTo>
                <a:lnTo>
                  <a:pt x="924" y="760"/>
                </a:lnTo>
                <a:lnTo>
                  <a:pt x="922" y="766"/>
                </a:lnTo>
                <a:lnTo>
                  <a:pt x="919" y="772"/>
                </a:lnTo>
                <a:lnTo>
                  <a:pt x="916" y="778"/>
                </a:lnTo>
                <a:lnTo>
                  <a:pt x="912" y="783"/>
                </a:lnTo>
                <a:lnTo>
                  <a:pt x="908" y="788"/>
                </a:lnTo>
                <a:lnTo>
                  <a:pt x="904" y="793"/>
                </a:lnTo>
                <a:lnTo>
                  <a:pt x="899" y="798"/>
                </a:lnTo>
                <a:lnTo>
                  <a:pt x="893" y="802"/>
                </a:lnTo>
                <a:lnTo>
                  <a:pt x="888" y="806"/>
                </a:lnTo>
                <a:lnTo>
                  <a:pt x="882" y="809"/>
                </a:lnTo>
                <a:lnTo>
                  <a:pt x="876" y="813"/>
                </a:lnTo>
                <a:lnTo>
                  <a:pt x="870" y="816"/>
                </a:lnTo>
                <a:lnTo>
                  <a:pt x="863" y="819"/>
                </a:lnTo>
                <a:lnTo>
                  <a:pt x="857" y="821"/>
                </a:lnTo>
                <a:lnTo>
                  <a:pt x="850" y="824"/>
                </a:lnTo>
                <a:lnTo>
                  <a:pt x="844" y="826"/>
                </a:lnTo>
                <a:lnTo>
                  <a:pt x="837" y="828"/>
                </a:lnTo>
                <a:lnTo>
                  <a:pt x="830" y="830"/>
                </a:lnTo>
                <a:lnTo>
                  <a:pt x="824" y="833"/>
                </a:lnTo>
                <a:lnTo>
                  <a:pt x="818" y="835"/>
                </a:lnTo>
                <a:lnTo>
                  <a:pt x="811" y="837"/>
                </a:lnTo>
                <a:lnTo>
                  <a:pt x="805" y="839"/>
                </a:lnTo>
                <a:lnTo>
                  <a:pt x="800" y="842"/>
                </a:lnTo>
                <a:lnTo>
                  <a:pt x="794" y="844"/>
                </a:lnTo>
                <a:lnTo>
                  <a:pt x="789" y="847"/>
                </a:lnTo>
                <a:lnTo>
                  <a:pt x="784" y="850"/>
                </a:lnTo>
                <a:lnTo>
                  <a:pt x="779" y="853"/>
                </a:lnTo>
                <a:lnTo>
                  <a:pt x="774" y="857"/>
                </a:lnTo>
                <a:lnTo>
                  <a:pt x="769" y="861"/>
                </a:lnTo>
                <a:lnTo>
                  <a:pt x="765" y="865"/>
                </a:lnTo>
                <a:lnTo>
                  <a:pt x="761" y="869"/>
                </a:lnTo>
                <a:lnTo>
                  <a:pt x="757" y="874"/>
                </a:lnTo>
                <a:lnTo>
                  <a:pt x="753" y="879"/>
                </a:lnTo>
                <a:lnTo>
                  <a:pt x="750" y="884"/>
                </a:lnTo>
                <a:lnTo>
                  <a:pt x="746" y="890"/>
                </a:lnTo>
                <a:lnTo>
                  <a:pt x="742" y="895"/>
                </a:lnTo>
                <a:lnTo>
                  <a:pt x="739" y="901"/>
                </a:lnTo>
                <a:lnTo>
                  <a:pt x="735" y="907"/>
                </a:lnTo>
                <a:lnTo>
                  <a:pt x="731" y="913"/>
                </a:lnTo>
                <a:lnTo>
                  <a:pt x="727" y="919"/>
                </a:lnTo>
                <a:lnTo>
                  <a:pt x="723" y="924"/>
                </a:lnTo>
                <a:lnTo>
                  <a:pt x="719" y="930"/>
                </a:lnTo>
                <a:lnTo>
                  <a:pt x="715" y="936"/>
                </a:lnTo>
                <a:lnTo>
                  <a:pt x="710" y="941"/>
                </a:lnTo>
                <a:lnTo>
                  <a:pt x="706" y="946"/>
                </a:lnTo>
                <a:lnTo>
                  <a:pt x="701" y="951"/>
                </a:lnTo>
                <a:lnTo>
                  <a:pt x="696" y="955"/>
                </a:lnTo>
                <a:lnTo>
                  <a:pt x="690" y="959"/>
                </a:lnTo>
                <a:lnTo>
                  <a:pt x="685" y="963"/>
                </a:lnTo>
                <a:lnTo>
                  <a:pt x="679" y="966"/>
                </a:lnTo>
                <a:lnTo>
                  <a:pt x="673" y="969"/>
                </a:lnTo>
                <a:lnTo>
                  <a:pt x="667" y="971"/>
                </a:lnTo>
                <a:lnTo>
                  <a:pt x="661" y="973"/>
                </a:lnTo>
                <a:lnTo>
                  <a:pt x="654" y="974"/>
                </a:lnTo>
                <a:lnTo>
                  <a:pt x="648" y="975"/>
                </a:lnTo>
                <a:lnTo>
                  <a:pt x="641" y="976"/>
                </a:lnTo>
                <a:lnTo>
                  <a:pt x="634" y="975"/>
                </a:lnTo>
                <a:lnTo>
                  <a:pt x="627" y="975"/>
                </a:lnTo>
                <a:lnTo>
                  <a:pt x="620" y="974"/>
                </a:lnTo>
                <a:lnTo>
                  <a:pt x="614" y="973"/>
                </a:lnTo>
                <a:lnTo>
                  <a:pt x="607" y="971"/>
                </a:lnTo>
                <a:lnTo>
                  <a:pt x="600" y="970"/>
                </a:lnTo>
                <a:lnTo>
                  <a:pt x="593" y="968"/>
                </a:lnTo>
                <a:lnTo>
                  <a:pt x="586" y="966"/>
                </a:lnTo>
                <a:lnTo>
                  <a:pt x="580" y="964"/>
                </a:lnTo>
                <a:lnTo>
                  <a:pt x="573" y="962"/>
                </a:lnTo>
                <a:lnTo>
                  <a:pt x="567" y="959"/>
                </a:lnTo>
                <a:lnTo>
                  <a:pt x="560" y="957"/>
                </a:lnTo>
                <a:lnTo>
                  <a:pt x="554" y="956"/>
                </a:lnTo>
                <a:lnTo>
                  <a:pt x="548" y="954"/>
                </a:lnTo>
                <a:lnTo>
                  <a:pt x="542" y="952"/>
                </a:lnTo>
                <a:lnTo>
                  <a:pt x="536" y="951"/>
                </a:lnTo>
                <a:lnTo>
                  <a:pt x="530" y="950"/>
                </a:lnTo>
                <a:lnTo>
                  <a:pt x="524" y="950"/>
                </a:lnTo>
                <a:lnTo>
                  <a:pt x="518" y="950"/>
                </a:lnTo>
                <a:lnTo>
                  <a:pt x="512" y="950"/>
                </a:lnTo>
                <a:lnTo>
                  <a:pt x="506" y="950"/>
                </a:lnTo>
                <a:lnTo>
                  <a:pt x="500" y="951"/>
                </a:lnTo>
                <a:lnTo>
                  <a:pt x="494" y="952"/>
                </a:lnTo>
                <a:lnTo>
                  <a:pt x="488" y="954"/>
                </a:lnTo>
                <a:lnTo>
                  <a:pt x="482" y="956"/>
                </a:lnTo>
                <a:lnTo>
                  <a:pt x="476" y="958"/>
                </a:lnTo>
                <a:lnTo>
                  <a:pt x="470" y="960"/>
                </a:lnTo>
                <a:lnTo>
                  <a:pt x="464" y="962"/>
                </a:lnTo>
                <a:lnTo>
                  <a:pt x="457" y="965"/>
                </a:lnTo>
                <a:lnTo>
                  <a:pt x="451" y="967"/>
                </a:lnTo>
                <a:lnTo>
                  <a:pt x="444" y="970"/>
                </a:lnTo>
                <a:lnTo>
                  <a:pt x="438" y="972"/>
                </a:lnTo>
                <a:lnTo>
                  <a:pt x="431" y="975"/>
                </a:lnTo>
                <a:lnTo>
                  <a:pt x="424" y="977"/>
                </a:lnTo>
                <a:lnTo>
                  <a:pt x="418" y="979"/>
                </a:lnTo>
                <a:lnTo>
                  <a:pt x="411" y="980"/>
                </a:lnTo>
                <a:lnTo>
                  <a:pt x="404" y="982"/>
                </a:lnTo>
                <a:lnTo>
                  <a:pt x="397" y="983"/>
                </a:lnTo>
                <a:lnTo>
                  <a:pt x="391" y="983"/>
                </a:lnTo>
                <a:lnTo>
                  <a:pt x="384" y="984"/>
                </a:lnTo>
                <a:lnTo>
                  <a:pt x="377" y="983"/>
                </a:lnTo>
                <a:lnTo>
                  <a:pt x="371" y="982"/>
                </a:lnTo>
                <a:lnTo>
                  <a:pt x="364" y="981"/>
                </a:lnTo>
                <a:lnTo>
                  <a:pt x="358" y="979"/>
                </a:lnTo>
                <a:lnTo>
                  <a:pt x="352" y="977"/>
                </a:lnTo>
                <a:lnTo>
                  <a:pt x="346" y="974"/>
                </a:lnTo>
                <a:lnTo>
                  <a:pt x="340" y="971"/>
                </a:lnTo>
                <a:lnTo>
                  <a:pt x="334" y="968"/>
                </a:lnTo>
                <a:lnTo>
                  <a:pt x="329" y="963"/>
                </a:lnTo>
                <a:lnTo>
                  <a:pt x="324" y="959"/>
                </a:lnTo>
                <a:lnTo>
                  <a:pt x="319" y="954"/>
                </a:lnTo>
                <a:lnTo>
                  <a:pt x="314" y="949"/>
                </a:lnTo>
                <a:lnTo>
                  <a:pt x="309" y="944"/>
                </a:lnTo>
                <a:lnTo>
                  <a:pt x="305" y="939"/>
                </a:lnTo>
                <a:lnTo>
                  <a:pt x="300" y="933"/>
                </a:lnTo>
                <a:lnTo>
                  <a:pt x="296" y="928"/>
                </a:lnTo>
                <a:lnTo>
                  <a:pt x="292" y="922"/>
                </a:lnTo>
                <a:lnTo>
                  <a:pt x="288" y="916"/>
                </a:lnTo>
                <a:lnTo>
                  <a:pt x="284" y="911"/>
                </a:lnTo>
                <a:lnTo>
                  <a:pt x="280" y="905"/>
                </a:lnTo>
                <a:lnTo>
                  <a:pt x="276" y="900"/>
                </a:lnTo>
                <a:lnTo>
                  <a:pt x="272" y="895"/>
                </a:lnTo>
                <a:lnTo>
                  <a:pt x="268" y="891"/>
                </a:lnTo>
                <a:lnTo>
                  <a:pt x="263" y="886"/>
                </a:lnTo>
                <a:lnTo>
                  <a:pt x="259" y="882"/>
                </a:lnTo>
                <a:lnTo>
                  <a:pt x="255" y="878"/>
                </a:lnTo>
                <a:lnTo>
                  <a:pt x="250" y="874"/>
                </a:lnTo>
                <a:lnTo>
                  <a:pt x="245" y="871"/>
                </a:lnTo>
                <a:lnTo>
                  <a:pt x="240" y="868"/>
                </a:lnTo>
                <a:lnTo>
                  <a:pt x="235" y="865"/>
                </a:lnTo>
                <a:lnTo>
                  <a:pt x="229" y="863"/>
                </a:lnTo>
                <a:lnTo>
                  <a:pt x="224" y="860"/>
                </a:lnTo>
                <a:lnTo>
                  <a:pt x="218" y="858"/>
                </a:lnTo>
                <a:lnTo>
                  <a:pt x="212" y="856"/>
                </a:lnTo>
                <a:lnTo>
                  <a:pt x="205" y="854"/>
                </a:lnTo>
                <a:lnTo>
                  <a:pt x="199" y="853"/>
                </a:lnTo>
                <a:lnTo>
                  <a:pt x="192" y="851"/>
                </a:lnTo>
                <a:lnTo>
                  <a:pt x="186" y="849"/>
                </a:lnTo>
                <a:lnTo>
                  <a:pt x="179" y="847"/>
                </a:lnTo>
                <a:lnTo>
                  <a:pt x="172" y="846"/>
                </a:lnTo>
                <a:lnTo>
                  <a:pt x="165" y="844"/>
                </a:lnTo>
                <a:lnTo>
                  <a:pt x="159" y="841"/>
                </a:lnTo>
                <a:lnTo>
                  <a:pt x="152" y="839"/>
                </a:lnTo>
                <a:lnTo>
                  <a:pt x="146" y="836"/>
                </a:lnTo>
                <a:lnTo>
                  <a:pt x="139" y="833"/>
                </a:lnTo>
                <a:lnTo>
                  <a:pt x="133" y="830"/>
                </a:lnTo>
                <a:lnTo>
                  <a:pt x="127" y="827"/>
                </a:lnTo>
                <a:lnTo>
                  <a:pt x="122" y="823"/>
                </a:lnTo>
                <a:lnTo>
                  <a:pt x="117" y="819"/>
                </a:lnTo>
                <a:lnTo>
                  <a:pt x="112" y="814"/>
                </a:lnTo>
                <a:lnTo>
                  <a:pt x="107" y="809"/>
                </a:lnTo>
                <a:lnTo>
                  <a:pt x="103" y="804"/>
                </a:lnTo>
                <a:lnTo>
                  <a:pt x="100" y="799"/>
                </a:lnTo>
                <a:lnTo>
                  <a:pt x="96" y="793"/>
                </a:lnTo>
                <a:lnTo>
                  <a:pt x="94" y="787"/>
                </a:lnTo>
                <a:lnTo>
                  <a:pt x="91" y="781"/>
                </a:lnTo>
                <a:lnTo>
                  <a:pt x="89" y="774"/>
                </a:lnTo>
                <a:lnTo>
                  <a:pt x="88" y="768"/>
                </a:lnTo>
                <a:lnTo>
                  <a:pt x="86" y="761"/>
                </a:lnTo>
                <a:lnTo>
                  <a:pt x="85" y="754"/>
                </a:lnTo>
                <a:lnTo>
                  <a:pt x="85" y="747"/>
                </a:lnTo>
                <a:lnTo>
                  <a:pt x="84" y="740"/>
                </a:lnTo>
                <a:lnTo>
                  <a:pt x="84" y="733"/>
                </a:lnTo>
                <a:lnTo>
                  <a:pt x="84" y="726"/>
                </a:lnTo>
                <a:lnTo>
                  <a:pt x="84" y="719"/>
                </a:lnTo>
                <a:lnTo>
                  <a:pt x="84" y="712"/>
                </a:lnTo>
                <a:lnTo>
                  <a:pt x="84" y="705"/>
                </a:lnTo>
                <a:lnTo>
                  <a:pt x="84" y="699"/>
                </a:lnTo>
                <a:lnTo>
                  <a:pt x="83" y="692"/>
                </a:lnTo>
                <a:lnTo>
                  <a:pt x="83" y="686"/>
                </a:lnTo>
                <a:lnTo>
                  <a:pt x="83" y="679"/>
                </a:lnTo>
                <a:lnTo>
                  <a:pt x="82" y="673"/>
                </a:lnTo>
                <a:lnTo>
                  <a:pt x="81" y="667"/>
                </a:lnTo>
                <a:lnTo>
                  <a:pt x="79" y="661"/>
                </a:lnTo>
                <a:lnTo>
                  <a:pt x="78" y="656"/>
                </a:lnTo>
                <a:lnTo>
                  <a:pt x="76" y="650"/>
                </a:lnTo>
                <a:lnTo>
                  <a:pt x="73" y="645"/>
                </a:lnTo>
                <a:lnTo>
                  <a:pt x="71" y="639"/>
                </a:lnTo>
                <a:lnTo>
                  <a:pt x="68" y="634"/>
                </a:lnTo>
                <a:lnTo>
                  <a:pt x="65" y="629"/>
                </a:lnTo>
                <a:lnTo>
                  <a:pt x="61" y="624"/>
                </a:lnTo>
                <a:lnTo>
                  <a:pt x="57" y="619"/>
                </a:lnTo>
                <a:lnTo>
                  <a:pt x="53" y="613"/>
                </a:lnTo>
                <a:lnTo>
                  <a:pt x="49" y="608"/>
                </a:lnTo>
                <a:lnTo>
                  <a:pt x="45" y="603"/>
                </a:lnTo>
                <a:lnTo>
                  <a:pt x="40" y="598"/>
                </a:lnTo>
                <a:lnTo>
                  <a:pt x="36" y="592"/>
                </a:lnTo>
                <a:lnTo>
                  <a:pt x="32" y="587"/>
                </a:lnTo>
                <a:lnTo>
                  <a:pt x="27" y="581"/>
                </a:lnTo>
                <a:lnTo>
                  <a:pt x="23" y="576"/>
                </a:lnTo>
                <a:lnTo>
                  <a:pt x="19" y="570"/>
                </a:lnTo>
                <a:lnTo>
                  <a:pt x="16" y="564"/>
                </a:lnTo>
                <a:lnTo>
                  <a:pt x="12" y="558"/>
                </a:lnTo>
                <a:lnTo>
                  <a:pt x="9" y="552"/>
                </a:lnTo>
                <a:lnTo>
                  <a:pt x="6" y="545"/>
                </a:lnTo>
                <a:lnTo>
                  <a:pt x="4" y="539"/>
                </a:lnTo>
                <a:lnTo>
                  <a:pt x="3" y="533"/>
                </a:lnTo>
                <a:lnTo>
                  <a:pt x="1" y="526"/>
                </a:lnTo>
                <a:lnTo>
                  <a:pt x="0" y="520"/>
                </a:lnTo>
                <a:lnTo>
                  <a:pt x="0" y="513"/>
                </a:lnTo>
                <a:lnTo>
                  <a:pt x="0" y="507"/>
                </a:lnTo>
                <a:lnTo>
                  <a:pt x="1" y="500"/>
                </a:lnTo>
                <a:lnTo>
                  <a:pt x="2" y="493"/>
                </a:lnTo>
                <a:lnTo>
                  <a:pt x="4" y="487"/>
                </a:lnTo>
                <a:lnTo>
                  <a:pt x="6" y="481"/>
                </a:lnTo>
                <a:lnTo>
                  <a:pt x="9" y="474"/>
                </a:lnTo>
                <a:lnTo>
                  <a:pt x="12" y="468"/>
                </a:lnTo>
                <a:lnTo>
                  <a:pt x="15" y="462"/>
                </a:lnTo>
                <a:lnTo>
                  <a:pt x="19" y="456"/>
                </a:lnTo>
                <a:lnTo>
                  <a:pt x="22" y="450"/>
                </a:lnTo>
                <a:lnTo>
                  <a:pt x="26" y="444"/>
                </a:lnTo>
                <a:lnTo>
                  <a:pt x="30" y="438"/>
                </a:lnTo>
                <a:lnTo>
                  <a:pt x="34" y="432"/>
                </a:lnTo>
                <a:lnTo>
                  <a:pt x="38" y="427"/>
                </a:lnTo>
                <a:lnTo>
                  <a:pt x="42" y="421"/>
                </a:lnTo>
                <a:lnTo>
                  <a:pt x="46" y="416"/>
                </a:lnTo>
                <a:lnTo>
                  <a:pt x="50" y="410"/>
                </a:lnTo>
                <a:lnTo>
                  <a:pt x="54" y="405"/>
                </a:lnTo>
                <a:lnTo>
                  <a:pt x="57" y="400"/>
                </a:lnTo>
                <a:lnTo>
                  <a:pt x="60" y="394"/>
                </a:lnTo>
                <a:lnTo>
                  <a:pt x="62" y="389"/>
                </a:lnTo>
                <a:lnTo>
                  <a:pt x="65" y="383"/>
                </a:lnTo>
                <a:lnTo>
                  <a:pt x="67" y="378"/>
                </a:lnTo>
                <a:lnTo>
                  <a:pt x="68" y="372"/>
                </a:lnTo>
                <a:lnTo>
                  <a:pt x="70" y="366"/>
                </a:lnTo>
                <a:lnTo>
                  <a:pt x="71" y="361"/>
                </a:lnTo>
                <a:lnTo>
                  <a:pt x="72" y="355"/>
                </a:lnTo>
                <a:lnTo>
                  <a:pt x="72" y="348"/>
                </a:lnTo>
                <a:lnTo>
                  <a:pt x="72" y="342"/>
                </a:lnTo>
                <a:lnTo>
                  <a:pt x="72" y="336"/>
                </a:lnTo>
                <a:lnTo>
                  <a:pt x="72" y="329"/>
                </a:lnTo>
                <a:lnTo>
                  <a:pt x="72" y="323"/>
                </a:lnTo>
                <a:lnTo>
                  <a:pt x="71" y="316"/>
                </a:lnTo>
                <a:lnTo>
                  <a:pt x="71" y="309"/>
                </a:lnTo>
                <a:lnTo>
                  <a:pt x="70" y="302"/>
                </a:lnTo>
                <a:lnTo>
                  <a:pt x="70" y="295"/>
                </a:lnTo>
                <a:lnTo>
                  <a:pt x="70" y="288"/>
                </a:lnTo>
                <a:lnTo>
                  <a:pt x="70" y="281"/>
                </a:lnTo>
                <a:lnTo>
                  <a:pt x="70" y="274"/>
                </a:lnTo>
                <a:lnTo>
                  <a:pt x="71" y="267"/>
                </a:lnTo>
                <a:lnTo>
                  <a:pt x="71" y="260"/>
                </a:lnTo>
                <a:lnTo>
                  <a:pt x="73" y="253"/>
                </a:lnTo>
                <a:lnTo>
                  <a:pt x="74" y="247"/>
                </a:lnTo>
                <a:lnTo>
                  <a:pt x="76" y="240"/>
                </a:lnTo>
                <a:lnTo>
                  <a:pt x="78" y="234"/>
                </a:lnTo>
                <a:lnTo>
                  <a:pt x="81" y="228"/>
                </a:lnTo>
                <a:lnTo>
                  <a:pt x="84" y="222"/>
                </a:lnTo>
                <a:lnTo>
                  <a:pt x="88" y="217"/>
                </a:lnTo>
                <a:lnTo>
                  <a:pt x="92" y="212"/>
                </a:lnTo>
                <a:lnTo>
                  <a:pt x="96" y="207"/>
                </a:lnTo>
                <a:lnTo>
                  <a:pt x="101" y="202"/>
                </a:lnTo>
                <a:lnTo>
                  <a:pt x="107" y="198"/>
                </a:lnTo>
                <a:lnTo>
                  <a:pt x="112" y="194"/>
                </a:lnTo>
                <a:lnTo>
                  <a:pt x="118" y="191"/>
                </a:lnTo>
                <a:lnTo>
                  <a:pt x="124" y="187"/>
                </a:lnTo>
                <a:lnTo>
                  <a:pt x="130" y="184"/>
                </a:lnTo>
                <a:lnTo>
                  <a:pt x="137" y="181"/>
                </a:lnTo>
                <a:lnTo>
                  <a:pt x="143" y="179"/>
                </a:lnTo>
                <a:lnTo>
                  <a:pt x="150" y="176"/>
                </a:lnTo>
                <a:lnTo>
                  <a:pt x="156" y="174"/>
                </a:lnTo>
                <a:lnTo>
                  <a:pt x="163" y="172"/>
                </a:lnTo>
                <a:lnTo>
                  <a:pt x="170" y="170"/>
                </a:lnTo>
                <a:lnTo>
                  <a:pt x="176" y="167"/>
                </a:lnTo>
                <a:lnTo>
                  <a:pt x="182" y="165"/>
                </a:lnTo>
                <a:lnTo>
                  <a:pt x="189" y="163"/>
                </a:lnTo>
                <a:lnTo>
                  <a:pt x="195" y="161"/>
                </a:lnTo>
                <a:lnTo>
                  <a:pt x="200" y="158"/>
                </a:lnTo>
                <a:lnTo>
                  <a:pt x="206" y="156"/>
                </a:lnTo>
                <a:lnTo>
                  <a:pt x="211" y="153"/>
                </a:lnTo>
                <a:lnTo>
                  <a:pt x="216" y="150"/>
                </a:lnTo>
                <a:lnTo>
                  <a:pt x="221" y="147"/>
                </a:lnTo>
                <a:lnTo>
                  <a:pt x="226" y="143"/>
                </a:lnTo>
                <a:lnTo>
                  <a:pt x="231" y="139"/>
                </a:lnTo>
                <a:lnTo>
                  <a:pt x="235" y="135"/>
                </a:lnTo>
                <a:lnTo>
                  <a:pt x="239" y="131"/>
                </a:lnTo>
                <a:lnTo>
                  <a:pt x="243" y="126"/>
                </a:lnTo>
                <a:lnTo>
                  <a:pt x="247" y="121"/>
                </a:lnTo>
                <a:lnTo>
                  <a:pt x="250" y="116"/>
                </a:lnTo>
                <a:lnTo>
                  <a:pt x="254" y="110"/>
                </a:lnTo>
                <a:lnTo>
                  <a:pt x="258" y="105"/>
                </a:lnTo>
                <a:lnTo>
                  <a:pt x="261" y="99"/>
                </a:lnTo>
                <a:lnTo>
                  <a:pt x="265" y="93"/>
                </a:lnTo>
                <a:lnTo>
                  <a:pt x="269" y="87"/>
                </a:lnTo>
                <a:lnTo>
                  <a:pt x="273" y="81"/>
                </a:lnTo>
                <a:lnTo>
                  <a:pt x="277" y="76"/>
                </a:lnTo>
                <a:lnTo>
                  <a:pt x="281" y="70"/>
                </a:lnTo>
                <a:lnTo>
                  <a:pt x="285" y="64"/>
                </a:lnTo>
                <a:lnTo>
                  <a:pt x="290" y="59"/>
                </a:lnTo>
                <a:lnTo>
                  <a:pt x="294" y="54"/>
                </a:lnTo>
                <a:lnTo>
                  <a:pt x="299" y="49"/>
                </a:lnTo>
                <a:lnTo>
                  <a:pt x="304" y="45"/>
                </a:lnTo>
                <a:lnTo>
                  <a:pt x="310" y="41"/>
                </a:lnTo>
                <a:lnTo>
                  <a:pt x="315" y="37"/>
                </a:lnTo>
                <a:lnTo>
                  <a:pt x="321" y="34"/>
                </a:lnTo>
                <a:lnTo>
                  <a:pt x="327" y="31"/>
                </a:lnTo>
                <a:lnTo>
                  <a:pt x="333" y="29"/>
                </a:lnTo>
                <a:lnTo>
                  <a:pt x="339" y="27"/>
                </a:lnTo>
                <a:lnTo>
                  <a:pt x="346" y="26"/>
                </a:lnTo>
                <a:lnTo>
                  <a:pt x="352" y="25"/>
                </a:lnTo>
                <a:lnTo>
                  <a:pt x="359" y="24"/>
                </a:lnTo>
                <a:lnTo>
                  <a:pt x="366" y="25"/>
                </a:lnTo>
                <a:lnTo>
                  <a:pt x="373" y="25"/>
                </a:lnTo>
                <a:lnTo>
                  <a:pt x="380" y="26"/>
                </a:lnTo>
                <a:lnTo>
                  <a:pt x="386" y="27"/>
                </a:lnTo>
                <a:lnTo>
                  <a:pt x="393" y="29"/>
                </a:lnTo>
                <a:lnTo>
                  <a:pt x="400" y="30"/>
                </a:lnTo>
                <a:lnTo>
                  <a:pt x="407" y="32"/>
                </a:lnTo>
                <a:lnTo>
                  <a:pt x="414" y="34"/>
                </a:lnTo>
                <a:lnTo>
                  <a:pt x="420" y="36"/>
                </a:lnTo>
                <a:lnTo>
                  <a:pt x="427" y="38"/>
                </a:lnTo>
                <a:lnTo>
                  <a:pt x="433" y="41"/>
                </a:lnTo>
                <a:lnTo>
                  <a:pt x="440" y="43"/>
                </a:lnTo>
                <a:lnTo>
                  <a:pt x="446" y="44"/>
                </a:lnTo>
                <a:lnTo>
                  <a:pt x="452" y="46"/>
                </a:lnTo>
                <a:lnTo>
                  <a:pt x="458" y="48"/>
                </a:lnTo>
                <a:lnTo>
                  <a:pt x="464" y="49"/>
                </a:lnTo>
                <a:lnTo>
                  <a:pt x="470" y="50"/>
                </a:lnTo>
                <a:lnTo>
                  <a:pt x="476" y="50"/>
                </a:lnTo>
                <a:lnTo>
                  <a:pt x="482" y="50"/>
                </a:lnTo>
                <a:lnTo>
                  <a:pt x="488" y="50"/>
                </a:lnTo>
                <a:lnTo>
                  <a:pt x="494" y="50"/>
                </a:lnTo>
                <a:lnTo>
                  <a:pt x="500" y="49"/>
                </a:lnTo>
                <a:lnTo>
                  <a:pt x="506" y="48"/>
                </a:lnTo>
                <a:lnTo>
                  <a:pt x="512" y="46"/>
                </a:lnTo>
                <a:lnTo>
                  <a:pt x="518" y="44"/>
                </a:lnTo>
                <a:lnTo>
                  <a:pt x="524" y="42"/>
                </a:lnTo>
                <a:lnTo>
                  <a:pt x="530" y="40"/>
                </a:lnTo>
                <a:lnTo>
                  <a:pt x="536" y="38"/>
                </a:lnTo>
                <a:lnTo>
                  <a:pt x="543" y="35"/>
                </a:lnTo>
                <a:lnTo>
                  <a:pt x="549" y="33"/>
                </a:lnTo>
                <a:lnTo>
                  <a:pt x="556" y="30"/>
                </a:lnTo>
                <a:lnTo>
                  <a:pt x="562" y="28"/>
                </a:lnTo>
                <a:lnTo>
                  <a:pt x="569" y="25"/>
                </a:lnTo>
                <a:lnTo>
                  <a:pt x="576" y="23"/>
                </a:lnTo>
                <a:lnTo>
                  <a:pt x="582" y="21"/>
                </a:lnTo>
                <a:lnTo>
                  <a:pt x="589" y="20"/>
                </a:lnTo>
                <a:lnTo>
                  <a:pt x="596" y="18"/>
                </a:lnTo>
                <a:lnTo>
                  <a:pt x="603" y="17"/>
                </a:lnTo>
                <a:lnTo>
                  <a:pt x="609" y="17"/>
                </a:lnTo>
                <a:lnTo>
                  <a:pt x="616" y="16"/>
                </a:lnTo>
                <a:lnTo>
                  <a:pt x="623" y="17"/>
                </a:lnTo>
                <a:lnTo>
                  <a:pt x="629" y="18"/>
                </a:lnTo>
                <a:lnTo>
                  <a:pt x="636" y="19"/>
                </a:lnTo>
                <a:lnTo>
                  <a:pt x="642" y="21"/>
                </a:lnTo>
                <a:lnTo>
                  <a:pt x="648" y="23"/>
                </a:lnTo>
                <a:lnTo>
                  <a:pt x="654" y="26"/>
                </a:lnTo>
                <a:lnTo>
                  <a:pt x="660" y="29"/>
                </a:lnTo>
                <a:lnTo>
                  <a:pt x="666" y="32"/>
                </a:lnTo>
                <a:lnTo>
                  <a:pt x="671" y="37"/>
                </a:lnTo>
                <a:lnTo>
                  <a:pt x="676" y="41"/>
                </a:lnTo>
                <a:lnTo>
                  <a:pt x="681" y="46"/>
                </a:lnTo>
                <a:lnTo>
                  <a:pt x="686" y="51"/>
                </a:lnTo>
                <a:lnTo>
                  <a:pt x="691" y="56"/>
                </a:lnTo>
                <a:lnTo>
                  <a:pt x="695" y="61"/>
                </a:lnTo>
                <a:lnTo>
                  <a:pt x="700" y="67"/>
                </a:lnTo>
                <a:lnTo>
                  <a:pt x="704" y="72"/>
                </a:lnTo>
                <a:lnTo>
                  <a:pt x="708" y="78"/>
                </a:lnTo>
                <a:lnTo>
                  <a:pt x="712" y="84"/>
                </a:lnTo>
                <a:lnTo>
                  <a:pt x="716" y="89"/>
                </a:lnTo>
                <a:lnTo>
                  <a:pt x="720" y="95"/>
                </a:lnTo>
                <a:lnTo>
                  <a:pt x="724" y="100"/>
                </a:lnTo>
                <a:lnTo>
                  <a:pt x="728" y="105"/>
                </a:lnTo>
                <a:lnTo>
                  <a:pt x="732" y="109"/>
                </a:lnTo>
                <a:lnTo>
                  <a:pt x="737" y="114"/>
                </a:lnTo>
                <a:lnTo>
                  <a:pt x="741" y="118"/>
                </a:lnTo>
                <a:lnTo>
                  <a:pt x="745" y="122"/>
                </a:lnTo>
                <a:lnTo>
                  <a:pt x="750" y="126"/>
                </a:lnTo>
                <a:lnTo>
                  <a:pt x="755" y="129"/>
                </a:lnTo>
                <a:lnTo>
                  <a:pt x="760" y="132"/>
                </a:lnTo>
                <a:lnTo>
                  <a:pt x="765" y="135"/>
                </a:lnTo>
                <a:lnTo>
                  <a:pt x="771" y="137"/>
                </a:lnTo>
                <a:lnTo>
                  <a:pt x="776" y="140"/>
                </a:lnTo>
                <a:lnTo>
                  <a:pt x="782" y="142"/>
                </a:lnTo>
                <a:lnTo>
                  <a:pt x="788" y="144"/>
                </a:lnTo>
                <a:lnTo>
                  <a:pt x="795" y="146"/>
                </a:lnTo>
                <a:lnTo>
                  <a:pt x="801" y="147"/>
                </a:lnTo>
                <a:lnTo>
                  <a:pt x="808" y="149"/>
                </a:lnTo>
                <a:lnTo>
                  <a:pt x="814" y="151"/>
                </a:lnTo>
                <a:lnTo>
                  <a:pt x="821" y="153"/>
                </a:lnTo>
                <a:lnTo>
                  <a:pt x="828" y="154"/>
                </a:lnTo>
                <a:lnTo>
                  <a:pt x="835" y="156"/>
                </a:lnTo>
                <a:lnTo>
                  <a:pt x="841" y="159"/>
                </a:lnTo>
                <a:lnTo>
                  <a:pt x="848" y="161"/>
                </a:lnTo>
                <a:lnTo>
                  <a:pt x="854" y="164"/>
                </a:lnTo>
                <a:lnTo>
                  <a:pt x="861" y="167"/>
                </a:lnTo>
                <a:lnTo>
                  <a:pt x="867" y="170"/>
                </a:lnTo>
                <a:lnTo>
                  <a:pt x="873" y="173"/>
                </a:lnTo>
                <a:lnTo>
                  <a:pt x="878" y="177"/>
                </a:lnTo>
                <a:lnTo>
                  <a:pt x="883" y="181"/>
                </a:lnTo>
                <a:lnTo>
                  <a:pt x="888" y="186"/>
                </a:lnTo>
                <a:lnTo>
                  <a:pt x="893" y="191"/>
                </a:lnTo>
                <a:lnTo>
                  <a:pt x="897" y="196"/>
                </a:lnTo>
                <a:lnTo>
                  <a:pt x="900" y="201"/>
                </a:lnTo>
                <a:lnTo>
                  <a:pt x="904" y="207"/>
                </a:lnTo>
                <a:lnTo>
                  <a:pt x="906" y="213"/>
                </a:lnTo>
                <a:lnTo>
                  <a:pt x="909" y="219"/>
                </a:lnTo>
                <a:lnTo>
                  <a:pt x="911" y="226"/>
                </a:lnTo>
                <a:lnTo>
                  <a:pt x="912" y="232"/>
                </a:lnTo>
                <a:lnTo>
                  <a:pt x="914" y="239"/>
                </a:lnTo>
                <a:lnTo>
                  <a:pt x="915" y="246"/>
                </a:lnTo>
                <a:lnTo>
                  <a:pt x="915" y="253"/>
                </a:lnTo>
                <a:lnTo>
                  <a:pt x="916" y="260"/>
                </a:lnTo>
                <a:lnTo>
                  <a:pt x="916" y="267"/>
                </a:lnTo>
                <a:lnTo>
                  <a:pt x="916" y="274"/>
                </a:lnTo>
                <a:lnTo>
                  <a:pt x="916" y="281"/>
                </a:lnTo>
                <a:lnTo>
                  <a:pt x="916" y="288"/>
                </a:lnTo>
                <a:lnTo>
                  <a:pt x="916" y="295"/>
                </a:lnTo>
                <a:lnTo>
                  <a:pt x="916" y="301"/>
                </a:lnTo>
                <a:lnTo>
                  <a:pt x="917" y="308"/>
                </a:lnTo>
                <a:lnTo>
                  <a:pt x="917" y="314"/>
                </a:lnTo>
                <a:lnTo>
                  <a:pt x="917" y="321"/>
                </a:lnTo>
                <a:lnTo>
                  <a:pt x="918" y="327"/>
                </a:lnTo>
                <a:lnTo>
                  <a:pt x="919" y="333"/>
                </a:lnTo>
                <a:lnTo>
                  <a:pt x="921" y="339"/>
                </a:lnTo>
                <a:lnTo>
                  <a:pt x="922" y="344"/>
                </a:lnTo>
                <a:lnTo>
                  <a:pt x="924" y="350"/>
                </a:lnTo>
                <a:lnTo>
                  <a:pt x="927" y="355"/>
                </a:lnTo>
                <a:lnTo>
                  <a:pt x="929" y="361"/>
                </a:lnTo>
                <a:lnTo>
                  <a:pt x="932" y="366"/>
                </a:lnTo>
                <a:lnTo>
                  <a:pt x="935" y="371"/>
                </a:lnTo>
                <a:lnTo>
                  <a:pt x="939" y="376"/>
                </a:lnTo>
                <a:lnTo>
                  <a:pt x="943" y="381"/>
                </a:lnTo>
                <a:lnTo>
                  <a:pt x="947" y="387"/>
                </a:lnTo>
                <a:lnTo>
                  <a:pt x="951" y="392"/>
                </a:lnTo>
                <a:lnTo>
                  <a:pt x="955" y="397"/>
                </a:lnTo>
                <a:lnTo>
                  <a:pt x="960" y="402"/>
                </a:lnTo>
                <a:lnTo>
                  <a:pt x="964" y="408"/>
                </a:lnTo>
                <a:lnTo>
                  <a:pt x="968" y="413"/>
                </a:lnTo>
                <a:lnTo>
                  <a:pt x="973" y="419"/>
                </a:lnTo>
                <a:lnTo>
                  <a:pt x="977" y="424"/>
                </a:lnTo>
                <a:lnTo>
                  <a:pt x="981" y="430"/>
                </a:lnTo>
                <a:lnTo>
                  <a:pt x="984" y="436"/>
                </a:lnTo>
                <a:lnTo>
                  <a:pt x="988" y="442"/>
                </a:lnTo>
                <a:lnTo>
                  <a:pt x="991" y="448"/>
                </a:lnTo>
                <a:lnTo>
                  <a:pt x="994" y="455"/>
                </a:lnTo>
                <a:lnTo>
                  <a:pt x="996" y="461"/>
                </a:lnTo>
                <a:lnTo>
                  <a:pt x="997" y="467"/>
                </a:lnTo>
                <a:lnTo>
                  <a:pt x="999" y="474"/>
                </a:lnTo>
                <a:lnTo>
                  <a:pt x="1000" y="480"/>
                </a:lnTo>
                <a:lnTo>
                  <a:pt x="1000" y="487"/>
                </a:lnTo>
                <a:lnTo>
                  <a:pt x="1000" y="493"/>
                </a:lnTo>
                <a:close/>
              </a:path>
            </a:pathLst>
          </a:cu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743200"/>
            <a:ext cx="6400800" cy="548640"/>
          </a:xfrm>
          <a:prstGeom prst="rect">
            <a:avLst/>
          </a:prstGeom>
          <a:noFill/>
        </p:spPr>
        <p:txBody>
          <a:bodyPr wrap="square" anchor="ctr" lIns="0" rIns="0" tIns="0" bIns="0">
            <a:spAutoFit/>
          </a:bodyPr>
          <a:lstStyle/>
          <a:p>
            <a:pPr algn="ctr">
              <a:lnSpc>
                <a:spcPct val="100000"/>
              </a:lnSpc>
            </a:pPr>
            <a:r>
              <a:rPr sz="2700" b="1" spc="400">
                <a:solidFill>
                  <a:srgbClr val="004380"/>
                </a:solidFill>
                <a:latin typeface="Montserrat"/>
              </a:rPr>
              <a:t>PASSO</a:t>
            </a:r>
          </a:p>
        </p:txBody>
      </p:sp>
      <p:sp>
        <p:nvSpPr>
          <p:cNvPr id="6" name="TextBox 5"/>
          <p:cNvSpPr txBox="1"/>
          <p:nvPr/>
        </p:nvSpPr>
        <p:spPr>
          <a:xfrm>
            <a:off x="1371600" y="3246120"/>
            <a:ext cx="6400800" cy="2926080"/>
          </a:xfrm>
          <a:prstGeom prst="rect">
            <a:avLst/>
          </a:prstGeom>
          <a:noFill/>
        </p:spPr>
        <p:txBody>
          <a:bodyPr wrap="square" anchor="ctr" lIns="0" rIns="0" tIns="0" bIns="0">
            <a:spAutoFit/>
          </a:bodyPr>
          <a:lstStyle/>
          <a:p>
            <a:pPr algn="ctr">
              <a:lnSpc>
                <a:spcPct val="100000"/>
              </a:lnSpc>
            </a:pPr>
            <a:r>
              <a:rPr sz="16200" b="1" spc="-300">
                <a:solidFill>
                  <a:srgbClr val="004380"/>
                </a:solidFill>
                <a:latin typeface="Montserrat"/>
              </a:rPr>
              <a:t>09</a:t>
            </a:r>
          </a:p>
        </p:txBody>
      </p:sp>
      <p:sp>
        <p:nvSpPr>
          <p:cNvPr id="7" name="Rectangle 6"/>
          <p:cNvSpPr/>
          <p:nvPr/>
        </p:nvSpPr>
        <p:spPr>
          <a:xfrm>
            <a:off x="9144000" y="12984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12680" y="1143000"/>
            <a:ext cx="9144000" cy="457200"/>
          </a:xfrm>
          <a:prstGeom prst="rect">
            <a:avLst/>
          </a:prstGeom>
          <a:noFill/>
        </p:spPr>
        <p:txBody>
          <a:bodyPr wrap="square" anchor="t" lIns="0" rIns="0" tIns="0" bIns="0">
            <a:spAutoFit/>
          </a:bodyPr>
          <a:lstStyle/>
          <a:p>
            <a:pPr algn="l">
              <a:lnSpc>
                <a:spcPct val="100000"/>
              </a:lnSpc>
            </a:pPr>
            <a:r>
              <a:rPr sz="2000" b="1" spc="300">
                <a:solidFill>
                  <a:srgbClr val="5E9E17"/>
                </a:solidFill>
                <a:latin typeface="Montserrat"/>
              </a:rPr>
              <a:t>PASSO 09 DE 12</a:t>
            </a:r>
          </a:p>
        </p:txBody>
      </p:sp>
      <p:sp>
        <p:nvSpPr>
          <p:cNvPr id="9" name="TextBox 8"/>
          <p:cNvSpPr txBox="1"/>
          <p:nvPr/>
        </p:nvSpPr>
        <p:spPr>
          <a:xfrm>
            <a:off x="9144000" y="1737360"/>
            <a:ext cx="8778240" cy="6675120"/>
          </a:xfrm>
          <a:prstGeom prst="rect">
            <a:avLst/>
          </a:prstGeom>
          <a:noFill/>
        </p:spPr>
        <p:txBody>
          <a:bodyPr wrap="square" anchor="ctr" lIns="0" rIns="0" tIns="0" bIns="0">
            <a:spAutoFit/>
          </a:bodyPr>
          <a:lstStyle/>
          <a:p>
            <a:pPr algn="l">
              <a:lnSpc>
                <a:spcPct val="100000"/>
              </a:lnSpc>
            </a:pPr>
            <a:r>
              <a:rPr sz="8900" b="1" spc="-100">
                <a:solidFill>
                  <a:srgbClr val="004380"/>
                </a:solidFill>
                <a:latin typeface="Montserrat"/>
              </a:rPr>
              <a:t>Demonstre</a:t>
            </a:r>
          </a:p>
          <a:p>
            <a:pPr algn="l">
              <a:lnSpc>
                <a:spcPct val="100000"/>
              </a:lnSpc>
            </a:pPr>
            <a:r>
              <a:rPr sz="8900" b="1" spc="-100">
                <a:solidFill>
                  <a:srgbClr val="004380"/>
                </a:solidFill>
                <a:latin typeface="Montserrat"/>
              </a:rPr>
              <a:t>amor</a:t>
            </a:r>
          </a:p>
          <a:p>
            <a:pPr algn="l">
              <a:lnSpc>
                <a:spcPct val="100000"/>
              </a:lnSpc>
            </a:pPr>
            <a:r>
              <a:rPr sz="8900" b="1" spc="-100">
                <a:solidFill>
                  <a:srgbClr val="0263BA"/>
                </a:solidFill>
                <a:latin typeface="Montserrat"/>
              </a:rPr>
              <a:t>diariamente.</a:t>
            </a:r>
          </a:p>
        </p:txBody>
      </p:sp>
      <p:sp>
        <p:nvSpPr>
          <p:cNvPr id="10" name="Rounded Rectangle 9"/>
          <p:cNvSpPr/>
          <p:nvPr/>
        </p:nvSpPr>
        <p:spPr>
          <a:xfrm>
            <a:off x="9144000"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48088"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552176"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256264"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960352"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664440"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3368528"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4072616"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4776704"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5480792"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6184880"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6888968"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gradFill rotWithShape="1">
            <a:gsLst>
              <a:gs pos="0">
                <a:srgbClr val="002B52"/>
              </a:gs>
              <a:gs pos="100000">
                <a:srgbClr val="036554"/>
              </a:gs>
            </a:gsLst>
            <a:lin ang="21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508760"/>
            <a:ext cx="6400800" cy="6400800"/>
          </a:xfrm>
          <a:custGeom>
            <a:avLst/>
            <a:gdLst/>
            <a:ahLst/>
            <a:cxnLst/>
            <a:rect l="0" t="0" r="r" b="b"/>
            <a:pathLst>
              <a:path w="1000" h="1000">
                <a:moveTo>
                  <a:pt x="1000" y="500"/>
                </a:moveTo>
                <a:lnTo>
                  <a:pt x="1000" y="507"/>
                </a:lnTo>
                <a:lnTo>
                  <a:pt x="999" y="513"/>
                </a:lnTo>
                <a:lnTo>
                  <a:pt x="998" y="520"/>
                </a:lnTo>
                <a:lnTo>
                  <a:pt x="996" y="526"/>
                </a:lnTo>
                <a:lnTo>
                  <a:pt x="994" y="532"/>
                </a:lnTo>
                <a:lnTo>
                  <a:pt x="991" y="539"/>
                </a:lnTo>
                <a:lnTo>
                  <a:pt x="988" y="545"/>
                </a:lnTo>
                <a:lnTo>
                  <a:pt x="985" y="551"/>
                </a:lnTo>
                <a:lnTo>
                  <a:pt x="981" y="557"/>
                </a:lnTo>
                <a:lnTo>
                  <a:pt x="977" y="563"/>
                </a:lnTo>
                <a:lnTo>
                  <a:pt x="973" y="569"/>
                </a:lnTo>
                <a:lnTo>
                  <a:pt x="969" y="574"/>
                </a:lnTo>
                <a:lnTo>
                  <a:pt x="965" y="580"/>
                </a:lnTo>
                <a:lnTo>
                  <a:pt x="961" y="585"/>
                </a:lnTo>
                <a:lnTo>
                  <a:pt x="956" y="591"/>
                </a:lnTo>
                <a:lnTo>
                  <a:pt x="952" y="596"/>
                </a:lnTo>
                <a:lnTo>
                  <a:pt x="948" y="601"/>
                </a:lnTo>
                <a:lnTo>
                  <a:pt x="945" y="607"/>
                </a:lnTo>
                <a:lnTo>
                  <a:pt x="941" y="612"/>
                </a:lnTo>
                <a:lnTo>
                  <a:pt x="938" y="617"/>
                </a:lnTo>
                <a:lnTo>
                  <a:pt x="935" y="623"/>
                </a:lnTo>
                <a:lnTo>
                  <a:pt x="932" y="628"/>
                </a:lnTo>
                <a:lnTo>
                  <a:pt x="930" y="634"/>
                </a:lnTo>
                <a:lnTo>
                  <a:pt x="928" y="639"/>
                </a:lnTo>
                <a:lnTo>
                  <a:pt x="926" y="645"/>
                </a:lnTo>
                <a:lnTo>
                  <a:pt x="925" y="650"/>
                </a:lnTo>
                <a:lnTo>
                  <a:pt x="924" y="656"/>
                </a:lnTo>
                <a:lnTo>
                  <a:pt x="923" y="662"/>
                </a:lnTo>
                <a:lnTo>
                  <a:pt x="923" y="669"/>
                </a:lnTo>
                <a:lnTo>
                  <a:pt x="923" y="675"/>
                </a:lnTo>
                <a:lnTo>
                  <a:pt x="922" y="681"/>
                </a:lnTo>
                <a:lnTo>
                  <a:pt x="923" y="688"/>
                </a:lnTo>
                <a:lnTo>
                  <a:pt x="923" y="695"/>
                </a:lnTo>
                <a:lnTo>
                  <a:pt x="923" y="702"/>
                </a:lnTo>
                <a:lnTo>
                  <a:pt x="923" y="709"/>
                </a:lnTo>
                <a:lnTo>
                  <a:pt x="923" y="716"/>
                </a:lnTo>
                <a:lnTo>
                  <a:pt x="923" y="723"/>
                </a:lnTo>
                <a:lnTo>
                  <a:pt x="923" y="730"/>
                </a:lnTo>
                <a:lnTo>
                  <a:pt x="923" y="737"/>
                </a:lnTo>
                <a:lnTo>
                  <a:pt x="922" y="744"/>
                </a:lnTo>
                <a:lnTo>
                  <a:pt x="921" y="751"/>
                </a:lnTo>
                <a:lnTo>
                  <a:pt x="920" y="757"/>
                </a:lnTo>
                <a:lnTo>
                  <a:pt x="918" y="764"/>
                </a:lnTo>
                <a:lnTo>
                  <a:pt x="917" y="770"/>
                </a:lnTo>
                <a:lnTo>
                  <a:pt x="914" y="777"/>
                </a:lnTo>
                <a:lnTo>
                  <a:pt x="911" y="783"/>
                </a:lnTo>
                <a:lnTo>
                  <a:pt x="908" y="788"/>
                </a:lnTo>
                <a:lnTo>
                  <a:pt x="905" y="794"/>
                </a:lnTo>
                <a:lnTo>
                  <a:pt x="900" y="799"/>
                </a:lnTo>
                <a:lnTo>
                  <a:pt x="896" y="804"/>
                </a:lnTo>
                <a:lnTo>
                  <a:pt x="891" y="808"/>
                </a:lnTo>
                <a:lnTo>
                  <a:pt x="886" y="813"/>
                </a:lnTo>
                <a:lnTo>
                  <a:pt x="880" y="816"/>
                </a:lnTo>
                <a:lnTo>
                  <a:pt x="875" y="820"/>
                </a:lnTo>
                <a:lnTo>
                  <a:pt x="869" y="823"/>
                </a:lnTo>
                <a:lnTo>
                  <a:pt x="862" y="826"/>
                </a:lnTo>
                <a:lnTo>
                  <a:pt x="856" y="829"/>
                </a:lnTo>
                <a:lnTo>
                  <a:pt x="849" y="831"/>
                </a:lnTo>
                <a:lnTo>
                  <a:pt x="843" y="834"/>
                </a:lnTo>
                <a:lnTo>
                  <a:pt x="836" y="836"/>
                </a:lnTo>
                <a:lnTo>
                  <a:pt x="829" y="838"/>
                </a:lnTo>
                <a:lnTo>
                  <a:pt x="823" y="840"/>
                </a:lnTo>
                <a:lnTo>
                  <a:pt x="816" y="842"/>
                </a:lnTo>
                <a:lnTo>
                  <a:pt x="809" y="844"/>
                </a:lnTo>
                <a:lnTo>
                  <a:pt x="803" y="846"/>
                </a:lnTo>
                <a:lnTo>
                  <a:pt x="797" y="848"/>
                </a:lnTo>
                <a:lnTo>
                  <a:pt x="791" y="850"/>
                </a:lnTo>
                <a:lnTo>
                  <a:pt x="785" y="852"/>
                </a:lnTo>
                <a:lnTo>
                  <a:pt x="780" y="855"/>
                </a:lnTo>
                <a:lnTo>
                  <a:pt x="774" y="858"/>
                </a:lnTo>
                <a:lnTo>
                  <a:pt x="769" y="861"/>
                </a:lnTo>
                <a:lnTo>
                  <a:pt x="765" y="864"/>
                </a:lnTo>
                <a:lnTo>
                  <a:pt x="760" y="868"/>
                </a:lnTo>
                <a:lnTo>
                  <a:pt x="755" y="872"/>
                </a:lnTo>
                <a:lnTo>
                  <a:pt x="751" y="876"/>
                </a:lnTo>
                <a:lnTo>
                  <a:pt x="747" y="880"/>
                </a:lnTo>
                <a:lnTo>
                  <a:pt x="743" y="885"/>
                </a:lnTo>
                <a:lnTo>
                  <a:pt x="739" y="890"/>
                </a:lnTo>
                <a:lnTo>
                  <a:pt x="735" y="895"/>
                </a:lnTo>
                <a:lnTo>
                  <a:pt x="731" y="901"/>
                </a:lnTo>
                <a:lnTo>
                  <a:pt x="727" y="906"/>
                </a:lnTo>
                <a:lnTo>
                  <a:pt x="724" y="912"/>
                </a:lnTo>
                <a:lnTo>
                  <a:pt x="720" y="917"/>
                </a:lnTo>
                <a:lnTo>
                  <a:pt x="716" y="923"/>
                </a:lnTo>
                <a:lnTo>
                  <a:pt x="712" y="929"/>
                </a:lnTo>
                <a:lnTo>
                  <a:pt x="707" y="935"/>
                </a:lnTo>
                <a:lnTo>
                  <a:pt x="703" y="940"/>
                </a:lnTo>
                <a:lnTo>
                  <a:pt x="698" y="945"/>
                </a:lnTo>
                <a:lnTo>
                  <a:pt x="694" y="950"/>
                </a:lnTo>
                <a:lnTo>
                  <a:pt x="689" y="955"/>
                </a:lnTo>
                <a:lnTo>
                  <a:pt x="683" y="960"/>
                </a:lnTo>
                <a:lnTo>
                  <a:pt x="678" y="964"/>
                </a:lnTo>
                <a:lnTo>
                  <a:pt x="672" y="967"/>
                </a:lnTo>
                <a:lnTo>
                  <a:pt x="667" y="971"/>
                </a:lnTo>
                <a:lnTo>
                  <a:pt x="661" y="973"/>
                </a:lnTo>
                <a:lnTo>
                  <a:pt x="655" y="976"/>
                </a:lnTo>
                <a:lnTo>
                  <a:pt x="648" y="977"/>
                </a:lnTo>
                <a:lnTo>
                  <a:pt x="642" y="979"/>
                </a:lnTo>
                <a:lnTo>
                  <a:pt x="635" y="979"/>
                </a:lnTo>
                <a:lnTo>
                  <a:pt x="629" y="980"/>
                </a:lnTo>
                <a:lnTo>
                  <a:pt x="622" y="980"/>
                </a:lnTo>
                <a:lnTo>
                  <a:pt x="615" y="979"/>
                </a:lnTo>
                <a:lnTo>
                  <a:pt x="608" y="978"/>
                </a:lnTo>
                <a:lnTo>
                  <a:pt x="601" y="977"/>
                </a:lnTo>
                <a:lnTo>
                  <a:pt x="595" y="975"/>
                </a:lnTo>
                <a:lnTo>
                  <a:pt x="588" y="973"/>
                </a:lnTo>
                <a:lnTo>
                  <a:pt x="581" y="971"/>
                </a:lnTo>
                <a:lnTo>
                  <a:pt x="574" y="969"/>
                </a:lnTo>
                <a:lnTo>
                  <a:pt x="568" y="967"/>
                </a:lnTo>
                <a:lnTo>
                  <a:pt x="561" y="965"/>
                </a:lnTo>
                <a:lnTo>
                  <a:pt x="555" y="962"/>
                </a:lnTo>
                <a:lnTo>
                  <a:pt x="548" y="960"/>
                </a:lnTo>
                <a:lnTo>
                  <a:pt x="542" y="958"/>
                </a:lnTo>
                <a:lnTo>
                  <a:pt x="536" y="956"/>
                </a:lnTo>
                <a:lnTo>
                  <a:pt x="530" y="954"/>
                </a:lnTo>
                <a:lnTo>
                  <a:pt x="524" y="953"/>
                </a:lnTo>
                <a:lnTo>
                  <a:pt x="518" y="952"/>
                </a:lnTo>
                <a:lnTo>
                  <a:pt x="512" y="951"/>
                </a:lnTo>
                <a:lnTo>
                  <a:pt x="506" y="950"/>
                </a:lnTo>
                <a:lnTo>
                  <a:pt x="500" y="950"/>
                </a:lnTo>
                <a:lnTo>
                  <a:pt x="494" y="950"/>
                </a:lnTo>
                <a:lnTo>
                  <a:pt x="488" y="951"/>
                </a:lnTo>
                <a:lnTo>
                  <a:pt x="482" y="952"/>
                </a:lnTo>
                <a:lnTo>
                  <a:pt x="476" y="953"/>
                </a:lnTo>
                <a:lnTo>
                  <a:pt x="470" y="954"/>
                </a:lnTo>
                <a:lnTo>
                  <a:pt x="464" y="956"/>
                </a:lnTo>
                <a:lnTo>
                  <a:pt x="458" y="958"/>
                </a:lnTo>
                <a:lnTo>
                  <a:pt x="452" y="960"/>
                </a:lnTo>
                <a:lnTo>
                  <a:pt x="445" y="962"/>
                </a:lnTo>
                <a:lnTo>
                  <a:pt x="439" y="965"/>
                </a:lnTo>
                <a:lnTo>
                  <a:pt x="432" y="967"/>
                </a:lnTo>
                <a:lnTo>
                  <a:pt x="426" y="969"/>
                </a:lnTo>
                <a:lnTo>
                  <a:pt x="419" y="971"/>
                </a:lnTo>
                <a:lnTo>
                  <a:pt x="412" y="973"/>
                </a:lnTo>
                <a:lnTo>
                  <a:pt x="405" y="975"/>
                </a:lnTo>
                <a:lnTo>
                  <a:pt x="399" y="977"/>
                </a:lnTo>
                <a:lnTo>
                  <a:pt x="392" y="978"/>
                </a:lnTo>
                <a:lnTo>
                  <a:pt x="385" y="979"/>
                </a:lnTo>
                <a:lnTo>
                  <a:pt x="378" y="980"/>
                </a:lnTo>
                <a:lnTo>
                  <a:pt x="371" y="980"/>
                </a:lnTo>
                <a:lnTo>
                  <a:pt x="365" y="979"/>
                </a:lnTo>
                <a:lnTo>
                  <a:pt x="358" y="979"/>
                </a:lnTo>
                <a:lnTo>
                  <a:pt x="352" y="977"/>
                </a:lnTo>
                <a:lnTo>
                  <a:pt x="345" y="976"/>
                </a:lnTo>
                <a:lnTo>
                  <a:pt x="339" y="973"/>
                </a:lnTo>
                <a:lnTo>
                  <a:pt x="333" y="971"/>
                </a:lnTo>
                <a:lnTo>
                  <a:pt x="328" y="967"/>
                </a:lnTo>
                <a:lnTo>
                  <a:pt x="322" y="964"/>
                </a:lnTo>
                <a:lnTo>
                  <a:pt x="317" y="960"/>
                </a:lnTo>
                <a:lnTo>
                  <a:pt x="311" y="955"/>
                </a:lnTo>
                <a:lnTo>
                  <a:pt x="306" y="950"/>
                </a:lnTo>
                <a:lnTo>
                  <a:pt x="302" y="945"/>
                </a:lnTo>
                <a:lnTo>
                  <a:pt x="297" y="940"/>
                </a:lnTo>
                <a:lnTo>
                  <a:pt x="293" y="935"/>
                </a:lnTo>
                <a:lnTo>
                  <a:pt x="288" y="929"/>
                </a:lnTo>
                <a:lnTo>
                  <a:pt x="284" y="923"/>
                </a:lnTo>
                <a:lnTo>
                  <a:pt x="280" y="917"/>
                </a:lnTo>
                <a:lnTo>
                  <a:pt x="276" y="912"/>
                </a:lnTo>
                <a:lnTo>
                  <a:pt x="273" y="906"/>
                </a:lnTo>
                <a:lnTo>
                  <a:pt x="269" y="901"/>
                </a:lnTo>
                <a:lnTo>
                  <a:pt x="265" y="895"/>
                </a:lnTo>
                <a:lnTo>
                  <a:pt x="261" y="890"/>
                </a:lnTo>
                <a:lnTo>
                  <a:pt x="257" y="885"/>
                </a:lnTo>
                <a:lnTo>
                  <a:pt x="253" y="880"/>
                </a:lnTo>
                <a:lnTo>
                  <a:pt x="249" y="876"/>
                </a:lnTo>
                <a:lnTo>
                  <a:pt x="245" y="872"/>
                </a:lnTo>
                <a:lnTo>
                  <a:pt x="240" y="868"/>
                </a:lnTo>
                <a:lnTo>
                  <a:pt x="235" y="864"/>
                </a:lnTo>
                <a:lnTo>
                  <a:pt x="231" y="861"/>
                </a:lnTo>
                <a:lnTo>
                  <a:pt x="226" y="858"/>
                </a:lnTo>
                <a:lnTo>
                  <a:pt x="220" y="855"/>
                </a:lnTo>
                <a:lnTo>
                  <a:pt x="215" y="852"/>
                </a:lnTo>
                <a:lnTo>
                  <a:pt x="209" y="850"/>
                </a:lnTo>
                <a:lnTo>
                  <a:pt x="203" y="848"/>
                </a:lnTo>
                <a:lnTo>
                  <a:pt x="197" y="846"/>
                </a:lnTo>
                <a:lnTo>
                  <a:pt x="191" y="844"/>
                </a:lnTo>
                <a:lnTo>
                  <a:pt x="184" y="842"/>
                </a:lnTo>
                <a:lnTo>
                  <a:pt x="177" y="840"/>
                </a:lnTo>
                <a:lnTo>
                  <a:pt x="171" y="838"/>
                </a:lnTo>
                <a:lnTo>
                  <a:pt x="164" y="836"/>
                </a:lnTo>
                <a:lnTo>
                  <a:pt x="157" y="834"/>
                </a:lnTo>
                <a:lnTo>
                  <a:pt x="151" y="831"/>
                </a:lnTo>
                <a:lnTo>
                  <a:pt x="144" y="829"/>
                </a:lnTo>
                <a:lnTo>
                  <a:pt x="138" y="826"/>
                </a:lnTo>
                <a:lnTo>
                  <a:pt x="131" y="823"/>
                </a:lnTo>
                <a:lnTo>
                  <a:pt x="125" y="820"/>
                </a:lnTo>
                <a:lnTo>
                  <a:pt x="120" y="816"/>
                </a:lnTo>
                <a:lnTo>
                  <a:pt x="114" y="813"/>
                </a:lnTo>
                <a:lnTo>
                  <a:pt x="109" y="808"/>
                </a:lnTo>
                <a:lnTo>
                  <a:pt x="104" y="804"/>
                </a:lnTo>
                <a:lnTo>
                  <a:pt x="100" y="799"/>
                </a:lnTo>
                <a:lnTo>
                  <a:pt x="95" y="794"/>
                </a:lnTo>
                <a:lnTo>
                  <a:pt x="92" y="788"/>
                </a:lnTo>
                <a:lnTo>
                  <a:pt x="89" y="783"/>
                </a:lnTo>
                <a:lnTo>
                  <a:pt x="86" y="777"/>
                </a:lnTo>
                <a:lnTo>
                  <a:pt x="83" y="770"/>
                </a:lnTo>
                <a:lnTo>
                  <a:pt x="82" y="764"/>
                </a:lnTo>
                <a:lnTo>
                  <a:pt x="80" y="757"/>
                </a:lnTo>
                <a:lnTo>
                  <a:pt x="79" y="751"/>
                </a:lnTo>
                <a:lnTo>
                  <a:pt x="78" y="744"/>
                </a:lnTo>
                <a:lnTo>
                  <a:pt x="77" y="737"/>
                </a:lnTo>
                <a:lnTo>
                  <a:pt x="77" y="730"/>
                </a:lnTo>
                <a:lnTo>
                  <a:pt x="77" y="723"/>
                </a:lnTo>
                <a:lnTo>
                  <a:pt x="77" y="716"/>
                </a:lnTo>
                <a:lnTo>
                  <a:pt x="77" y="709"/>
                </a:lnTo>
                <a:lnTo>
                  <a:pt x="77" y="702"/>
                </a:lnTo>
                <a:lnTo>
                  <a:pt x="77" y="695"/>
                </a:lnTo>
                <a:lnTo>
                  <a:pt x="77" y="688"/>
                </a:lnTo>
                <a:lnTo>
                  <a:pt x="78" y="681"/>
                </a:lnTo>
                <a:lnTo>
                  <a:pt x="77" y="675"/>
                </a:lnTo>
                <a:lnTo>
                  <a:pt x="77" y="669"/>
                </a:lnTo>
                <a:lnTo>
                  <a:pt x="77" y="662"/>
                </a:lnTo>
                <a:lnTo>
                  <a:pt x="76" y="656"/>
                </a:lnTo>
                <a:lnTo>
                  <a:pt x="75" y="650"/>
                </a:lnTo>
                <a:lnTo>
                  <a:pt x="74" y="645"/>
                </a:lnTo>
                <a:lnTo>
                  <a:pt x="72" y="639"/>
                </a:lnTo>
                <a:lnTo>
                  <a:pt x="70" y="634"/>
                </a:lnTo>
                <a:lnTo>
                  <a:pt x="68" y="628"/>
                </a:lnTo>
                <a:lnTo>
                  <a:pt x="65" y="623"/>
                </a:lnTo>
                <a:lnTo>
                  <a:pt x="62" y="617"/>
                </a:lnTo>
                <a:lnTo>
                  <a:pt x="59" y="612"/>
                </a:lnTo>
                <a:lnTo>
                  <a:pt x="55" y="607"/>
                </a:lnTo>
                <a:lnTo>
                  <a:pt x="52" y="601"/>
                </a:lnTo>
                <a:lnTo>
                  <a:pt x="48" y="596"/>
                </a:lnTo>
                <a:lnTo>
                  <a:pt x="44" y="591"/>
                </a:lnTo>
                <a:lnTo>
                  <a:pt x="39" y="585"/>
                </a:lnTo>
                <a:lnTo>
                  <a:pt x="35" y="580"/>
                </a:lnTo>
                <a:lnTo>
                  <a:pt x="31" y="574"/>
                </a:lnTo>
                <a:lnTo>
                  <a:pt x="27" y="569"/>
                </a:lnTo>
                <a:lnTo>
                  <a:pt x="23" y="563"/>
                </a:lnTo>
                <a:lnTo>
                  <a:pt x="19" y="557"/>
                </a:lnTo>
                <a:lnTo>
                  <a:pt x="15" y="551"/>
                </a:lnTo>
                <a:lnTo>
                  <a:pt x="12" y="545"/>
                </a:lnTo>
                <a:lnTo>
                  <a:pt x="9" y="539"/>
                </a:lnTo>
                <a:lnTo>
                  <a:pt x="6" y="532"/>
                </a:lnTo>
                <a:lnTo>
                  <a:pt x="4" y="526"/>
                </a:lnTo>
                <a:lnTo>
                  <a:pt x="2" y="520"/>
                </a:lnTo>
                <a:lnTo>
                  <a:pt x="1" y="513"/>
                </a:lnTo>
                <a:lnTo>
                  <a:pt x="0" y="507"/>
                </a:lnTo>
                <a:lnTo>
                  <a:pt x="0" y="500"/>
                </a:lnTo>
                <a:lnTo>
                  <a:pt x="0" y="493"/>
                </a:lnTo>
                <a:lnTo>
                  <a:pt x="1" y="487"/>
                </a:lnTo>
                <a:lnTo>
                  <a:pt x="2" y="480"/>
                </a:lnTo>
                <a:lnTo>
                  <a:pt x="4" y="474"/>
                </a:lnTo>
                <a:lnTo>
                  <a:pt x="6" y="468"/>
                </a:lnTo>
                <a:lnTo>
                  <a:pt x="9" y="461"/>
                </a:lnTo>
                <a:lnTo>
                  <a:pt x="12" y="455"/>
                </a:lnTo>
                <a:lnTo>
                  <a:pt x="15" y="449"/>
                </a:lnTo>
                <a:lnTo>
                  <a:pt x="19" y="443"/>
                </a:lnTo>
                <a:lnTo>
                  <a:pt x="23" y="437"/>
                </a:lnTo>
                <a:lnTo>
                  <a:pt x="27" y="431"/>
                </a:lnTo>
                <a:lnTo>
                  <a:pt x="31" y="426"/>
                </a:lnTo>
                <a:lnTo>
                  <a:pt x="35" y="420"/>
                </a:lnTo>
                <a:lnTo>
                  <a:pt x="39" y="415"/>
                </a:lnTo>
                <a:lnTo>
                  <a:pt x="44" y="409"/>
                </a:lnTo>
                <a:lnTo>
                  <a:pt x="48" y="404"/>
                </a:lnTo>
                <a:lnTo>
                  <a:pt x="52" y="399"/>
                </a:lnTo>
                <a:lnTo>
                  <a:pt x="55" y="393"/>
                </a:lnTo>
                <a:lnTo>
                  <a:pt x="59" y="388"/>
                </a:lnTo>
                <a:lnTo>
                  <a:pt x="62" y="383"/>
                </a:lnTo>
                <a:lnTo>
                  <a:pt x="65" y="377"/>
                </a:lnTo>
                <a:lnTo>
                  <a:pt x="68" y="372"/>
                </a:lnTo>
                <a:lnTo>
                  <a:pt x="70" y="366"/>
                </a:lnTo>
                <a:lnTo>
                  <a:pt x="72" y="361"/>
                </a:lnTo>
                <a:lnTo>
                  <a:pt x="74" y="355"/>
                </a:lnTo>
                <a:lnTo>
                  <a:pt x="75" y="350"/>
                </a:lnTo>
                <a:lnTo>
                  <a:pt x="76" y="344"/>
                </a:lnTo>
                <a:lnTo>
                  <a:pt x="77" y="338"/>
                </a:lnTo>
                <a:lnTo>
                  <a:pt x="77" y="331"/>
                </a:lnTo>
                <a:lnTo>
                  <a:pt x="77" y="325"/>
                </a:lnTo>
                <a:lnTo>
                  <a:pt x="78" y="319"/>
                </a:lnTo>
                <a:lnTo>
                  <a:pt x="77" y="312"/>
                </a:lnTo>
                <a:lnTo>
                  <a:pt x="77" y="305"/>
                </a:lnTo>
                <a:lnTo>
                  <a:pt x="77" y="298"/>
                </a:lnTo>
                <a:lnTo>
                  <a:pt x="77" y="291"/>
                </a:lnTo>
                <a:lnTo>
                  <a:pt x="77" y="284"/>
                </a:lnTo>
                <a:lnTo>
                  <a:pt x="77" y="277"/>
                </a:lnTo>
                <a:lnTo>
                  <a:pt x="77" y="270"/>
                </a:lnTo>
                <a:lnTo>
                  <a:pt x="77" y="263"/>
                </a:lnTo>
                <a:lnTo>
                  <a:pt x="78" y="256"/>
                </a:lnTo>
                <a:lnTo>
                  <a:pt x="79" y="249"/>
                </a:lnTo>
                <a:lnTo>
                  <a:pt x="80" y="243"/>
                </a:lnTo>
                <a:lnTo>
                  <a:pt x="82" y="236"/>
                </a:lnTo>
                <a:lnTo>
                  <a:pt x="83" y="230"/>
                </a:lnTo>
                <a:lnTo>
                  <a:pt x="86" y="223"/>
                </a:lnTo>
                <a:lnTo>
                  <a:pt x="89" y="217"/>
                </a:lnTo>
                <a:lnTo>
                  <a:pt x="92" y="212"/>
                </a:lnTo>
                <a:lnTo>
                  <a:pt x="95" y="206"/>
                </a:lnTo>
                <a:lnTo>
                  <a:pt x="100" y="201"/>
                </a:lnTo>
                <a:lnTo>
                  <a:pt x="104" y="196"/>
                </a:lnTo>
                <a:lnTo>
                  <a:pt x="109" y="192"/>
                </a:lnTo>
                <a:lnTo>
                  <a:pt x="114" y="187"/>
                </a:lnTo>
                <a:lnTo>
                  <a:pt x="120" y="184"/>
                </a:lnTo>
                <a:lnTo>
                  <a:pt x="125" y="180"/>
                </a:lnTo>
                <a:lnTo>
                  <a:pt x="131" y="177"/>
                </a:lnTo>
                <a:lnTo>
                  <a:pt x="138" y="174"/>
                </a:lnTo>
                <a:lnTo>
                  <a:pt x="144" y="171"/>
                </a:lnTo>
                <a:lnTo>
                  <a:pt x="151" y="169"/>
                </a:lnTo>
                <a:lnTo>
                  <a:pt x="157" y="166"/>
                </a:lnTo>
                <a:lnTo>
                  <a:pt x="164" y="164"/>
                </a:lnTo>
                <a:lnTo>
                  <a:pt x="171" y="162"/>
                </a:lnTo>
                <a:lnTo>
                  <a:pt x="177" y="160"/>
                </a:lnTo>
                <a:lnTo>
                  <a:pt x="184" y="158"/>
                </a:lnTo>
                <a:lnTo>
                  <a:pt x="191" y="156"/>
                </a:lnTo>
                <a:lnTo>
                  <a:pt x="197" y="154"/>
                </a:lnTo>
                <a:lnTo>
                  <a:pt x="203" y="152"/>
                </a:lnTo>
                <a:lnTo>
                  <a:pt x="209" y="150"/>
                </a:lnTo>
                <a:lnTo>
                  <a:pt x="215" y="148"/>
                </a:lnTo>
                <a:lnTo>
                  <a:pt x="220" y="145"/>
                </a:lnTo>
                <a:lnTo>
                  <a:pt x="226" y="142"/>
                </a:lnTo>
                <a:lnTo>
                  <a:pt x="231" y="139"/>
                </a:lnTo>
                <a:lnTo>
                  <a:pt x="235" y="136"/>
                </a:lnTo>
                <a:lnTo>
                  <a:pt x="240" y="132"/>
                </a:lnTo>
                <a:lnTo>
                  <a:pt x="245" y="128"/>
                </a:lnTo>
                <a:lnTo>
                  <a:pt x="249" y="124"/>
                </a:lnTo>
                <a:lnTo>
                  <a:pt x="253" y="120"/>
                </a:lnTo>
                <a:lnTo>
                  <a:pt x="257" y="115"/>
                </a:lnTo>
                <a:lnTo>
                  <a:pt x="261" y="110"/>
                </a:lnTo>
                <a:lnTo>
                  <a:pt x="265" y="105"/>
                </a:lnTo>
                <a:lnTo>
                  <a:pt x="269" y="99"/>
                </a:lnTo>
                <a:lnTo>
                  <a:pt x="273" y="94"/>
                </a:lnTo>
                <a:lnTo>
                  <a:pt x="276" y="88"/>
                </a:lnTo>
                <a:lnTo>
                  <a:pt x="280" y="83"/>
                </a:lnTo>
                <a:lnTo>
                  <a:pt x="284" y="77"/>
                </a:lnTo>
                <a:lnTo>
                  <a:pt x="288" y="71"/>
                </a:lnTo>
                <a:lnTo>
                  <a:pt x="293" y="65"/>
                </a:lnTo>
                <a:lnTo>
                  <a:pt x="297" y="60"/>
                </a:lnTo>
                <a:lnTo>
                  <a:pt x="302" y="55"/>
                </a:lnTo>
                <a:lnTo>
                  <a:pt x="306" y="50"/>
                </a:lnTo>
                <a:lnTo>
                  <a:pt x="311" y="45"/>
                </a:lnTo>
                <a:lnTo>
                  <a:pt x="317" y="40"/>
                </a:lnTo>
                <a:lnTo>
                  <a:pt x="322" y="36"/>
                </a:lnTo>
                <a:lnTo>
                  <a:pt x="328" y="33"/>
                </a:lnTo>
                <a:lnTo>
                  <a:pt x="333" y="29"/>
                </a:lnTo>
                <a:lnTo>
                  <a:pt x="339" y="27"/>
                </a:lnTo>
                <a:lnTo>
                  <a:pt x="345" y="24"/>
                </a:lnTo>
                <a:lnTo>
                  <a:pt x="352" y="23"/>
                </a:lnTo>
                <a:lnTo>
                  <a:pt x="358" y="21"/>
                </a:lnTo>
                <a:lnTo>
                  <a:pt x="365" y="21"/>
                </a:lnTo>
                <a:lnTo>
                  <a:pt x="371" y="20"/>
                </a:lnTo>
                <a:lnTo>
                  <a:pt x="378" y="20"/>
                </a:lnTo>
                <a:lnTo>
                  <a:pt x="385" y="21"/>
                </a:lnTo>
                <a:lnTo>
                  <a:pt x="392" y="22"/>
                </a:lnTo>
                <a:lnTo>
                  <a:pt x="399" y="23"/>
                </a:lnTo>
                <a:lnTo>
                  <a:pt x="405" y="25"/>
                </a:lnTo>
                <a:lnTo>
                  <a:pt x="412" y="27"/>
                </a:lnTo>
                <a:lnTo>
                  <a:pt x="419" y="29"/>
                </a:lnTo>
                <a:lnTo>
                  <a:pt x="426" y="31"/>
                </a:lnTo>
                <a:lnTo>
                  <a:pt x="432" y="33"/>
                </a:lnTo>
                <a:lnTo>
                  <a:pt x="439" y="35"/>
                </a:lnTo>
                <a:lnTo>
                  <a:pt x="445" y="38"/>
                </a:lnTo>
                <a:lnTo>
                  <a:pt x="452" y="40"/>
                </a:lnTo>
                <a:lnTo>
                  <a:pt x="458" y="42"/>
                </a:lnTo>
                <a:lnTo>
                  <a:pt x="464" y="44"/>
                </a:lnTo>
                <a:lnTo>
                  <a:pt x="470" y="46"/>
                </a:lnTo>
                <a:lnTo>
                  <a:pt x="476" y="47"/>
                </a:lnTo>
                <a:lnTo>
                  <a:pt x="482" y="48"/>
                </a:lnTo>
                <a:lnTo>
                  <a:pt x="488" y="49"/>
                </a:lnTo>
                <a:lnTo>
                  <a:pt x="494" y="50"/>
                </a:lnTo>
                <a:lnTo>
                  <a:pt x="500" y="50"/>
                </a:lnTo>
                <a:lnTo>
                  <a:pt x="506" y="50"/>
                </a:lnTo>
                <a:lnTo>
                  <a:pt x="512" y="49"/>
                </a:lnTo>
                <a:lnTo>
                  <a:pt x="518" y="48"/>
                </a:lnTo>
                <a:lnTo>
                  <a:pt x="524" y="47"/>
                </a:lnTo>
                <a:lnTo>
                  <a:pt x="530" y="46"/>
                </a:lnTo>
                <a:lnTo>
                  <a:pt x="536" y="44"/>
                </a:lnTo>
                <a:lnTo>
                  <a:pt x="542" y="42"/>
                </a:lnTo>
                <a:lnTo>
                  <a:pt x="548" y="40"/>
                </a:lnTo>
                <a:lnTo>
                  <a:pt x="555" y="38"/>
                </a:lnTo>
                <a:lnTo>
                  <a:pt x="561" y="35"/>
                </a:lnTo>
                <a:lnTo>
                  <a:pt x="568" y="33"/>
                </a:lnTo>
                <a:lnTo>
                  <a:pt x="574" y="31"/>
                </a:lnTo>
                <a:lnTo>
                  <a:pt x="581" y="29"/>
                </a:lnTo>
                <a:lnTo>
                  <a:pt x="588" y="27"/>
                </a:lnTo>
                <a:lnTo>
                  <a:pt x="595" y="25"/>
                </a:lnTo>
                <a:lnTo>
                  <a:pt x="601" y="23"/>
                </a:lnTo>
                <a:lnTo>
                  <a:pt x="608" y="22"/>
                </a:lnTo>
                <a:lnTo>
                  <a:pt x="615" y="21"/>
                </a:lnTo>
                <a:lnTo>
                  <a:pt x="622" y="20"/>
                </a:lnTo>
                <a:lnTo>
                  <a:pt x="629" y="20"/>
                </a:lnTo>
                <a:lnTo>
                  <a:pt x="635" y="21"/>
                </a:lnTo>
                <a:lnTo>
                  <a:pt x="642" y="21"/>
                </a:lnTo>
                <a:lnTo>
                  <a:pt x="648" y="23"/>
                </a:lnTo>
                <a:lnTo>
                  <a:pt x="655" y="24"/>
                </a:lnTo>
                <a:lnTo>
                  <a:pt x="661" y="27"/>
                </a:lnTo>
                <a:lnTo>
                  <a:pt x="667" y="29"/>
                </a:lnTo>
                <a:lnTo>
                  <a:pt x="672" y="33"/>
                </a:lnTo>
                <a:lnTo>
                  <a:pt x="678" y="36"/>
                </a:lnTo>
                <a:lnTo>
                  <a:pt x="683" y="40"/>
                </a:lnTo>
                <a:lnTo>
                  <a:pt x="689" y="45"/>
                </a:lnTo>
                <a:lnTo>
                  <a:pt x="694" y="50"/>
                </a:lnTo>
                <a:lnTo>
                  <a:pt x="698" y="55"/>
                </a:lnTo>
                <a:lnTo>
                  <a:pt x="703" y="60"/>
                </a:lnTo>
                <a:lnTo>
                  <a:pt x="707" y="65"/>
                </a:lnTo>
                <a:lnTo>
                  <a:pt x="712" y="71"/>
                </a:lnTo>
                <a:lnTo>
                  <a:pt x="716" y="77"/>
                </a:lnTo>
                <a:lnTo>
                  <a:pt x="720" y="83"/>
                </a:lnTo>
                <a:lnTo>
                  <a:pt x="724" y="88"/>
                </a:lnTo>
                <a:lnTo>
                  <a:pt x="727" y="94"/>
                </a:lnTo>
                <a:lnTo>
                  <a:pt x="731" y="99"/>
                </a:lnTo>
                <a:lnTo>
                  <a:pt x="735" y="105"/>
                </a:lnTo>
                <a:lnTo>
                  <a:pt x="739" y="110"/>
                </a:lnTo>
                <a:lnTo>
                  <a:pt x="743" y="115"/>
                </a:lnTo>
                <a:lnTo>
                  <a:pt x="747" y="120"/>
                </a:lnTo>
                <a:lnTo>
                  <a:pt x="751" y="124"/>
                </a:lnTo>
                <a:lnTo>
                  <a:pt x="755" y="128"/>
                </a:lnTo>
                <a:lnTo>
                  <a:pt x="760" y="132"/>
                </a:lnTo>
                <a:lnTo>
                  <a:pt x="765" y="136"/>
                </a:lnTo>
                <a:lnTo>
                  <a:pt x="769" y="139"/>
                </a:lnTo>
                <a:lnTo>
                  <a:pt x="774" y="142"/>
                </a:lnTo>
                <a:lnTo>
                  <a:pt x="780" y="145"/>
                </a:lnTo>
                <a:lnTo>
                  <a:pt x="785" y="148"/>
                </a:lnTo>
                <a:lnTo>
                  <a:pt x="791" y="150"/>
                </a:lnTo>
                <a:lnTo>
                  <a:pt x="797" y="152"/>
                </a:lnTo>
                <a:lnTo>
                  <a:pt x="803" y="154"/>
                </a:lnTo>
                <a:lnTo>
                  <a:pt x="809" y="156"/>
                </a:lnTo>
                <a:lnTo>
                  <a:pt x="816" y="158"/>
                </a:lnTo>
                <a:lnTo>
                  <a:pt x="823" y="160"/>
                </a:lnTo>
                <a:lnTo>
                  <a:pt x="829" y="162"/>
                </a:lnTo>
                <a:lnTo>
                  <a:pt x="836" y="164"/>
                </a:lnTo>
                <a:lnTo>
                  <a:pt x="843" y="166"/>
                </a:lnTo>
                <a:lnTo>
                  <a:pt x="849" y="169"/>
                </a:lnTo>
                <a:lnTo>
                  <a:pt x="856" y="171"/>
                </a:lnTo>
                <a:lnTo>
                  <a:pt x="862" y="174"/>
                </a:lnTo>
                <a:lnTo>
                  <a:pt x="869" y="177"/>
                </a:lnTo>
                <a:lnTo>
                  <a:pt x="875" y="180"/>
                </a:lnTo>
                <a:lnTo>
                  <a:pt x="880" y="184"/>
                </a:lnTo>
                <a:lnTo>
                  <a:pt x="886" y="187"/>
                </a:lnTo>
                <a:lnTo>
                  <a:pt x="891" y="192"/>
                </a:lnTo>
                <a:lnTo>
                  <a:pt x="896" y="196"/>
                </a:lnTo>
                <a:lnTo>
                  <a:pt x="900" y="201"/>
                </a:lnTo>
                <a:lnTo>
                  <a:pt x="905" y="206"/>
                </a:lnTo>
                <a:lnTo>
                  <a:pt x="908" y="212"/>
                </a:lnTo>
                <a:lnTo>
                  <a:pt x="911" y="217"/>
                </a:lnTo>
                <a:lnTo>
                  <a:pt x="914" y="223"/>
                </a:lnTo>
                <a:lnTo>
                  <a:pt x="917" y="230"/>
                </a:lnTo>
                <a:lnTo>
                  <a:pt x="918" y="236"/>
                </a:lnTo>
                <a:lnTo>
                  <a:pt x="920" y="243"/>
                </a:lnTo>
                <a:lnTo>
                  <a:pt x="921" y="249"/>
                </a:lnTo>
                <a:lnTo>
                  <a:pt x="922" y="256"/>
                </a:lnTo>
                <a:lnTo>
                  <a:pt x="923" y="263"/>
                </a:lnTo>
                <a:lnTo>
                  <a:pt x="923" y="270"/>
                </a:lnTo>
                <a:lnTo>
                  <a:pt x="923" y="277"/>
                </a:lnTo>
                <a:lnTo>
                  <a:pt x="923" y="284"/>
                </a:lnTo>
                <a:lnTo>
                  <a:pt x="923" y="291"/>
                </a:lnTo>
                <a:lnTo>
                  <a:pt x="923" y="298"/>
                </a:lnTo>
                <a:lnTo>
                  <a:pt x="923" y="305"/>
                </a:lnTo>
                <a:lnTo>
                  <a:pt x="923" y="312"/>
                </a:lnTo>
                <a:lnTo>
                  <a:pt x="922" y="319"/>
                </a:lnTo>
                <a:lnTo>
                  <a:pt x="923" y="325"/>
                </a:lnTo>
                <a:lnTo>
                  <a:pt x="923" y="331"/>
                </a:lnTo>
                <a:lnTo>
                  <a:pt x="923" y="338"/>
                </a:lnTo>
                <a:lnTo>
                  <a:pt x="924" y="344"/>
                </a:lnTo>
                <a:lnTo>
                  <a:pt x="925" y="350"/>
                </a:lnTo>
                <a:lnTo>
                  <a:pt x="926" y="355"/>
                </a:lnTo>
                <a:lnTo>
                  <a:pt x="928" y="361"/>
                </a:lnTo>
                <a:lnTo>
                  <a:pt x="930" y="366"/>
                </a:lnTo>
                <a:lnTo>
                  <a:pt x="932" y="372"/>
                </a:lnTo>
                <a:lnTo>
                  <a:pt x="935" y="377"/>
                </a:lnTo>
                <a:lnTo>
                  <a:pt x="938" y="383"/>
                </a:lnTo>
                <a:lnTo>
                  <a:pt x="941" y="388"/>
                </a:lnTo>
                <a:lnTo>
                  <a:pt x="945" y="393"/>
                </a:lnTo>
                <a:lnTo>
                  <a:pt x="948" y="399"/>
                </a:lnTo>
                <a:lnTo>
                  <a:pt x="952" y="404"/>
                </a:lnTo>
                <a:lnTo>
                  <a:pt x="956" y="409"/>
                </a:lnTo>
                <a:lnTo>
                  <a:pt x="961" y="415"/>
                </a:lnTo>
                <a:lnTo>
                  <a:pt x="965" y="420"/>
                </a:lnTo>
                <a:lnTo>
                  <a:pt x="969" y="426"/>
                </a:lnTo>
                <a:lnTo>
                  <a:pt x="973" y="431"/>
                </a:lnTo>
                <a:lnTo>
                  <a:pt x="977" y="437"/>
                </a:lnTo>
                <a:lnTo>
                  <a:pt x="981" y="443"/>
                </a:lnTo>
                <a:lnTo>
                  <a:pt x="985" y="449"/>
                </a:lnTo>
                <a:lnTo>
                  <a:pt x="988" y="455"/>
                </a:lnTo>
                <a:lnTo>
                  <a:pt x="991" y="461"/>
                </a:lnTo>
                <a:lnTo>
                  <a:pt x="994" y="468"/>
                </a:lnTo>
                <a:lnTo>
                  <a:pt x="996" y="474"/>
                </a:lnTo>
                <a:lnTo>
                  <a:pt x="998" y="480"/>
                </a:lnTo>
                <a:lnTo>
                  <a:pt x="999" y="487"/>
                </a:lnTo>
                <a:lnTo>
                  <a:pt x="1000" y="493"/>
                </a:lnTo>
                <a:close/>
              </a:path>
            </a:pathLst>
          </a:custGeom>
          <a:solidFill>
            <a:srgbClr val="85C227"/>
          </a:solidFill>
          <a:ln w="762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395727" y="2532888"/>
            <a:ext cx="4352544" cy="4352544"/>
          </a:xfrm>
          <a:custGeom>
            <a:avLst/>
            <a:gdLst/>
            <a:ahLst/>
            <a:cxnLst/>
            <a:rect l="0" t="0" r="r" b="b"/>
            <a:pathLst>
              <a:path w="1000" h="1000">
                <a:moveTo>
                  <a:pt x="999" y="500"/>
                </a:moveTo>
                <a:lnTo>
                  <a:pt x="998" y="507"/>
                </a:lnTo>
                <a:lnTo>
                  <a:pt x="996" y="513"/>
                </a:lnTo>
                <a:lnTo>
                  <a:pt x="994" y="519"/>
                </a:lnTo>
                <a:lnTo>
                  <a:pt x="991" y="526"/>
                </a:lnTo>
                <a:lnTo>
                  <a:pt x="988" y="532"/>
                </a:lnTo>
                <a:lnTo>
                  <a:pt x="985" y="538"/>
                </a:lnTo>
                <a:lnTo>
                  <a:pt x="981" y="544"/>
                </a:lnTo>
                <a:lnTo>
                  <a:pt x="978" y="550"/>
                </a:lnTo>
                <a:lnTo>
                  <a:pt x="974" y="556"/>
                </a:lnTo>
                <a:lnTo>
                  <a:pt x="970" y="562"/>
                </a:lnTo>
                <a:lnTo>
                  <a:pt x="966" y="568"/>
                </a:lnTo>
                <a:lnTo>
                  <a:pt x="962" y="573"/>
                </a:lnTo>
                <a:lnTo>
                  <a:pt x="958" y="579"/>
                </a:lnTo>
                <a:lnTo>
                  <a:pt x="954" y="584"/>
                </a:lnTo>
                <a:lnTo>
                  <a:pt x="950" y="590"/>
                </a:lnTo>
                <a:lnTo>
                  <a:pt x="946" y="595"/>
                </a:lnTo>
                <a:lnTo>
                  <a:pt x="943" y="600"/>
                </a:lnTo>
                <a:lnTo>
                  <a:pt x="940" y="606"/>
                </a:lnTo>
                <a:lnTo>
                  <a:pt x="938" y="611"/>
                </a:lnTo>
                <a:lnTo>
                  <a:pt x="935" y="617"/>
                </a:lnTo>
                <a:lnTo>
                  <a:pt x="933" y="622"/>
                </a:lnTo>
                <a:lnTo>
                  <a:pt x="932" y="628"/>
                </a:lnTo>
                <a:lnTo>
                  <a:pt x="930" y="634"/>
                </a:lnTo>
                <a:lnTo>
                  <a:pt x="929" y="639"/>
                </a:lnTo>
                <a:lnTo>
                  <a:pt x="928" y="645"/>
                </a:lnTo>
                <a:lnTo>
                  <a:pt x="928" y="652"/>
                </a:lnTo>
                <a:lnTo>
                  <a:pt x="928" y="658"/>
                </a:lnTo>
                <a:lnTo>
                  <a:pt x="928" y="664"/>
                </a:lnTo>
                <a:lnTo>
                  <a:pt x="928" y="671"/>
                </a:lnTo>
                <a:lnTo>
                  <a:pt x="928" y="677"/>
                </a:lnTo>
                <a:lnTo>
                  <a:pt x="929" y="684"/>
                </a:lnTo>
                <a:lnTo>
                  <a:pt x="929" y="691"/>
                </a:lnTo>
                <a:lnTo>
                  <a:pt x="930" y="698"/>
                </a:lnTo>
                <a:lnTo>
                  <a:pt x="930" y="705"/>
                </a:lnTo>
                <a:lnTo>
                  <a:pt x="930" y="712"/>
                </a:lnTo>
                <a:lnTo>
                  <a:pt x="930" y="719"/>
                </a:lnTo>
                <a:lnTo>
                  <a:pt x="930" y="726"/>
                </a:lnTo>
                <a:lnTo>
                  <a:pt x="929" y="733"/>
                </a:lnTo>
                <a:lnTo>
                  <a:pt x="929" y="740"/>
                </a:lnTo>
                <a:lnTo>
                  <a:pt x="927" y="747"/>
                </a:lnTo>
                <a:lnTo>
                  <a:pt x="926" y="753"/>
                </a:lnTo>
                <a:lnTo>
                  <a:pt x="924" y="760"/>
                </a:lnTo>
                <a:lnTo>
                  <a:pt x="922" y="766"/>
                </a:lnTo>
                <a:lnTo>
                  <a:pt x="919" y="772"/>
                </a:lnTo>
                <a:lnTo>
                  <a:pt x="916" y="778"/>
                </a:lnTo>
                <a:lnTo>
                  <a:pt x="912" y="783"/>
                </a:lnTo>
                <a:lnTo>
                  <a:pt x="908" y="788"/>
                </a:lnTo>
                <a:lnTo>
                  <a:pt x="904" y="793"/>
                </a:lnTo>
                <a:lnTo>
                  <a:pt x="899" y="798"/>
                </a:lnTo>
                <a:lnTo>
                  <a:pt x="893" y="802"/>
                </a:lnTo>
                <a:lnTo>
                  <a:pt x="888" y="806"/>
                </a:lnTo>
                <a:lnTo>
                  <a:pt x="882" y="809"/>
                </a:lnTo>
                <a:lnTo>
                  <a:pt x="876" y="813"/>
                </a:lnTo>
                <a:lnTo>
                  <a:pt x="870" y="816"/>
                </a:lnTo>
                <a:lnTo>
                  <a:pt x="863" y="819"/>
                </a:lnTo>
                <a:lnTo>
                  <a:pt x="857" y="821"/>
                </a:lnTo>
                <a:lnTo>
                  <a:pt x="850" y="824"/>
                </a:lnTo>
                <a:lnTo>
                  <a:pt x="844" y="826"/>
                </a:lnTo>
                <a:lnTo>
                  <a:pt x="837" y="828"/>
                </a:lnTo>
                <a:lnTo>
                  <a:pt x="830" y="830"/>
                </a:lnTo>
                <a:lnTo>
                  <a:pt x="824" y="833"/>
                </a:lnTo>
                <a:lnTo>
                  <a:pt x="818" y="835"/>
                </a:lnTo>
                <a:lnTo>
                  <a:pt x="811" y="837"/>
                </a:lnTo>
                <a:lnTo>
                  <a:pt x="805" y="839"/>
                </a:lnTo>
                <a:lnTo>
                  <a:pt x="800" y="842"/>
                </a:lnTo>
                <a:lnTo>
                  <a:pt x="794" y="844"/>
                </a:lnTo>
                <a:lnTo>
                  <a:pt x="789" y="847"/>
                </a:lnTo>
                <a:lnTo>
                  <a:pt x="784" y="850"/>
                </a:lnTo>
                <a:lnTo>
                  <a:pt x="779" y="853"/>
                </a:lnTo>
                <a:lnTo>
                  <a:pt x="774" y="857"/>
                </a:lnTo>
                <a:lnTo>
                  <a:pt x="769" y="861"/>
                </a:lnTo>
                <a:lnTo>
                  <a:pt x="765" y="865"/>
                </a:lnTo>
                <a:lnTo>
                  <a:pt x="761" y="869"/>
                </a:lnTo>
                <a:lnTo>
                  <a:pt x="757" y="874"/>
                </a:lnTo>
                <a:lnTo>
                  <a:pt x="753" y="879"/>
                </a:lnTo>
                <a:lnTo>
                  <a:pt x="750" y="884"/>
                </a:lnTo>
                <a:lnTo>
                  <a:pt x="746" y="890"/>
                </a:lnTo>
                <a:lnTo>
                  <a:pt x="742" y="895"/>
                </a:lnTo>
                <a:lnTo>
                  <a:pt x="739" y="901"/>
                </a:lnTo>
                <a:lnTo>
                  <a:pt x="735" y="907"/>
                </a:lnTo>
                <a:lnTo>
                  <a:pt x="731" y="913"/>
                </a:lnTo>
                <a:lnTo>
                  <a:pt x="727" y="919"/>
                </a:lnTo>
                <a:lnTo>
                  <a:pt x="723" y="924"/>
                </a:lnTo>
                <a:lnTo>
                  <a:pt x="719" y="930"/>
                </a:lnTo>
                <a:lnTo>
                  <a:pt x="715" y="936"/>
                </a:lnTo>
                <a:lnTo>
                  <a:pt x="710" y="941"/>
                </a:lnTo>
                <a:lnTo>
                  <a:pt x="706" y="946"/>
                </a:lnTo>
                <a:lnTo>
                  <a:pt x="701" y="951"/>
                </a:lnTo>
                <a:lnTo>
                  <a:pt x="696" y="955"/>
                </a:lnTo>
                <a:lnTo>
                  <a:pt x="690" y="959"/>
                </a:lnTo>
                <a:lnTo>
                  <a:pt x="685" y="963"/>
                </a:lnTo>
                <a:lnTo>
                  <a:pt x="679" y="966"/>
                </a:lnTo>
                <a:lnTo>
                  <a:pt x="673" y="969"/>
                </a:lnTo>
                <a:lnTo>
                  <a:pt x="667" y="971"/>
                </a:lnTo>
                <a:lnTo>
                  <a:pt x="661" y="973"/>
                </a:lnTo>
                <a:lnTo>
                  <a:pt x="654" y="974"/>
                </a:lnTo>
                <a:lnTo>
                  <a:pt x="648" y="975"/>
                </a:lnTo>
                <a:lnTo>
                  <a:pt x="641" y="976"/>
                </a:lnTo>
                <a:lnTo>
                  <a:pt x="634" y="975"/>
                </a:lnTo>
                <a:lnTo>
                  <a:pt x="627" y="975"/>
                </a:lnTo>
                <a:lnTo>
                  <a:pt x="620" y="974"/>
                </a:lnTo>
                <a:lnTo>
                  <a:pt x="614" y="973"/>
                </a:lnTo>
                <a:lnTo>
                  <a:pt x="607" y="971"/>
                </a:lnTo>
                <a:lnTo>
                  <a:pt x="600" y="970"/>
                </a:lnTo>
                <a:lnTo>
                  <a:pt x="593" y="968"/>
                </a:lnTo>
                <a:lnTo>
                  <a:pt x="586" y="966"/>
                </a:lnTo>
                <a:lnTo>
                  <a:pt x="580" y="964"/>
                </a:lnTo>
                <a:lnTo>
                  <a:pt x="573" y="962"/>
                </a:lnTo>
                <a:lnTo>
                  <a:pt x="567" y="959"/>
                </a:lnTo>
                <a:lnTo>
                  <a:pt x="560" y="957"/>
                </a:lnTo>
                <a:lnTo>
                  <a:pt x="554" y="956"/>
                </a:lnTo>
                <a:lnTo>
                  <a:pt x="548" y="954"/>
                </a:lnTo>
                <a:lnTo>
                  <a:pt x="542" y="952"/>
                </a:lnTo>
                <a:lnTo>
                  <a:pt x="536" y="951"/>
                </a:lnTo>
                <a:lnTo>
                  <a:pt x="530" y="950"/>
                </a:lnTo>
                <a:lnTo>
                  <a:pt x="524" y="950"/>
                </a:lnTo>
                <a:lnTo>
                  <a:pt x="518" y="950"/>
                </a:lnTo>
                <a:lnTo>
                  <a:pt x="512" y="950"/>
                </a:lnTo>
                <a:lnTo>
                  <a:pt x="506" y="950"/>
                </a:lnTo>
                <a:lnTo>
                  <a:pt x="500" y="951"/>
                </a:lnTo>
                <a:lnTo>
                  <a:pt x="494" y="952"/>
                </a:lnTo>
                <a:lnTo>
                  <a:pt x="488" y="954"/>
                </a:lnTo>
                <a:lnTo>
                  <a:pt x="482" y="956"/>
                </a:lnTo>
                <a:lnTo>
                  <a:pt x="476" y="958"/>
                </a:lnTo>
                <a:lnTo>
                  <a:pt x="470" y="960"/>
                </a:lnTo>
                <a:lnTo>
                  <a:pt x="464" y="962"/>
                </a:lnTo>
                <a:lnTo>
                  <a:pt x="457" y="965"/>
                </a:lnTo>
                <a:lnTo>
                  <a:pt x="451" y="967"/>
                </a:lnTo>
                <a:lnTo>
                  <a:pt x="444" y="970"/>
                </a:lnTo>
                <a:lnTo>
                  <a:pt x="438" y="972"/>
                </a:lnTo>
                <a:lnTo>
                  <a:pt x="431" y="975"/>
                </a:lnTo>
                <a:lnTo>
                  <a:pt x="424" y="977"/>
                </a:lnTo>
                <a:lnTo>
                  <a:pt x="418" y="979"/>
                </a:lnTo>
                <a:lnTo>
                  <a:pt x="411" y="980"/>
                </a:lnTo>
                <a:lnTo>
                  <a:pt x="404" y="982"/>
                </a:lnTo>
                <a:lnTo>
                  <a:pt x="397" y="983"/>
                </a:lnTo>
                <a:lnTo>
                  <a:pt x="391" y="983"/>
                </a:lnTo>
                <a:lnTo>
                  <a:pt x="384" y="984"/>
                </a:lnTo>
                <a:lnTo>
                  <a:pt x="377" y="983"/>
                </a:lnTo>
                <a:lnTo>
                  <a:pt x="371" y="982"/>
                </a:lnTo>
                <a:lnTo>
                  <a:pt x="364" y="981"/>
                </a:lnTo>
                <a:lnTo>
                  <a:pt x="358" y="979"/>
                </a:lnTo>
                <a:lnTo>
                  <a:pt x="352" y="977"/>
                </a:lnTo>
                <a:lnTo>
                  <a:pt x="346" y="974"/>
                </a:lnTo>
                <a:lnTo>
                  <a:pt x="340" y="971"/>
                </a:lnTo>
                <a:lnTo>
                  <a:pt x="334" y="968"/>
                </a:lnTo>
                <a:lnTo>
                  <a:pt x="329" y="963"/>
                </a:lnTo>
                <a:lnTo>
                  <a:pt x="324" y="959"/>
                </a:lnTo>
                <a:lnTo>
                  <a:pt x="319" y="954"/>
                </a:lnTo>
                <a:lnTo>
                  <a:pt x="314" y="949"/>
                </a:lnTo>
                <a:lnTo>
                  <a:pt x="309" y="944"/>
                </a:lnTo>
                <a:lnTo>
                  <a:pt x="305" y="939"/>
                </a:lnTo>
                <a:lnTo>
                  <a:pt x="300" y="933"/>
                </a:lnTo>
                <a:lnTo>
                  <a:pt x="296" y="928"/>
                </a:lnTo>
                <a:lnTo>
                  <a:pt x="292" y="922"/>
                </a:lnTo>
                <a:lnTo>
                  <a:pt x="288" y="916"/>
                </a:lnTo>
                <a:lnTo>
                  <a:pt x="284" y="911"/>
                </a:lnTo>
                <a:lnTo>
                  <a:pt x="280" y="905"/>
                </a:lnTo>
                <a:lnTo>
                  <a:pt x="276" y="900"/>
                </a:lnTo>
                <a:lnTo>
                  <a:pt x="272" y="895"/>
                </a:lnTo>
                <a:lnTo>
                  <a:pt x="268" y="891"/>
                </a:lnTo>
                <a:lnTo>
                  <a:pt x="263" y="886"/>
                </a:lnTo>
                <a:lnTo>
                  <a:pt x="259" y="882"/>
                </a:lnTo>
                <a:lnTo>
                  <a:pt x="255" y="878"/>
                </a:lnTo>
                <a:lnTo>
                  <a:pt x="250" y="874"/>
                </a:lnTo>
                <a:lnTo>
                  <a:pt x="245" y="871"/>
                </a:lnTo>
                <a:lnTo>
                  <a:pt x="240" y="868"/>
                </a:lnTo>
                <a:lnTo>
                  <a:pt x="235" y="865"/>
                </a:lnTo>
                <a:lnTo>
                  <a:pt x="229" y="863"/>
                </a:lnTo>
                <a:lnTo>
                  <a:pt x="224" y="860"/>
                </a:lnTo>
                <a:lnTo>
                  <a:pt x="218" y="858"/>
                </a:lnTo>
                <a:lnTo>
                  <a:pt x="212" y="856"/>
                </a:lnTo>
                <a:lnTo>
                  <a:pt x="205" y="854"/>
                </a:lnTo>
                <a:lnTo>
                  <a:pt x="199" y="853"/>
                </a:lnTo>
                <a:lnTo>
                  <a:pt x="192" y="851"/>
                </a:lnTo>
                <a:lnTo>
                  <a:pt x="186" y="849"/>
                </a:lnTo>
                <a:lnTo>
                  <a:pt x="179" y="847"/>
                </a:lnTo>
                <a:lnTo>
                  <a:pt x="172" y="846"/>
                </a:lnTo>
                <a:lnTo>
                  <a:pt x="165" y="844"/>
                </a:lnTo>
                <a:lnTo>
                  <a:pt x="159" y="841"/>
                </a:lnTo>
                <a:lnTo>
                  <a:pt x="152" y="839"/>
                </a:lnTo>
                <a:lnTo>
                  <a:pt x="146" y="836"/>
                </a:lnTo>
                <a:lnTo>
                  <a:pt x="139" y="833"/>
                </a:lnTo>
                <a:lnTo>
                  <a:pt x="133" y="830"/>
                </a:lnTo>
                <a:lnTo>
                  <a:pt x="127" y="827"/>
                </a:lnTo>
                <a:lnTo>
                  <a:pt x="122" y="823"/>
                </a:lnTo>
                <a:lnTo>
                  <a:pt x="117" y="819"/>
                </a:lnTo>
                <a:lnTo>
                  <a:pt x="112" y="814"/>
                </a:lnTo>
                <a:lnTo>
                  <a:pt x="107" y="809"/>
                </a:lnTo>
                <a:lnTo>
                  <a:pt x="103" y="804"/>
                </a:lnTo>
                <a:lnTo>
                  <a:pt x="100" y="799"/>
                </a:lnTo>
                <a:lnTo>
                  <a:pt x="96" y="793"/>
                </a:lnTo>
                <a:lnTo>
                  <a:pt x="94" y="787"/>
                </a:lnTo>
                <a:lnTo>
                  <a:pt x="91" y="781"/>
                </a:lnTo>
                <a:lnTo>
                  <a:pt x="89" y="774"/>
                </a:lnTo>
                <a:lnTo>
                  <a:pt x="88" y="768"/>
                </a:lnTo>
                <a:lnTo>
                  <a:pt x="86" y="761"/>
                </a:lnTo>
                <a:lnTo>
                  <a:pt x="85" y="754"/>
                </a:lnTo>
                <a:lnTo>
                  <a:pt x="85" y="747"/>
                </a:lnTo>
                <a:lnTo>
                  <a:pt x="84" y="740"/>
                </a:lnTo>
                <a:lnTo>
                  <a:pt x="84" y="733"/>
                </a:lnTo>
                <a:lnTo>
                  <a:pt x="84" y="726"/>
                </a:lnTo>
                <a:lnTo>
                  <a:pt x="84" y="719"/>
                </a:lnTo>
                <a:lnTo>
                  <a:pt x="84" y="712"/>
                </a:lnTo>
                <a:lnTo>
                  <a:pt x="84" y="705"/>
                </a:lnTo>
                <a:lnTo>
                  <a:pt x="84" y="699"/>
                </a:lnTo>
                <a:lnTo>
                  <a:pt x="83" y="692"/>
                </a:lnTo>
                <a:lnTo>
                  <a:pt x="83" y="686"/>
                </a:lnTo>
                <a:lnTo>
                  <a:pt x="83" y="679"/>
                </a:lnTo>
                <a:lnTo>
                  <a:pt x="82" y="673"/>
                </a:lnTo>
                <a:lnTo>
                  <a:pt x="81" y="667"/>
                </a:lnTo>
                <a:lnTo>
                  <a:pt x="79" y="661"/>
                </a:lnTo>
                <a:lnTo>
                  <a:pt x="78" y="656"/>
                </a:lnTo>
                <a:lnTo>
                  <a:pt x="76" y="650"/>
                </a:lnTo>
                <a:lnTo>
                  <a:pt x="73" y="645"/>
                </a:lnTo>
                <a:lnTo>
                  <a:pt x="71" y="639"/>
                </a:lnTo>
                <a:lnTo>
                  <a:pt x="68" y="634"/>
                </a:lnTo>
                <a:lnTo>
                  <a:pt x="65" y="629"/>
                </a:lnTo>
                <a:lnTo>
                  <a:pt x="61" y="624"/>
                </a:lnTo>
                <a:lnTo>
                  <a:pt x="57" y="619"/>
                </a:lnTo>
                <a:lnTo>
                  <a:pt x="53" y="613"/>
                </a:lnTo>
                <a:lnTo>
                  <a:pt x="49" y="608"/>
                </a:lnTo>
                <a:lnTo>
                  <a:pt x="45" y="603"/>
                </a:lnTo>
                <a:lnTo>
                  <a:pt x="40" y="598"/>
                </a:lnTo>
                <a:lnTo>
                  <a:pt x="36" y="592"/>
                </a:lnTo>
                <a:lnTo>
                  <a:pt x="32" y="587"/>
                </a:lnTo>
                <a:lnTo>
                  <a:pt x="27" y="581"/>
                </a:lnTo>
                <a:lnTo>
                  <a:pt x="23" y="576"/>
                </a:lnTo>
                <a:lnTo>
                  <a:pt x="19" y="570"/>
                </a:lnTo>
                <a:lnTo>
                  <a:pt x="16" y="564"/>
                </a:lnTo>
                <a:lnTo>
                  <a:pt x="12" y="558"/>
                </a:lnTo>
                <a:lnTo>
                  <a:pt x="9" y="552"/>
                </a:lnTo>
                <a:lnTo>
                  <a:pt x="6" y="545"/>
                </a:lnTo>
                <a:lnTo>
                  <a:pt x="4" y="539"/>
                </a:lnTo>
                <a:lnTo>
                  <a:pt x="3" y="533"/>
                </a:lnTo>
                <a:lnTo>
                  <a:pt x="1" y="526"/>
                </a:lnTo>
                <a:lnTo>
                  <a:pt x="0" y="520"/>
                </a:lnTo>
                <a:lnTo>
                  <a:pt x="0" y="513"/>
                </a:lnTo>
                <a:lnTo>
                  <a:pt x="0" y="507"/>
                </a:lnTo>
                <a:lnTo>
                  <a:pt x="1" y="500"/>
                </a:lnTo>
                <a:lnTo>
                  <a:pt x="2" y="493"/>
                </a:lnTo>
                <a:lnTo>
                  <a:pt x="4" y="487"/>
                </a:lnTo>
                <a:lnTo>
                  <a:pt x="6" y="481"/>
                </a:lnTo>
                <a:lnTo>
                  <a:pt x="9" y="474"/>
                </a:lnTo>
                <a:lnTo>
                  <a:pt x="12" y="468"/>
                </a:lnTo>
                <a:lnTo>
                  <a:pt x="15" y="462"/>
                </a:lnTo>
                <a:lnTo>
                  <a:pt x="19" y="456"/>
                </a:lnTo>
                <a:lnTo>
                  <a:pt x="22" y="450"/>
                </a:lnTo>
                <a:lnTo>
                  <a:pt x="26" y="444"/>
                </a:lnTo>
                <a:lnTo>
                  <a:pt x="30" y="438"/>
                </a:lnTo>
                <a:lnTo>
                  <a:pt x="34" y="432"/>
                </a:lnTo>
                <a:lnTo>
                  <a:pt x="38" y="427"/>
                </a:lnTo>
                <a:lnTo>
                  <a:pt x="42" y="421"/>
                </a:lnTo>
                <a:lnTo>
                  <a:pt x="46" y="416"/>
                </a:lnTo>
                <a:lnTo>
                  <a:pt x="50" y="410"/>
                </a:lnTo>
                <a:lnTo>
                  <a:pt x="54" y="405"/>
                </a:lnTo>
                <a:lnTo>
                  <a:pt x="57" y="400"/>
                </a:lnTo>
                <a:lnTo>
                  <a:pt x="60" y="394"/>
                </a:lnTo>
                <a:lnTo>
                  <a:pt x="62" y="389"/>
                </a:lnTo>
                <a:lnTo>
                  <a:pt x="65" y="383"/>
                </a:lnTo>
                <a:lnTo>
                  <a:pt x="67" y="378"/>
                </a:lnTo>
                <a:lnTo>
                  <a:pt x="68" y="372"/>
                </a:lnTo>
                <a:lnTo>
                  <a:pt x="70" y="366"/>
                </a:lnTo>
                <a:lnTo>
                  <a:pt x="71" y="361"/>
                </a:lnTo>
                <a:lnTo>
                  <a:pt x="72" y="355"/>
                </a:lnTo>
                <a:lnTo>
                  <a:pt x="72" y="348"/>
                </a:lnTo>
                <a:lnTo>
                  <a:pt x="72" y="342"/>
                </a:lnTo>
                <a:lnTo>
                  <a:pt x="72" y="336"/>
                </a:lnTo>
                <a:lnTo>
                  <a:pt x="72" y="329"/>
                </a:lnTo>
                <a:lnTo>
                  <a:pt x="72" y="323"/>
                </a:lnTo>
                <a:lnTo>
                  <a:pt x="71" y="316"/>
                </a:lnTo>
                <a:lnTo>
                  <a:pt x="71" y="309"/>
                </a:lnTo>
                <a:lnTo>
                  <a:pt x="70" y="302"/>
                </a:lnTo>
                <a:lnTo>
                  <a:pt x="70" y="295"/>
                </a:lnTo>
                <a:lnTo>
                  <a:pt x="70" y="288"/>
                </a:lnTo>
                <a:lnTo>
                  <a:pt x="70" y="281"/>
                </a:lnTo>
                <a:lnTo>
                  <a:pt x="70" y="274"/>
                </a:lnTo>
                <a:lnTo>
                  <a:pt x="71" y="267"/>
                </a:lnTo>
                <a:lnTo>
                  <a:pt x="71" y="260"/>
                </a:lnTo>
                <a:lnTo>
                  <a:pt x="73" y="253"/>
                </a:lnTo>
                <a:lnTo>
                  <a:pt x="74" y="247"/>
                </a:lnTo>
                <a:lnTo>
                  <a:pt x="76" y="240"/>
                </a:lnTo>
                <a:lnTo>
                  <a:pt x="78" y="234"/>
                </a:lnTo>
                <a:lnTo>
                  <a:pt x="81" y="228"/>
                </a:lnTo>
                <a:lnTo>
                  <a:pt x="84" y="222"/>
                </a:lnTo>
                <a:lnTo>
                  <a:pt x="88" y="217"/>
                </a:lnTo>
                <a:lnTo>
                  <a:pt x="92" y="212"/>
                </a:lnTo>
                <a:lnTo>
                  <a:pt x="96" y="207"/>
                </a:lnTo>
                <a:lnTo>
                  <a:pt x="101" y="202"/>
                </a:lnTo>
                <a:lnTo>
                  <a:pt x="107" y="198"/>
                </a:lnTo>
                <a:lnTo>
                  <a:pt x="112" y="194"/>
                </a:lnTo>
                <a:lnTo>
                  <a:pt x="118" y="191"/>
                </a:lnTo>
                <a:lnTo>
                  <a:pt x="124" y="187"/>
                </a:lnTo>
                <a:lnTo>
                  <a:pt x="130" y="184"/>
                </a:lnTo>
                <a:lnTo>
                  <a:pt x="137" y="181"/>
                </a:lnTo>
                <a:lnTo>
                  <a:pt x="143" y="179"/>
                </a:lnTo>
                <a:lnTo>
                  <a:pt x="150" y="176"/>
                </a:lnTo>
                <a:lnTo>
                  <a:pt x="156" y="174"/>
                </a:lnTo>
                <a:lnTo>
                  <a:pt x="163" y="172"/>
                </a:lnTo>
                <a:lnTo>
                  <a:pt x="170" y="170"/>
                </a:lnTo>
                <a:lnTo>
                  <a:pt x="176" y="167"/>
                </a:lnTo>
                <a:lnTo>
                  <a:pt x="182" y="165"/>
                </a:lnTo>
                <a:lnTo>
                  <a:pt x="189" y="163"/>
                </a:lnTo>
                <a:lnTo>
                  <a:pt x="195" y="161"/>
                </a:lnTo>
                <a:lnTo>
                  <a:pt x="200" y="158"/>
                </a:lnTo>
                <a:lnTo>
                  <a:pt x="206" y="156"/>
                </a:lnTo>
                <a:lnTo>
                  <a:pt x="211" y="153"/>
                </a:lnTo>
                <a:lnTo>
                  <a:pt x="216" y="150"/>
                </a:lnTo>
                <a:lnTo>
                  <a:pt x="221" y="147"/>
                </a:lnTo>
                <a:lnTo>
                  <a:pt x="226" y="143"/>
                </a:lnTo>
                <a:lnTo>
                  <a:pt x="231" y="139"/>
                </a:lnTo>
                <a:lnTo>
                  <a:pt x="235" y="135"/>
                </a:lnTo>
                <a:lnTo>
                  <a:pt x="239" y="131"/>
                </a:lnTo>
                <a:lnTo>
                  <a:pt x="243" y="126"/>
                </a:lnTo>
                <a:lnTo>
                  <a:pt x="247" y="121"/>
                </a:lnTo>
                <a:lnTo>
                  <a:pt x="250" y="116"/>
                </a:lnTo>
                <a:lnTo>
                  <a:pt x="254" y="110"/>
                </a:lnTo>
                <a:lnTo>
                  <a:pt x="258" y="105"/>
                </a:lnTo>
                <a:lnTo>
                  <a:pt x="261" y="99"/>
                </a:lnTo>
                <a:lnTo>
                  <a:pt x="265" y="93"/>
                </a:lnTo>
                <a:lnTo>
                  <a:pt x="269" y="87"/>
                </a:lnTo>
                <a:lnTo>
                  <a:pt x="273" y="81"/>
                </a:lnTo>
                <a:lnTo>
                  <a:pt x="277" y="76"/>
                </a:lnTo>
                <a:lnTo>
                  <a:pt x="281" y="70"/>
                </a:lnTo>
                <a:lnTo>
                  <a:pt x="285" y="64"/>
                </a:lnTo>
                <a:lnTo>
                  <a:pt x="290" y="59"/>
                </a:lnTo>
                <a:lnTo>
                  <a:pt x="294" y="54"/>
                </a:lnTo>
                <a:lnTo>
                  <a:pt x="299" y="49"/>
                </a:lnTo>
                <a:lnTo>
                  <a:pt x="304" y="45"/>
                </a:lnTo>
                <a:lnTo>
                  <a:pt x="310" y="41"/>
                </a:lnTo>
                <a:lnTo>
                  <a:pt x="315" y="37"/>
                </a:lnTo>
                <a:lnTo>
                  <a:pt x="321" y="34"/>
                </a:lnTo>
                <a:lnTo>
                  <a:pt x="327" y="31"/>
                </a:lnTo>
                <a:lnTo>
                  <a:pt x="333" y="29"/>
                </a:lnTo>
                <a:lnTo>
                  <a:pt x="339" y="27"/>
                </a:lnTo>
                <a:lnTo>
                  <a:pt x="346" y="26"/>
                </a:lnTo>
                <a:lnTo>
                  <a:pt x="352" y="25"/>
                </a:lnTo>
                <a:lnTo>
                  <a:pt x="359" y="24"/>
                </a:lnTo>
                <a:lnTo>
                  <a:pt x="366" y="25"/>
                </a:lnTo>
                <a:lnTo>
                  <a:pt x="373" y="25"/>
                </a:lnTo>
                <a:lnTo>
                  <a:pt x="380" y="26"/>
                </a:lnTo>
                <a:lnTo>
                  <a:pt x="386" y="27"/>
                </a:lnTo>
                <a:lnTo>
                  <a:pt x="393" y="29"/>
                </a:lnTo>
                <a:lnTo>
                  <a:pt x="400" y="30"/>
                </a:lnTo>
                <a:lnTo>
                  <a:pt x="407" y="32"/>
                </a:lnTo>
                <a:lnTo>
                  <a:pt x="414" y="34"/>
                </a:lnTo>
                <a:lnTo>
                  <a:pt x="420" y="36"/>
                </a:lnTo>
                <a:lnTo>
                  <a:pt x="427" y="38"/>
                </a:lnTo>
                <a:lnTo>
                  <a:pt x="433" y="41"/>
                </a:lnTo>
                <a:lnTo>
                  <a:pt x="440" y="43"/>
                </a:lnTo>
                <a:lnTo>
                  <a:pt x="446" y="44"/>
                </a:lnTo>
                <a:lnTo>
                  <a:pt x="452" y="46"/>
                </a:lnTo>
                <a:lnTo>
                  <a:pt x="458" y="48"/>
                </a:lnTo>
                <a:lnTo>
                  <a:pt x="464" y="49"/>
                </a:lnTo>
                <a:lnTo>
                  <a:pt x="470" y="50"/>
                </a:lnTo>
                <a:lnTo>
                  <a:pt x="476" y="50"/>
                </a:lnTo>
                <a:lnTo>
                  <a:pt x="482" y="50"/>
                </a:lnTo>
                <a:lnTo>
                  <a:pt x="488" y="50"/>
                </a:lnTo>
                <a:lnTo>
                  <a:pt x="494" y="50"/>
                </a:lnTo>
                <a:lnTo>
                  <a:pt x="500" y="49"/>
                </a:lnTo>
                <a:lnTo>
                  <a:pt x="506" y="48"/>
                </a:lnTo>
                <a:lnTo>
                  <a:pt x="512" y="46"/>
                </a:lnTo>
                <a:lnTo>
                  <a:pt x="518" y="44"/>
                </a:lnTo>
                <a:lnTo>
                  <a:pt x="524" y="42"/>
                </a:lnTo>
                <a:lnTo>
                  <a:pt x="530" y="40"/>
                </a:lnTo>
                <a:lnTo>
                  <a:pt x="536" y="38"/>
                </a:lnTo>
                <a:lnTo>
                  <a:pt x="543" y="35"/>
                </a:lnTo>
                <a:lnTo>
                  <a:pt x="549" y="33"/>
                </a:lnTo>
                <a:lnTo>
                  <a:pt x="556" y="30"/>
                </a:lnTo>
                <a:lnTo>
                  <a:pt x="562" y="28"/>
                </a:lnTo>
                <a:lnTo>
                  <a:pt x="569" y="25"/>
                </a:lnTo>
                <a:lnTo>
                  <a:pt x="576" y="23"/>
                </a:lnTo>
                <a:lnTo>
                  <a:pt x="582" y="21"/>
                </a:lnTo>
                <a:lnTo>
                  <a:pt x="589" y="20"/>
                </a:lnTo>
                <a:lnTo>
                  <a:pt x="596" y="18"/>
                </a:lnTo>
                <a:lnTo>
                  <a:pt x="603" y="17"/>
                </a:lnTo>
                <a:lnTo>
                  <a:pt x="609" y="17"/>
                </a:lnTo>
                <a:lnTo>
                  <a:pt x="616" y="16"/>
                </a:lnTo>
                <a:lnTo>
                  <a:pt x="623" y="17"/>
                </a:lnTo>
                <a:lnTo>
                  <a:pt x="629" y="18"/>
                </a:lnTo>
                <a:lnTo>
                  <a:pt x="636" y="19"/>
                </a:lnTo>
                <a:lnTo>
                  <a:pt x="642" y="21"/>
                </a:lnTo>
                <a:lnTo>
                  <a:pt x="648" y="23"/>
                </a:lnTo>
                <a:lnTo>
                  <a:pt x="654" y="26"/>
                </a:lnTo>
                <a:lnTo>
                  <a:pt x="660" y="29"/>
                </a:lnTo>
                <a:lnTo>
                  <a:pt x="666" y="32"/>
                </a:lnTo>
                <a:lnTo>
                  <a:pt x="671" y="37"/>
                </a:lnTo>
                <a:lnTo>
                  <a:pt x="676" y="41"/>
                </a:lnTo>
                <a:lnTo>
                  <a:pt x="681" y="46"/>
                </a:lnTo>
                <a:lnTo>
                  <a:pt x="686" y="51"/>
                </a:lnTo>
                <a:lnTo>
                  <a:pt x="691" y="56"/>
                </a:lnTo>
                <a:lnTo>
                  <a:pt x="695" y="61"/>
                </a:lnTo>
                <a:lnTo>
                  <a:pt x="700" y="67"/>
                </a:lnTo>
                <a:lnTo>
                  <a:pt x="704" y="72"/>
                </a:lnTo>
                <a:lnTo>
                  <a:pt x="708" y="78"/>
                </a:lnTo>
                <a:lnTo>
                  <a:pt x="712" y="84"/>
                </a:lnTo>
                <a:lnTo>
                  <a:pt x="716" y="89"/>
                </a:lnTo>
                <a:lnTo>
                  <a:pt x="720" y="95"/>
                </a:lnTo>
                <a:lnTo>
                  <a:pt x="724" y="100"/>
                </a:lnTo>
                <a:lnTo>
                  <a:pt x="728" y="105"/>
                </a:lnTo>
                <a:lnTo>
                  <a:pt x="732" y="109"/>
                </a:lnTo>
                <a:lnTo>
                  <a:pt x="737" y="114"/>
                </a:lnTo>
                <a:lnTo>
                  <a:pt x="741" y="118"/>
                </a:lnTo>
                <a:lnTo>
                  <a:pt x="745" y="122"/>
                </a:lnTo>
                <a:lnTo>
                  <a:pt x="750" y="126"/>
                </a:lnTo>
                <a:lnTo>
                  <a:pt x="755" y="129"/>
                </a:lnTo>
                <a:lnTo>
                  <a:pt x="760" y="132"/>
                </a:lnTo>
                <a:lnTo>
                  <a:pt x="765" y="135"/>
                </a:lnTo>
                <a:lnTo>
                  <a:pt x="771" y="137"/>
                </a:lnTo>
                <a:lnTo>
                  <a:pt x="776" y="140"/>
                </a:lnTo>
                <a:lnTo>
                  <a:pt x="782" y="142"/>
                </a:lnTo>
                <a:lnTo>
                  <a:pt x="788" y="144"/>
                </a:lnTo>
                <a:lnTo>
                  <a:pt x="795" y="146"/>
                </a:lnTo>
                <a:lnTo>
                  <a:pt x="801" y="147"/>
                </a:lnTo>
                <a:lnTo>
                  <a:pt x="808" y="149"/>
                </a:lnTo>
                <a:lnTo>
                  <a:pt x="814" y="151"/>
                </a:lnTo>
                <a:lnTo>
                  <a:pt x="821" y="153"/>
                </a:lnTo>
                <a:lnTo>
                  <a:pt x="828" y="154"/>
                </a:lnTo>
                <a:lnTo>
                  <a:pt x="835" y="156"/>
                </a:lnTo>
                <a:lnTo>
                  <a:pt x="841" y="159"/>
                </a:lnTo>
                <a:lnTo>
                  <a:pt x="848" y="161"/>
                </a:lnTo>
                <a:lnTo>
                  <a:pt x="854" y="164"/>
                </a:lnTo>
                <a:lnTo>
                  <a:pt x="861" y="167"/>
                </a:lnTo>
                <a:lnTo>
                  <a:pt x="867" y="170"/>
                </a:lnTo>
                <a:lnTo>
                  <a:pt x="873" y="173"/>
                </a:lnTo>
                <a:lnTo>
                  <a:pt x="878" y="177"/>
                </a:lnTo>
                <a:lnTo>
                  <a:pt x="883" y="181"/>
                </a:lnTo>
                <a:lnTo>
                  <a:pt x="888" y="186"/>
                </a:lnTo>
                <a:lnTo>
                  <a:pt x="893" y="191"/>
                </a:lnTo>
                <a:lnTo>
                  <a:pt x="897" y="196"/>
                </a:lnTo>
                <a:lnTo>
                  <a:pt x="900" y="201"/>
                </a:lnTo>
                <a:lnTo>
                  <a:pt x="904" y="207"/>
                </a:lnTo>
                <a:lnTo>
                  <a:pt x="906" y="213"/>
                </a:lnTo>
                <a:lnTo>
                  <a:pt x="909" y="219"/>
                </a:lnTo>
                <a:lnTo>
                  <a:pt x="911" y="226"/>
                </a:lnTo>
                <a:lnTo>
                  <a:pt x="912" y="232"/>
                </a:lnTo>
                <a:lnTo>
                  <a:pt x="914" y="239"/>
                </a:lnTo>
                <a:lnTo>
                  <a:pt x="915" y="246"/>
                </a:lnTo>
                <a:lnTo>
                  <a:pt x="915" y="253"/>
                </a:lnTo>
                <a:lnTo>
                  <a:pt x="916" y="260"/>
                </a:lnTo>
                <a:lnTo>
                  <a:pt x="916" y="267"/>
                </a:lnTo>
                <a:lnTo>
                  <a:pt x="916" y="274"/>
                </a:lnTo>
                <a:lnTo>
                  <a:pt x="916" y="281"/>
                </a:lnTo>
                <a:lnTo>
                  <a:pt x="916" y="288"/>
                </a:lnTo>
                <a:lnTo>
                  <a:pt x="916" y="295"/>
                </a:lnTo>
                <a:lnTo>
                  <a:pt x="916" y="301"/>
                </a:lnTo>
                <a:lnTo>
                  <a:pt x="917" y="308"/>
                </a:lnTo>
                <a:lnTo>
                  <a:pt x="917" y="314"/>
                </a:lnTo>
                <a:lnTo>
                  <a:pt x="917" y="321"/>
                </a:lnTo>
                <a:lnTo>
                  <a:pt x="918" y="327"/>
                </a:lnTo>
                <a:lnTo>
                  <a:pt x="919" y="333"/>
                </a:lnTo>
                <a:lnTo>
                  <a:pt x="921" y="339"/>
                </a:lnTo>
                <a:lnTo>
                  <a:pt x="922" y="344"/>
                </a:lnTo>
                <a:lnTo>
                  <a:pt x="924" y="350"/>
                </a:lnTo>
                <a:lnTo>
                  <a:pt x="927" y="355"/>
                </a:lnTo>
                <a:lnTo>
                  <a:pt x="929" y="361"/>
                </a:lnTo>
                <a:lnTo>
                  <a:pt x="932" y="366"/>
                </a:lnTo>
                <a:lnTo>
                  <a:pt x="935" y="371"/>
                </a:lnTo>
                <a:lnTo>
                  <a:pt x="939" y="376"/>
                </a:lnTo>
                <a:lnTo>
                  <a:pt x="943" y="381"/>
                </a:lnTo>
                <a:lnTo>
                  <a:pt x="947" y="387"/>
                </a:lnTo>
                <a:lnTo>
                  <a:pt x="951" y="392"/>
                </a:lnTo>
                <a:lnTo>
                  <a:pt x="955" y="397"/>
                </a:lnTo>
                <a:lnTo>
                  <a:pt x="960" y="402"/>
                </a:lnTo>
                <a:lnTo>
                  <a:pt x="964" y="408"/>
                </a:lnTo>
                <a:lnTo>
                  <a:pt x="968" y="413"/>
                </a:lnTo>
                <a:lnTo>
                  <a:pt x="973" y="419"/>
                </a:lnTo>
                <a:lnTo>
                  <a:pt x="977" y="424"/>
                </a:lnTo>
                <a:lnTo>
                  <a:pt x="981" y="430"/>
                </a:lnTo>
                <a:lnTo>
                  <a:pt x="984" y="436"/>
                </a:lnTo>
                <a:lnTo>
                  <a:pt x="988" y="442"/>
                </a:lnTo>
                <a:lnTo>
                  <a:pt x="991" y="448"/>
                </a:lnTo>
                <a:lnTo>
                  <a:pt x="994" y="455"/>
                </a:lnTo>
                <a:lnTo>
                  <a:pt x="996" y="461"/>
                </a:lnTo>
                <a:lnTo>
                  <a:pt x="997" y="467"/>
                </a:lnTo>
                <a:lnTo>
                  <a:pt x="999" y="474"/>
                </a:lnTo>
                <a:lnTo>
                  <a:pt x="1000" y="480"/>
                </a:lnTo>
                <a:lnTo>
                  <a:pt x="1000" y="487"/>
                </a:lnTo>
                <a:lnTo>
                  <a:pt x="1000" y="493"/>
                </a:lnTo>
                <a:close/>
              </a:path>
            </a:pathLst>
          </a:custGeom>
          <a:solidFill>
            <a:srgbClr val="036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743200"/>
            <a:ext cx="6400800" cy="548640"/>
          </a:xfrm>
          <a:prstGeom prst="rect">
            <a:avLst/>
          </a:prstGeom>
          <a:noFill/>
        </p:spPr>
        <p:txBody>
          <a:bodyPr wrap="square" anchor="ctr" lIns="0" rIns="0" tIns="0" bIns="0">
            <a:spAutoFit/>
          </a:bodyPr>
          <a:lstStyle/>
          <a:p>
            <a:pPr algn="ctr">
              <a:lnSpc>
                <a:spcPct val="100000"/>
              </a:lnSpc>
            </a:pPr>
            <a:r>
              <a:rPr sz="2700" b="1" spc="400">
                <a:solidFill>
                  <a:srgbClr val="FFFFFF"/>
                </a:solidFill>
                <a:latin typeface="Montserrat"/>
              </a:rPr>
              <a:t>PASSO</a:t>
            </a:r>
          </a:p>
        </p:txBody>
      </p:sp>
      <p:sp>
        <p:nvSpPr>
          <p:cNvPr id="6" name="TextBox 5"/>
          <p:cNvSpPr txBox="1"/>
          <p:nvPr/>
        </p:nvSpPr>
        <p:spPr>
          <a:xfrm>
            <a:off x="1371600" y="3246120"/>
            <a:ext cx="6400800" cy="2926080"/>
          </a:xfrm>
          <a:prstGeom prst="rect">
            <a:avLst/>
          </a:prstGeom>
          <a:noFill/>
        </p:spPr>
        <p:txBody>
          <a:bodyPr wrap="square" anchor="ctr" lIns="0" rIns="0" tIns="0" bIns="0">
            <a:spAutoFit/>
          </a:bodyPr>
          <a:lstStyle/>
          <a:p>
            <a:pPr algn="ctr">
              <a:lnSpc>
                <a:spcPct val="100000"/>
              </a:lnSpc>
            </a:pPr>
            <a:r>
              <a:rPr sz="16200" b="1" spc="-300">
                <a:solidFill>
                  <a:srgbClr val="FFFFFF"/>
                </a:solidFill>
                <a:latin typeface="Montserrat"/>
              </a:rPr>
              <a:t>10</a:t>
            </a:r>
          </a:p>
        </p:txBody>
      </p:sp>
      <p:sp>
        <p:nvSpPr>
          <p:cNvPr id="7" name="Rectangle 6"/>
          <p:cNvSpPr/>
          <p:nvPr/>
        </p:nvSpPr>
        <p:spPr>
          <a:xfrm>
            <a:off x="9144000" y="12984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12680" y="1143000"/>
            <a:ext cx="9144000" cy="457200"/>
          </a:xfrm>
          <a:prstGeom prst="rect">
            <a:avLst/>
          </a:prstGeom>
          <a:noFill/>
        </p:spPr>
        <p:txBody>
          <a:bodyPr wrap="square" anchor="t" lIns="0" rIns="0" tIns="0" bIns="0">
            <a:spAutoFit/>
          </a:bodyPr>
          <a:lstStyle/>
          <a:p>
            <a:pPr algn="l">
              <a:lnSpc>
                <a:spcPct val="100000"/>
              </a:lnSpc>
            </a:pPr>
            <a:r>
              <a:rPr sz="2000" b="1" spc="300">
                <a:solidFill>
                  <a:srgbClr val="85C227"/>
                </a:solidFill>
                <a:latin typeface="Montserrat"/>
              </a:rPr>
              <a:t>PASSO 10 DE 12</a:t>
            </a:r>
          </a:p>
        </p:txBody>
      </p:sp>
      <p:sp>
        <p:nvSpPr>
          <p:cNvPr id="9" name="TextBox 8"/>
          <p:cNvSpPr txBox="1"/>
          <p:nvPr/>
        </p:nvSpPr>
        <p:spPr>
          <a:xfrm>
            <a:off x="9144000" y="1737360"/>
            <a:ext cx="8778240" cy="6675120"/>
          </a:xfrm>
          <a:prstGeom prst="rect">
            <a:avLst/>
          </a:prstGeom>
          <a:noFill/>
        </p:spPr>
        <p:txBody>
          <a:bodyPr wrap="square" anchor="ctr" lIns="0" rIns="0" tIns="0" bIns="0">
            <a:spAutoFit/>
          </a:bodyPr>
          <a:lstStyle/>
          <a:p>
            <a:pPr algn="l">
              <a:lnSpc>
                <a:spcPct val="100000"/>
              </a:lnSpc>
            </a:pPr>
            <a:r>
              <a:rPr sz="7200" b="1" spc="-100">
                <a:solidFill>
                  <a:srgbClr val="FFFFFF"/>
                </a:solidFill>
                <a:latin typeface="Montserrat"/>
              </a:rPr>
              <a:t>Desenvolva</a:t>
            </a:r>
          </a:p>
          <a:p>
            <a:pPr algn="l">
              <a:lnSpc>
                <a:spcPct val="100000"/>
              </a:lnSpc>
            </a:pPr>
            <a:r>
              <a:rPr sz="7200" b="1" spc="-100">
                <a:solidFill>
                  <a:srgbClr val="FFFFFF"/>
                </a:solidFill>
                <a:latin typeface="Montserrat"/>
              </a:rPr>
              <a:t>resiliência e</a:t>
            </a:r>
          </a:p>
          <a:p>
            <a:pPr algn="l">
              <a:lnSpc>
                <a:spcPct val="100000"/>
              </a:lnSpc>
            </a:pPr>
            <a:r>
              <a:rPr sz="7200" b="1" spc="-100">
                <a:solidFill>
                  <a:srgbClr val="FFFFFF"/>
                </a:solidFill>
                <a:latin typeface="Montserrat"/>
              </a:rPr>
              <a:t>mentalidade</a:t>
            </a:r>
          </a:p>
          <a:p>
            <a:pPr algn="l">
              <a:lnSpc>
                <a:spcPct val="100000"/>
              </a:lnSpc>
            </a:pPr>
            <a:r>
              <a:rPr sz="7200" b="1" spc="-100">
                <a:solidFill>
                  <a:srgbClr val="85C227"/>
                </a:solidFill>
                <a:latin typeface="Montserrat"/>
              </a:rPr>
              <a:t>de crescimento.</a:t>
            </a:r>
          </a:p>
        </p:txBody>
      </p:sp>
      <p:sp>
        <p:nvSpPr>
          <p:cNvPr id="10" name="Rounded Rectangle 9"/>
          <p:cNvSpPr/>
          <p:nvPr/>
        </p:nvSpPr>
        <p:spPr>
          <a:xfrm>
            <a:off x="9144000"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48088"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552176"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256264"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960352"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664440"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3368528"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4072616"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4776704"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5480792"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6184880" y="8915400"/>
            <a:ext cx="566928" cy="146304"/>
          </a:xfrm>
          <a:prstGeom prst="roundRect">
            <a:avLst>
              <a:gd name="adj" fmla="val 50000"/>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6888968" y="8915400"/>
            <a:ext cx="566928" cy="146304"/>
          </a:xfrm>
          <a:prstGeom prst="roundRect">
            <a:avLst>
              <a:gd name="adj" fmla="val 50000"/>
            </a:avLst>
          </a:prstGeom>
          <a:solidFill>
            <a:srgbClr val="FFFFFF">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2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508760"/>
            <a:ext cx="6400800" cy="6400800"/>
          </a:xfrm>
          <a:custGeom>
            <a:avLst/>
            <a:gdLst/>
            <a:ahLst/>
            <a:cxnLst/>
            <a:rect l="0" t="0" r="r" b="b"/>
            <a:pathLst>
              <a:path w="1000" h="1000">
                <a:moveTo>
                  <a:pt x="1000" y="500"/>
                </a:moveTo>
                <a:lnTo>
                  <a:pt x="1000" y="507"/>
                </a:lnTo>
                <a:lnTo>
                  <a:pt x="999" y="513"/>
                </a:lnTo>
                <a:lnTo>
                  <a:pt x="998" y="520"/>
                </a:lnTo>
                <a:lnTo>
                  <a:pt x="996" y="526"/>
                </a:lnTo>
                <a:lnTo>
                  <a:pt x="994" y="532"/>
                </a:lnTo>
                <a:lnTo>
                  <a:pt x="991" y="539"/>
                </a:lnTo>
                <a:lnTo>
                  <a:pt x="988" y="545"/>
                </a:lnTo>
                <a:lnTo>
                  <a:pt x="985" y="551"/>
                </a:lnTo>
                <a:lnTo>
                  <a:pt x="981" y="557"/>
                </a:lnTo>
                <a:lnTo>
                  <a:pt x="977" y="563"/>
                </a:lnTo>
                <a:lnTo>
                  <a:pt x="973" y="569"/>
                </a:lnTo>
                <a:lnTo>
                  <a:pt x="969" y="574"/>
                </a:lnTo>
                <a:lnTo>
                  <a:pt x="965" y="580"/>
                </a:lnTo>
                <a:lnTo>
                  <a:pt x="961" y="585"/>
                </a:lnTo>
                <a:lnTo>
                  <a:pt x="956" y="591"/>
                </a:lnTo>
                <a:lnTo>
                  <a:pt x="952" y="596"/>
                </a:lnTo>
                <a:lnTo>
                  <a:pt x="948" y="601"/>
                </a:lnTo>
                <a:lnTo>
                  <a:pt x="945" y="607"/>
                </a:lnTo>
                <a:lnTo>
                  <a:pt x="941" y="612"/>
                </a:lnTo>
                <a:lnTo>
                  <a:pt x="938" y="617"/>
                </a:lnTo>
                <a:lnTo>
                  <a:pt x="935" y="623"/>
                </a:lnTo>
                <a:lnTo>
                  <a:pt x="932" y="628"/>
                </a:lnTo>
                <a:lnTo>
                  <a:pt x="930" y="634"/>
                </a:lnTo>
                <a:lnTo>
                  <a:pt x="928" y="639"/>
                </a:lnTo>
                <a:lnTo>
                  <a:pt x="926" y="645"/>
                </a:lnTo>
                <a:lnTo>
                  <a:pt x="925" y="650"/>
                </a:lnTo>
                <a:lnTo>
                  <a:pt x="924" y="656"/>
                </a:lnTo>
                <a:lnTo>
                  <a:pt x="923" y="662"/>
                </a:lnTo>
                <a:lnTo>
                  <a:pt x="923" y="669"/>
                </a:lnTo>
                <a:lnTo>
                  <a:pt x="923" y="675"/>
                </a:lnTo>
                <a:lnTo>
                  <a:pt x="922" y="681"/>
                </a:lnTo>
                <a:lnTo>
                  <a:pt x="923" y="688"/>
                </a:lnTo>
                <a:lnTo>
                  <a:pt x="923" y="695"/>
                </a:lnTo>
                <a:lnTo>
                  <a:pt x="923" y="702"/>
                </a:lnTo>
                <a:lnTo>
                  <a:pt x="923" y="709"/>
                </a:lnTo>
                <a:lnTo>
                  <a:pt x="923" y="716"/>
                </a:lnTo>
                <a:lnTo>
                  <a:pt x="923" y="723"/>
                </a:lnTo>
                <a:lnTo>
                  <a:pt x="923" y="730"/>
                </a:lnTo>
                <a:lnTo>
                  <a:pt x="923" y="737"/>
                </a:lnTo>
                <a:lnTo>
                  <a:pt x="922" y="744"/>
                </a:lnTo>
                <a:lnTo>
                  <a:pt x="921" y="751"/>
                </a:lnTo>
                <a:lnTo>
                  <a:pt x="920" y="757"/>
                </a:lnTo>
                <a:lnTo>
                  <a:pt x="918" y="764"/>
                </a:lnTo>
                <a:lnTo>
                  <a:pt x="917" y="770"/>
                </a:lnTo>
                <a:lnTo>
                  <a:pt x="914" y="777"/>
                </a:lnTo>
                <a:lnTo>
                  <a:pt x="911" y="783"/>
                </a:lnTo>
                <a:lnTo>
                  <a:pt x="908" y="788"/>
                </a:lnTo>
                <a:lnTo>
                  <a:pt x="905" y="794"/>
                </a:lnTo>
                <a:lnTo>
                  <a:pt x="900" y="799"/>
                </a:lnTo>
                <a:lnTo>
                  <a:pt x="896" y="804"/>
                </a:lnTo>
                <a:lnTo>
                  <a:pt x="891" y="808"/>
                </a:lnTo>
                <a:lnTo>
                  <a:pt x="886" y="813"/>
                </a:lnTo>
                <a:lnTo>
                  <a:pt x="880" y="816"/>
                </a:lnTo>
                <a:lnTo>
                  <a:pt x="875" y="820"/>
                </a:lnTo>
                <a:lnTo>
                  <a:pt x="869" y="823"/>
                </a:lnTo>
                <a:lnTo>
                  <a:pt x="862" y="826"/>
                </a:lnTo>
                <a:lnTo>
                  <a:pt x="856" y="829"/>
                </a:lnTo>
                <a:lnTo>
                  <a:pt x="849" y="831"/>
                </a:lnTo>
                <a:lnTo>
                  <a:pt x="843" y="834"/>
                </a:lnTo>
                <a:lnTo>
                  <a:pt x="836" y="836"/>
                </a:lnTo>
                <a:lnTo>
                  <a:pt x="829" y="838"/>
                </a:lnTo>
                <a:lnTo>
                  <a:pt x="823" y="840"/>
                </a:lnTo>
                <a:lnTo>
                  <a:pt x="816" y="842"/>
                </a:lnTo>
                <a:lnTo>
                  <a:pt x="809" y="844"/>
                </a:lnTo>
                <a:lnTo>
                  <a:pt x="803" y="846"/>
                </a:lnTo>
                <a:lnTo>
                  <a:pt x="797" y="848"/>
                </a:lnTo>
                <a:lnTo>
                  <a:pt x="791" y="850"/>
                </a:lnTo>
                <a:lnTo>
                  <a:pt x="785" y="852"/>
                </a:lnTo>
                <a:lnTo>
                  <a:pt x="780" y="855"/>
                </a:lnTo>
                <a:lnTo>
                  <a:pt x="774" y="858"/>
                </a:lnTo>
                <a:lnTo>
                  <a:pt x="769" y="861"/>
                </a:lnTo>
                <a:lnTo>
                  <a:pt x="765" y="864"/>
                </a:lnTo>
                <a:lnTo>
                  <a:pt x="760" y="868"/>
                </a:lnTo>
                <a:lnTo>
                  <a:pt x="755" y="872"/>
                </a:lnTo>
                <a:lnTo>
                  <a:pt x="751" y="876"/>
                </a:lnTo>
                <a:lnTo>
                  <a:pt x="747" y="880"/>
                </a:lnTo>
                <a:lnTo>
                  <a:pt x="743" y="885"/>
                </a:lnTo>
                <a:lnTo>
                  <a:pt x="739" y="890"/>
                </a:lnTo>
                <a:lnTo>
                  <a:pt x="735" y="895"/>
                </a:lnTo>
                <a:lnTo>
                  <a:pt x="731" y="901"/>
                </a:lnTo>
                <a:lnTo>
                  <a:pt x="727" y="906"/>
                </a:lnTo>
                <a:lnTo>
                  <a:pt x="724" y="912"/>
                </a:lnTo>
                <a:lnTo>
                  <a:pt x="720" y="917"/>
                </a:lnTo>
                <a:lnTo>
                  <a:pt x="716" y="923"/>
                </a:lnTo>
                <a:lnTo>
                  <a:pt x="712" y="929"/>
                </a:lnTo>
                <a:lnTo>
                  <a:pt x="707" y="935"/>
                </a:lnTo>
                <a:lnTo>
                  <a:pt x="703" y="940"/>
                </a:lnTo>
                <a:lnTo>
                  <a:pt x="698" y="945"/>
                </a:lnTo>
                <a:lnTo>
                  <a:pt x="694" y="950"/>
                </a:lnTo>
                <a:lnTo>
                  <a:pt x="689" y="955"/>
                </a:lnTo>
                <a:lnTo>
                  <a:pt x="683" y="960"/>
                </a:lnTo>
                <a:lnTo>
                  <a:pt x="678" y="964"/>
                </a:lnTo>
                <a:lnTo>
                  <a:pt x="672" y="967"/>
                </a:lnTo>
                <a:lnTo>
                  <a:pt x="667" y="971"/>
                </a:lnTo>
                <a:lnTo>
                  <a:pt x="661" y="973"/>
                </a:lnTo>
                <a:lnTo>
                  <a:pt x="655" y="976"/>
                </a:lnTo>
                <a:lnTo>
                  <a:pt x="648" y="977"/>
                </a:lnTo>
                <a:lnTo>
                  <a:pt x="642" y="979"/>
                </a:lnTo>
                <a:lnTo>
                  <a:pt x="635" y="979"/>
                </a:lnTo>
                <a:lnTo>
                  <a:pt x="629" y="980"/>
                </a:lnTo>
                <a:lnTo>
                  <a:pt x="622" y="980"/>
                </a:lnTo>
                <a:lnTo>
                  <a:pt x="615" y="979"/>
                </a:lnTo>
                <a:lnTo>
                  <a:pt x="608" y="978"/>
                </a:lnTo>
                <a:lnTo>
                  <a:pt x="601" y="977"/>
                </a:lnTo>
                <a:lnTo>
                  <a:pt x="595" y="975"/>
                </a:lnTo>
                <a:lnTo>
                  <a:pt x="588" y="973"/>
                </a:lnTo>
                <a:lnTo>
                  <a:pt x="581" y="971"/>
                </a:lnTo>
                <a:lnTo>
                  <a:pt x="574" y="969"/>
                </a:lnTo>
                <a:lnTo>
                  <a:pt x="568" y="967"/>
                </a:lnTo>
                <a:lnTo>
                  <a:pt x="561" y="965"/>
                </a:lnTo>
                <a:lnTo>
                  <a:pt x="555" y="962"/>
                </a:lnTo>
                <a:lnTo>
                  <a:pt x="548" y="960"/>
                </a:lnTo>
                <a:lnTo>
                  <a:pt x="542" y="958"/>
                </a:lnTo>
                <a:lnTo>
                  <a:pt x="536" y="956"/>
                </a:lnTo>
                <a:lnTo>
                  <a:pt x="530" y="954"/>
                </a:lnTo>
                <a:lnTo>
                  <a:pt x="524" y="953"/>
                </a:lnTo>
                <a:lnTo>
                  <a:pt x="518" y="952"/>
                </a:lnTo>
                <a:lnTo>
                  <a:pt x="512" y="951"/>
                </a:lnTo>
                <a:lnTo>
                  <a:pt x="506" y="950"/>
                </a:lnTo>
                <a:lnTo>
                  <a:pt x="500" y="950"/>
                </a:lnTo>
                <a:lnTo>
                  <a:pt x="494" y="950"/>
                </a:lnTo>
                <a:lnTo>
                  <a:pt x="488" y="951"/>
                </a:lnTo>
                <a:lnTo>
                  <a:pt x="482" y="952"/>
                </a:lnTo>
                <a:lnTo>
                  <a:pt x="476" y="953"/>
                </a:lnTo>
                <a:lnTo>
                  <a:pt x="470" y="954"/>
                </a:lnTo>
                <a:lnTo>
                  <a:pt x="464" y="956"/>
                </a:lnTo>
                <a:lnTo>
                  <a:pt x="458" y="958"/>
                </a:lnTo>
                <a:lnTo>
                  <a:pt x="452" y="960"/>
                </a:lnTo>
                <a:lnTo>
                  <a:pt x="445" y="962"/>
                </a:lnTo>
                <a:lnTo>
                  <a:pt x="439" y="965"/>
                </a:lnTo>
                <a:lnTo>
                  <a:pt x="432" y="967"/>
                </a:lnTo>
                <a:lnTo>
                  <a:pt x="426" y="969"/>
                </a:lnTo>
                <a:lnTo>
                  <a:pt x="419" y="971"/>
                </a:lnTo>
                <a:lnTo>
                  <a:pt x="412" y="973"/>
                </a:lnTo>
                <a:lnTo>
                  <a:pt x="405" y="975"/>
                </a:lnTo>
                <a:lnTo>
                  <a:pt x="399" y="977"/>
                </a:lnTo>
                <a:lnTo>
                  <a:pt x="392" y="978"/>
                </a:lnTo>
                <a:lnTo>
                  <a:pt x="385" y="979"/>
                </a:lnTo>
                <a:lnTo>
                  <a:pt x="378" y="980"/>
                </a:lnTo>
                <a:lnTo>
                  <a:pt x="371" y="980"/>
                </a:lnTo>
                <a:lnTo>
                  <a:pt x="365" y="979"/>
                </a:lnTo>
                <a:lnTo>
                  <a:pt x="358" y="979"/>
                </a:lnTo>
                <a:lnTo>
                  <a:pt x="352" y="977"/>
                </a:lnTo>
                <a:lnTo>
                  <a:pt x="345" y="976"/>
                </a:lnTo>
                <a:lnTo>
                  <a:pt x="339" y="973"/>
                </a:lnTo>
                <a:lnTo>
                  <a:pt x="333" y="971"/>
                </a:lnTo>
                <a:lnTo>
                  <a:pt x="328" y="967"/>
                </a:lnTo>
                <a:lnTo>
                  <a:pt x="322" y="964"/>
                </a:lnTo>
                <a:lnTo>
                  <a:pt x="317" y="960"/>
                </a:lnTo>
                <a:lnTo>
                  <a:pt x="311" y="955"/>
                </a:lnTo>
                <a:lnTo>
                  <a:pt x="306" y="950"/>
                </a:lnTo>
                <a:lnTo>
                  <a:pt x="302" y="945"/>
                </a:lnTo>
                <a:lnTo>
                  <a:pt x="297" y="940"/>
                </a:lnTo>
                <a:lnTo>
                  <a:pt x="293" y="935"/>
                </a:lnTo>
                <a:lnTo>
                  <a:pt x="288" y="929"/>
                </a:lnTo>
                <a:lnTo>
                  <a:pt x="284" y="923"/>
                </a:lnTo>
                <a:lnTo>
                  <a:pt x="280" y="917"/>
                </a:lnTo>
                <a:lnTo>
                  <a:pt x="276" y="912"/>
                </a:lnTo>
                <a:lnTo>
                  <a:pt x="273" y="906"/>
                </a:lnTo>
                <a:lnTo>
                  <a:pt x="269" y="901"/>
                </a:lnTo>
                <a:lnTo>
                  <a:pt x="265" y="895"/>
                </a:lnTo>
                <a:lnTo>
                  <a:pt x="261" y="890"/>
                </a:lnTo>
                <a:lnTo>
                  <a:pt x="257" y="885"/>
                </a:lnTo>
                <a:lnTo>
                  <a:pt x="253" y="880"/>
                </a:lnTo>
                <a:lnTo>
                  <a:pt x="249" y="876"/>
                </a:lnTo>
                <a:lnTo>
                  <a:pt x="245" y="872"/>
                </a:lnTo>
                <a:lnTo>
                  <a:pt x="240" y="868"/>
                </a:lnTo>
                <a:lnTo>
                  <a:pt x="235" y="864"/>
                </a:lnTo>
                <a:lnTo>
                  <a:pt x="231" y="861"/>
                </a:lnTo>
                <a:lnTo>
                  <a:pt x="226" y="858"/>
                </a:lnTo>
                <a:lnTo>
                  <a:pt x="220" y="855"/>
                </a:lnTo>
                <a:lnTo>
                  <a:pt x="215" y="852"/>
                </a:lnTo>
                <a:lnTo>
                  <a:pt x="209" y="850"/>
                </a:lnTo>
                <a:lnTo>
                  <a:pt x="203" y="848"/>
                </a:lnTo>
                <a:lnTo>
                  <a:pt x="197" y="846"/>
                </a:lnTo>
                <a:lnTo>
                  <a:pt x="191" y="844"/>
                </a:lnTo>
                <a:lnTo>
                  <a:pt x="184" y="842"/>
                </a:lnTo>
                <a:lnTo>
                  <a:pt x="177" y="840"/>
                </a:lnTo>
                <a:lnTo>
                  <a:pt x="171" y="838"/>
                </a:lnTo>
                <a:lnTo>
                  <a:pt x="164" y="836"/>
                </a:lnTo>
                <a:lnTo>
                  <a:pt x="157" y="834"/>
                </a:lnTo>
                <a:lnTo>
                  <a:pt x="151" y="831"/>
                </a:lnTo>
                <a:lnTo>
                  <a:pt x="144" y="829"/>
                </a:lnTo>
                <a:lnTo>
                  <a:pt x="138" y="826"/>
                </a:lnTo>
                <a:lnTo>
                  <a:pt x="131" y="823"/>
                </a:lnTo>
                <a:lnTo>
                  <a:pt x="125" y="820"/>
                </a:lnTo>
                <a:lnTo>
                  <a:pt x="120" y="816"/>
                </a:lnTo>
                <a:lnTo>
                  <a:pt x="114" y="813"/>
                </a:lnTo>
                <a:lnTo>
                  <a:pt x="109" y="808"/>
                </a:lnTo>
                <a:lnTo>
                  <a:pt x="104" y="804"/>
                </a:lnTo>
                <a:lnTo>
                  <a:pt x="100" y="799"/>
                </a:lnTo>
                <a:lnTo>
                  <a:pt x="95" y="794"/>
                </a:lnTo>
                <a:lnTo>
                  <a:pt x="92" y="788"/>
                </a:lnTo>
                <a:lnTo>
                  <a:pt x="89" y="783"/>
                </a:lnTo>
                <a:lnTo>
                  <a:pt x="86" y="777"/>
                </a:lnTo>
                <a:lnTo>
                  <a:pt x="83" y="770"/>
                </a:lnTo>
                <a:lnTo>
                  <a:pt x="82" y="764"/>
                </a:lnTo>
                <a:lnTo>
                  <a:pt x="80" y="757"/>
                </a:lnTo>
                <a:lnTo>
                  <a:pt x="79" y="751"/>
                </a:lnTo>
                <a:lnTo>
                  <a:pt x="78" y="744"/>
                </a:lnTo>
                <a:lnTo>
                  <a:pt x="77" y="737"/>
                </a:lnTo>
                <a:lnTo>
                  <a:pt x="77" y="730"/>
                </a:lnTo>
                <a:lnTo>
                  <a:pt x="77" y="723"/>
                </a:lnTo>
                <a:lnTo>
                  <a:pt x="77" y="716"/>
                </a:lnTo>
                <a:lnTo>
                  <a:pt x="77" y="709"/>
                </a:lnTo>
                <a:lnTo>
                  <a:pt x="77" y="702"/>
                </a:lnTo>
                <a:lnTo>
                  <a:pt x="77" y="695"/>
                </a:lnTo>
                <a:lnTo>
                  <a:pt x="77" y="688"/>
                </a:lnTo>
                <a:lnTo>
                  <a:pt x="78" y="681"/>
                </a:lnTo>
                <a:lnTo>
                  <a:pt x="77" y="675"/>
                </a:lnTo>
                <a:lnTo>
                  <a:pt x="77" y="669"/>
                </a:lnTo>
                <a:lnTo>
                  <a:pt x="77" y="662"/>
                </a:lnTo>
                <a:lnTo>
                  <a:pt x="76" y="656"/>
                </a:lnTo>
                <a:lnTo>
                  <a:pt x="75" y="650"/>
                </a:lnTo>
                <a:lnTo>
                  <a:pt x="74" y="645"/>
                </a:lnTo>
                <a:lnTo>
                  <a:pt x="72" y="639"/>
                </a:lnTo>
                <a:lnTo>
                  <a:pt x="70" y="634"/>
                </a:lnTo>
                <a:lnTo>
                  <a:pt x="68" y="628"/>
                </a:lnTo>
                <a:lnTo>
                  <a:pt x="65" y="623"/>
                </a:lnTo>
                <a:lnTo>
                  <a:pt x="62" y="617"/>
                </a:lnTo>
                <a:lnTo>
                  <a:pt x="59" y="612"/>
                </a:lnTo>
                <a:lnTo>
                  <a:pt x="55" y="607"/>
                </a:lnTo>
                <a:lnTo>
                  <a:pt x="52" y="601"/>
                </a:lnTo>
                <a:lnTo>
                  <a:pt x="48" y="596"/>
                </a:lnTo>
                <a:lnTo>
                  <a:pt x="44" y="591"/>
                </a:lnTo>
                <a:lnTo>
                  <a:pt x="39" y="585"/>
                </a:lnTo>
                <a:lnTo>
                  <a:pt x="35" y="580"/>
                </a:lnTo>
                <a:lnTo>
                  <a:pt x="31" y="574"/>
                </a:lnTo>
                <a:lnTo>
                  <a:pt x="27" y="569"/>
                </a:lnTo>
                <a:lnTo>
                  <a:pt x="23" y="563"/>
                </a:lnTo>
                <a:lnTo>
                  <a:pt x="19" y="557"/>
                </a:lnTo>
                <a:lnTo>
                  <a:pt x="15" y="551"/>
                </a:lnTo>
                <a:lnTo>
                  <a:pt x="12" y="545"/>
                </a:lnTo>
                <a:lnTo>
                  <a:pt x="9" y="539"/>
                </a:lnTo>
                <a:lnTo>
                  <a:pt x="6" y="532"/>
                </a:lnTo>
                <a:lnTo>
                  <a:pt x="4" y="526"/>
                </a:lnTo>
                <a:lnTo>
                  <a:pt x="2" y="520"/>
                </a:lnTo>
                <a:lnTo>
                  <a:pt x="1" y="513"/>
                </a:lnTo>
                <a:lnTo>
                  <a:pt x="0" y="507"/>
                </a:lnTo>
                <a:lnTo>
                  <a:pt x="0" y="500"/>
                </a:lnTo>
                <a:lnTo>
                  <a:pt x="0" y="493"/>
                </a:lnTo>
                <a:lnTo>
                  <a:pt x="1" y="487"/>
                </a:lnTo>
                <a:lnTo>
                  <a:pt x="2" y="480"/>
                </a:lnTo>
                <a:lnTo>
                  <a:pt x="4" y="474"/>
                </a:lnTo>
                <a:lnTo>
                  <a:pt x="6" y="468"/>
                </a:lnTo>
                <a:lnTo>
                  <a:pt x="9" y="461"/>
                </a:lnTo>
                <a:lnTo>
                  <a:pt x="12" y="455"/>
                </a:lnTo>
                <a:lnTo>
                  <a:pt x="15" y="449"/>
                </a:lnTo>
                <a:lnTo>
                  <a:pt x="19" y="443"/>
                </a:lnTo>
                <a:lnTo>
                  <a:pt x="23" y="437"/>
                </a:lnTo>
                <a:lnTo>
                  <a:pt x="27" y="431"/>
                </a:lnTo>
                <a:lnTo>
                  <a:pt x="31" y="426"/>
                </a:lnTo>
                <a:lnTo>
                  <a:pt x="35" y="420"/>
                </a:lnTo>
                <a:lnTo>
                  <a:pt x="39" y="415"/>
                </a:lnTo>
                <a:lnTo>
                  <a:pt x="44" y="409"/>
                </a:lnTo>
                <a:lnTo>
                  <a:pt x="48" y="404"/>
                </a:lnTo>
                <a:lnTo>
                  <a:pt x="52" y="399"/>
                </a:lnTo>
                <a:lnTo>
                  <a:pt x="55" y="393"/>
                </a:lnTo>
                <a:lnTo>
                  <a:pt x="59" y="388"/>
                </a:lnTo>
                <a:lnTo>
                  <a:pt x="62" y="383"/>
                </a:lnTo>
                <a:lnTo>
                  <a:pt x="65" y="377"/>
                </a:lnTo>
                <a:lnTo>
                  <a:pt x="68" y="372"/>
                </a:lnTo>
                <a:lnTo>
                  <a:pt x="70" y="366"/>
                </a:lnTo>
                <a:lnTo>
                  <a:pt x="72" y="361"/>
                </a:lnTo>
                <a:lnTo>
                  <a:pt x="74" y="355"/>
                </a:lnTo>
                <a:lnTo>
                  <a:pt x="75" y="350"/>
                </a:lnTo>
                <a:lnTo>
                  <a:pt x="76" y="344"/>
                </a:lnTo>
                <a:lnTo>
                  <a:pt x="77" y="338"/>
                </a:lnTo>
                <a:lnTo>
                  <a:pt x="77" y="331"/>
                </a:lnTo>
                <a:lnTo>
                  <a:pt x="77" y="325"/>
                </a:lnTo>
                <a:lnTo>
                  <a:pt x="78" y="319"/>
                </a:lnTo>
                <a:lnTo>
                  <a:pt x="77" y="312"/>
                </a:lnTo>
                <a:lnTo>
                  <a:pt x="77" y="305"/>
                </a:lnTo>
                <a:lnTo>
                  <a:pt x="77" y="298"/>
                </a:lnTo>
                <a:lnTo>
                  <a:pt x="77" y="291"/>
                </a:lnTo>
                <a:lnTo>
                  <a:pt x="77" y="284"/>
                </a:lnTo>
                <a:lnTo>
                  <a:pt x="77" y="277"/>
                </a:lnTo>
                <a:lnTo>
                  <a:pt x="77" y="270"/>
                </a:lnTo>
                <a:lnTo>
                  <a:pt x="77" y="263"/>
                </a:lnTo>
                <a:lnTo>
                  <a:pt x="78" y="256"/>
                </a:lnTo>
                <a:lnTo>
                  <a:pt x="79" y="249"/>
                </a:lnTo>
                <a:lnTo>
                  <a:pt x="80" y="243"/>
                </a:lnTo>
                <a:lnTo>
                  <a:pt x="82" y="236"/>
                </a:lnTo>
                <a:lnTo>
                  <a:pt x="83" y="230"/>
                </a:lnTo>
                <a:lnTo>
                  <a:pt x="86" y="223"/>
                </a:lnTo>
                <a:lnTo>
                  <a:pt x="89" y="217"/>
                </a:lnTo>
                <a:lnTo>
                  <a:pt x="92" y="212"/>
                </a:lnTo>
                <a:lnTo>
                  <a:pt x="95" y="206"/>
                </a:lnTo>
                <a:lnTo>
                  <a:pt x="100" y="201"/>
                </a:lnTo>
                <a:lnTo>
                  <a:pt x="104" y="196"/>
                </a:lnTo>
                <a:lnTo>
                  <a:pt x="109" y="192"/>
                </a:lnTo>
                <a:lnTo>
                  <a:pt x="114" y="187"/>
                </a:lnTo>
                <a:lnTo>
                  <a:pt x="120" y="184"/>
                </a:lnTo>
                <a:lnTo>
                  <a:pt x="125" y="180"/>
                </a:lnTo>
                <a:lnTo>
                  <a:pt x="131" y="177"/>
                </a:lnTo>
                <a:lnTo>
                  <a:pt x="138" y="174"/>
                </a:lnTo>
                <a:lnTo>
                  <a:pt x="144" y="171"/>
                </a:lnTo>
                <a:lnTo>
                  <a:pt x="151" y="169"/>
                </a:lnTo>
                <a:lnTo>
                  <a:pt x="157" y="166"/>
                </a:lnTo>
                <a:lnTo>
                  <a:pt x="164" y="164"/>
                </a:lnTo>
                <a:lnTo>
                  <a:pt x="171" y="162"/>
                </a:lnTo>
                <a:lnTo>
                  <a:pt x="177" y="160"/>
                </a:lnTo>
                <a:lnTo>
                  <a:pt x="184" y="158"/>
                </a:lnTo>
                <a:lnTo>
                  <a:pt x="191" y="156"/>
                </a:lnTo>
                <a:lnTo>
                  <a:pt x="197" y="154"/>
                </a:lnTo>
                <a:lnTo>
                  <a:pt x="203" y="152"/>
                </a:lnTo>
                <a:lnTo>
                  <a:pt x="209" y="150"/>
                </a:lnTo>
                <a:lnTo>
                  <a:pt x="215" y="148"/>
                </a:lnTo>
                <a:lnTo>
                  <a:pt x="220" y="145"/>
                </a:lnTo>
                <a:lnTo>
                  <a:pt x="226" y="142"/>
                </a:lnTo>
                <a:lnTo>
                  <a:pt x="231" y="139"/>
                </a:lnTo>
                <a:lnTo>
                  <a:pt x="235" y="136"/>
                </a:lnTo>
                <a:lnTo>
                  <a:pt x="240" y="132"/>
                </a:lnTo>
                <a:lnTo>
                  <a:pt x="245" y="128"/>
                </a:lnTo>
                <a:lnTo>
                  <a:pt x="249" y="124"/>
                </a:lnTo>
                <a:lnTo>
                  <a:pt x="253" y="120"/>
                </a:lnTo>
                <a:lnTo>
                  <a:pt x="257" y="115"/>
                </a:lnTo>
                <a:lnTo>
                  <a:pt x="261" y="110"/>
                </a:lnTo>
                <a:lnTo>
                  <a:pt x="265" y="105"/>
                </a:lnTo>
                <a:lnTo>
                  <a:pt x="269" y="99"/>
                </a:lnTo>
                <a:lnTo>
                  <a:pt x="273" y="94"/>
                </a:lnTo>
                <a:lnTo>
                  <a:pt x="276" y="88"/>
                </a:lnTo>
                <a:lnTo>
                  <a:pt x="280" y="83"/>
                </a:lnTo>
                <a:lnTo>
                  <a:pt x="284" y="77"/>
                </a:lnTo>
                <a:lnTo>
                  <a:pt x="288" y="71"/>
                </a:lnTo>
                <a:lnTo>
                  <a:pt x="293" y="65"/>
                </a:lnTo>
                <a:lnTo>
                  <a:pt x="297" y="60"/>
                </a:lnTo>
                <a:lnTo>
                  <a:pt x="302" y="55"/>
                </a:lnTo>
                <a:lnTo>
                  <a:pt x="306" y="50"/>
                </a:lnTo>
                <a:lnTo>
                  <a:pt x="311" y="45"/>
                </a:lnTo>
                <a:lnTo>
                  <a:pt x="317" y="40"/>
                </a:lnTo>
                <a:lnTo>
                  <a:pt x="322" y="36"/>
                </a:lnTo>
                <a:lnTo>
                  <a:pt x="328" y="33"/>
                </a:lnTo>
                <a:lnTo>
                  <a:pt x="333" y="29"/>
                </a:lnTo>
                <a:lnTo>
                  <a:pt x="339" y="27"/>
                </a:lnTo>
                <a:lnTo>
                  <a:pt x="345" y="24"/>
                </a:lnTo>
                <a:lnTo>
                  <a:pt x="352" y="23"/>
                </a:lnTo>
                <a:lnTo>
                  <a:pt x="358" y="21"/>
                </a:lnTo>
                <a:lnTo>
                  <a:pt x="365" y="21"/>
                </a:lnTo>
                <a:lnTo>
                  <a:pt x="371" y="20"/>
                </a:lnTo>
                <a:lnTo>
                  <a:pt x="378" y="20"/>
                </a:lnTo>
                <a:lnTo>
                  <a:pt x="385" y="21"/>
                </a:lnTo>
                <a:lnTo>
                  <a:pt x="392" y="22"/>
                </a:lnTo>
                <a:lnTo>
                  <a:pt x="399" y="23"/>
                </a:lnTo>
                <a:lnTo>
                  <a:pt x="405" y="25"/>
                </a:lnTo>
                <a:lnTo>
                  <a:pt x="412" y="27"/>
                </a:lnTo>
                <a:lnTo>
                  <a:pt x="419" y="29"/>
                </a:lnTo>
                <a:lnTo>
                  <a:pt x="426" y="31"/>
                </a:lnTo>
                <a:lnTo>
                  <a:pt x="432" y="33"/>
                </a:lnTo>
                <a:lnTo>
                  <a:pt x="439" y="35"/>
                </a:lnTo>
                <a:lnTo>
                  <a:pt x="445" y="38"/>
                </a:lnTo>
                <a:lnTo>
                  <a:pt x="452" y="40"/>
                </a:lnTo>
                <a:lnTo>
                  <a:pt x="458" y="42"/>
                </a:lnTo>
                <a:lnTo>
                  <a:pt x="464" y="44"/>
                </a:lnTo>
                <a:lnTo>
                  <a:pt x="470" y="46"/>
                </a:lnTo>
                <a:lnTo>
                  <a:pt x="476" y="47"/>
                </a:lnTo>
                <a:lnTo>
                  <a:pt x="482" y="48"/>
                </a:lnTo>
                <a:lnTo>
                  <a:pt x="488" y="49"/>
                </a:lnTo>
                <a:lnTo>
                  <a:pt x="494" y="50"/>
                </a:lnTo>
                <a:lnTo>
                  <a:pt x="500" y="50"/>
                </a:lnTo>
                <a:lnTo>
                  <a:pt x="506" y="50"/>
                </a:lnTo>
                <a:lnTo>
                  <a:pt x="512" y="49"/>
                </a:lnTo>
                <a:lnTo>
                  <a:pt x="518" y="48"/>
                </a:lnTo>
                <a:lnTo>
                  <a:pt x="524" y="47"/>
                </a:lnTo>
                <a:lnTo>
                  <a:pt x="530" y="46"/>
                </a:lnTo>
                <a:lnTo>
                  <a:pt x="536" y="44"/>
                </a:lnTo>
                <a:lnTo>
                  <a:pt x="542" y="42"/>
                </a:lnTo>
                <a:lnTo>
                  <a:pt x="548" y="40"/>
                </a:lnTo>
                <a:lnTo>
                  <a:pt x="555" y="38"/>
                </a:lnTo>
                <a:lnTo>
                  <a:pt x="561" y="35"/>
                </a:lnTo>
                <a:lnTo>
                  <a:pt x="568" y="33"/>
                </a:lnTo>
                <a:lnTo>
                  <a:pt x="574" y="31"/>
                </a:lnTo>
                <a:lnTo>
                  <a:pt x="581" y="29"/>
                </a:lnTo>
                <a:lnTo>
                  <a:pt x="588" y="27"/>
                </a:lnTo>
                <a:lnTo>
                  <a:pt x="595" y="25"/>
                </a:lnTo>
                <a:lnTo>
                  <a:pt x="601" y="23"/>
                </a:lnTo>
                <a:lnTo>
                  <a:pt x="608" y="22"/>
                </a:lnTo>
                <a:lnTo>
                  <a:pt x="615" y="21"/>
                </a:lnTo>
                <a:lnTo>
                  <a:pt x="622" y="20"/>
                </a:lnTo>
                <a:lnTo>
                  <a:pt x="629" y="20"/>
                </a:lnTo>
                <a:lnTo>
                  <a:pt x="635" y="21"/>
                </a:lnTo>
                <a:lnTo>
                  <a:pt x="642" y="21"/>
                </a:lnTo>
                <a:lnTo>
                  <a:pt x="648" y="23"/>
                </a:lnTo>
                <a:lnTo>
                  <a:pt x="655" y="24"/>
                </a:lnTo>
                <a:lnTo>
                  <a:pt x="661" y="27"/>
                </a:lnTo>
                <a:lnTo>
                  <a:pt x="667" y="29"/>
                </a:lnTo>
                <a:lnTo>
                  <a:pt x="672" y="33"/>
                </a:lnTo>
                <a:lnTo>
                  <a:pt x="678" y="36"/>
                </a:lnTo>
                <a:lnTo>
                  <a:pt x="683" y="40"/>
                </a:lnTo>
                <a:lnTo>
                  <a:pt x="689" y="45"/>
                </a:lnTo>
                <a:lnTo>
                  <a:pt x="694" y="50"/>
                </a:lnTo>
                <a:lnTo>
                  <a:pt x="698" y="55"/>
                </a:lnTo>
                <a:lnTo>
                  <a:pt x="703" y="60"/>
                </a:lnTo>
                <a:lnTo>
                  <a:pt x="707" y="65"/>
                </a:lnTo>
                <a:lnTo>
                  <a:pt x="712" y="71"/>
                </a:lnTo>
                <a:lnTo>
                  <a:pt x="716" y="77"/>
                </a:lnTo>
                <a:lnTo>
                  <a:pt x="720" y="83"/>
                </a:lnTo>
                <a:lnTo>
                  <a:pt x="724" y="88"/>
                </a:lnTo>
                <a:lnTo>
                  <a:pt x="727" y="94"/>
                </a:lnTo>
                <a:lnTo>
                  <a:pt x="731" y="99"/>
                </a:lnTo>
                <a:lnTo>
                  <a:pt x="735" y="105"/>
                </a:lnTo>
                <a:lnTo>
                  <a:pt x="739" y="110"/>
                </a:lnTo>
                <a:lnTo>
                  <a:pt x="743" y="115"/>
                </a:lnTo>
                <a:lnTo>
                  <a:pt x="747" y="120"/>
                </a:lnTo>
                <a:lnTo>
                  <a:pt x="751" y="124"/>
                </a:lnTo>
                <a:lnTo>
                  <a:pt x="755" y="128"/>
                </a:lnTo>
                <a:lnTo>
                  <a:pt x="760" y="132"/>
                </a:lnTo>
                <a:lnTo>
                  <a:pt x="765" y="136"/>
                </a:lnTo>
                <a:lnTo>
                  <a:pt x="769" y="139"/>
                </a:lnTo>
                <a:lnTo>
                  <a:pt x="774" y="142"/>
                </a:lnTo>
                <a:lnTo>
                  <a:pt x="780" y="145"/>
                </a:lnTo>
                <a:lnTo>
                  <a:pt x="785" y="148"/>
                </a:lnTo>
                <a:lnTo>
                  <a:pt x="791" y="150"/>
                </a:lnTo>
                <a:lnTo>
                  <a:pt x="797" y="152"/>
                </a:lnTo>
                <a:lnTo>
                  <a:pt x="803" y="154"/>
                </a:lnTo>
                <a:lnTo>
                  <a:pt x="809" y="156"/>
                </a:lnTo>
                <a:lnTo>
                  <a:pt x="816" y="158"/>
                </a:lnTo>
                <a:lnTo>
                  <a:pt x="823" y="160"/>
                </a:lnTo>
                <a:lnTo>
                  <a:pt x="829" y="162"/>
                </a:lnTo>
                <a:lnTo>
                  <a:pt x="836" y="164"/>
                </a:lnTo>
                <a:lnTo>
                  <a:pt x="843" y="166"/>
                </a:lnTo>
                <a:lnTo>
                  <a:pt x="849" y="169"/>
                </a:lnTo>
                <a:lnTo>
                  <a:pt x="856" y="171"/>
                </a:lnTo>
                <a:lnTo>
                  <a:pt x="862" y="174"/>
                </a:lnTo>
                <a:lnTo>
                  <a:pt x="869" y="177"/>
                </a:lnTo>
                <a:lnTo>
                  <a:pt x="875" y="180"/>
                </a:lnTo>
                <a:lnTo>
                  <a:pt x="880" y="184"/>
                </a:lnTo>
                <a:lnTo>
                  <a:pt x="886" y="187"/>
                </a:lnTo>
                <a:lnTo>
                  <a:pt x="891" y="192"/>
                </a:lnTo>
                <a:lnTo>
                  <a:pt x="896" y="196"/>
                </a:lnTo>
                <a:lnTo>
                  <a:pt x="900" y="201"/>
                </a:lnTo>
                <a:lnTo>
                  <a:pt x="905" y="206"/>
                </a:lnTo>
                <a:lnTo>
                  <a:pt x="908" y="212"/>
                </a:lnTo>
                <a:lnTo>
                  <a:pt x="911" y="217"/>
                </a:lnTo>
                <a:lnTo>
                  <a:pt x="914" y="223"/>
                </a:lnTo>
                <a:lnTo>
                  <a:pt x="917" y="230"/>
                </a:lnTo>
                <a:lnTo>
                  <a:pt x="918" y="236"/>
                </a:lnTo>
                <a:lnTo>
                  <a:pt x="920" y="243"/>
                </a:lnTo>
                <a:lnTo>
                  <a:pt x="921" y="249"/>
                </a:lnTo>
                <a:lnTo>
                  <a:pt x="922" y="256"/>
                </a:lnTo>
                <a:lnTo>
                  <a:pt x="923" y="263"/>
                </a:lnTo>
                <a:lnTo>
                  <a:pt x="923" y="270"/>
                </a:lnTo>
                <a:lnTo>
                  <a:pt x="923" y="277"/>
                </a:lnTo>
                <a:lnTo>
                  <a:pt x="923" y="284"/>
                </a:lnTo>
                <a:lnTo>
                  <a:pt x="923" y="291"/>
                </a:lnTo>
                <a:lnTo>
                  <a:pt x="923" y="298"/>
                </a:lnTo>
                <a:lnTo>
                  <a:pt x="923" y="305"/>
                </a:lnTo>
                <a:lnTo>
                  <a:pt x="923" y="312"/>
                </a:lnTo>
                <a:lnTo>
                  <a:pt x="922" y="319"/>
                </a:lnTo>
                <a:lnTo>
                  <a:pt x="923" y="325"/>
                </a:lnTo>
                <a:lnTo>
                  <a:pt x="923" y="331"/>
                </a:lnTo>
                <a:lnTo>
                  <a:pt x="923" y="338"/>
                </a:lnTo>
                <a:lnTo>
                  <a:pt x="924" y="344"/>
                </a:lnTo>
                <a:lnTo>
                  <a:pt x="925" y="350"/>
                </a:lnTo>
                <a:lnTo>
                  <a:pt x="926" y="355"/>
                </a:lnTo>
                <a:lnTo>
                  <a:pt x="928" y="361"/>
                </a:lnTo>
                <a:lnTo>
                  <a:pt x="930" y="366"/>
                </a:lnTo>
                <a:lnTo>
                  <a:pt x="932" y="372"/>
                </a:lnTo>
                <a:lnTo>
                  <a:pt x="935" y="377"/>
                </a:lnTo>
                <a:lnTo>
                  <a:pt x="938" y="383"/>
                </a:lnTo>
                <a:lnTo>
                  <a:pt x="941" y="388"/>
                </a:lnTo>
                <a:lnTo>
                  <a:pt x="945" y="393"/>
                </a:lnTo>
                <a:lnTo>
                  <a:pt x="948" y="399"/>
                </a:lnTo>
                <a:lnTo>
                  <a:pt x="952" y="404"/>
                </a:lnTo>
                <a:lnTo>
                  <a:pt x="956" y="409"/>
                </a:lnTo>
                <a:lnTo>
                  <a:pt x="961" y="415"/>
                </a:lnTo>
                <a:lnTo>
                  <a:pt x="965" y="420"/>
                </a:lnTo>
                <a:lnTo>
                  <a:pt x="969" y="426"/>
                </a:lnTo>
                <a:lnTo>
                  <a:pt x="973" y="431"/>
                </a:lnTo>
                <a:lnTo>
                  <a:pt x="977" y="437"/>
                </a:lnTo>
                <a:lnTo>
                  <a:pt x="981" y="443"/>
                </a:lnTo>
                <a:lnTo>
                  <a:pt x="985" y="449"/>
                </a:lnTo>
                <a:lnTo>
                  <a:pt x="988" y="455"/>
                </a:lnTo>
                <a:lnTo>
                  <a:pt x="991" y="461"/>
                </a:lnTo>
                <a:lnTo>
                  <a:pt x="994" y="468"/>
                </a:lnTo>
                <a:lnTo>
                  <a:pt x="996" y="474"/>
                </a:lnTo>
                <a:lnTo>
                  <a:pt x="998" y="480"/>
                </a:lnTo>
                <a:lnTo>
                  <a:pt x="999" y="487"/>
                </a:lnTo>
                <a:lnTo>
                  <a:pt x="1000" y="493"/>
                </a:lnTo>
                <a:close/>
              </a:path>
            </a:pathLst>
          </a:custGeom>
          <a:solidFill>
            <a:srgbClr val="0263BA"/>
          </a:solidFill>
          <a:ln w="762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395727" y="2532888"/>
            <a:ext cx="4352544" cy="4352544"/>
          </a:xfrm>
          <a:custGeom>
            <a:avLst/>
            <a:gdLst/>
            <a:ahLst/>
            <a:cxnLst/>
            <a:rect l="0" t="0" r="r" b="b"/>
            <a:pathLst>
              <a:path w="1000" h="1000">
                <a:moveTo>
                  <a:pt x="999" y="500"/>
                </a:moveTo>
                <a:lnTo>
                  <a:pt x="998" y="507"/>
                </a:lnTo>
                <a:lnTo>
                  <a:pt x="996" y="513"/>
                </a:lnTo>
                <a:lnTo>
                  <a:pt x="994" y="519"/>
                </a:lnTo>
                <a:lnTo>
                  <a:pt x="991" y="526"/>
                </a:lnTo>
                <a:lnTo>
                  <a:pt x="988" y="532"/>
                </a:lnTo>
                <a:lnTo>
                  <a:pt x="985" y="538"/>
                </a:lnTo>
                <a:lnTo>
                  <a:pt x="981" y="544"/>
                </a:lnTo>
                <a:lnTo>
                  <a:pt x="978" y="550"/>
                </a:lnTo>
                <a:lnTo>
                  <a:pt x="974" y="556"/>
                </a:lnTo>
                <a:lnTo>
                  <a:pt x="970" y="562"/>
                </a:lnTo>
                <a:lnTo>
                  <a:pt x="966" y="568"/>
                </a:lnTo>
                <a:lnTo>
                  <a:pt x="962" y="573"/>
                </a:lnTo>
                <a:lnTo>
                  <a:pt x="958" y="579"/>
                </a:lnTo>
                <a:lnTo>
                  <a:pt x="954" y="584"/>
                </a:lnTo>
                <a:lnTo>
                  <a:pt x="950" y="590"/>
                </a:lnTo>
                <a:lnTo>
                  <a:pt x="946" y="595"/>
                </a:lnTo>
                <a:lnTo>
                  <a:pt x="943" y="600"/>
                </a:lnTo>
                <a:lnTo>
                  <a:pt x="940" y="606"/>
                </a:lnTo>
                <a:lnTo>
                  <a:pt x="938" y="611"/>
                </a:lnTo>
                <a:lnTo>
                  <a:pt x="935" y="617"/>
                </a:lnTo>
                <a:lnTo>
                  <a:pt x="933" y="622"/>
                </a:lnTo>
                <a:lnTo>
                  <a:pt x="932" y="628"/>
                </a:lnTo>
                <a:lnTo>
                  <a:pt x="930" y="634"/>
                </a:lnTo>
                <a:lnTo>
                  <a:pt x="929" y="639"/>
                </a:lnTo>
                <a:lnTo>
                  <a:pt x="928" y="645"/>
                </a:lnTo>
                <a:lnTo>
                  <a:pt x="928" y="652"/>
                </a:lnTo>
                <a:lnTo>
                  <a:pt x="928" y="658"/>
                </a:lnTo>
                <a:lnTo>
                  <a:pt x="928" y="664"/>
                </a:lnTo>
                <a:lnTo>
                  <a:pt x="928" y="671"/>
                </a:lnTo>
                <a:lnTo>
                  <a:pt x="928" y="677"/>
                </a:lnTo>
                <a:lnTo>
                  <a:pt x="929" y="684"/>
                </a:lnTo>
                <a:lnTo>
                  <a:pt x="929" y="691"/>
                </a:lnTo>
                <a:lnTo>
                  <a:pt x="930" y="698"/>
                </a:lnTo>
                <a:lnTo>
                  <a:pt x="930" y="705"/>
                </a:lnTo>
                <a:lnTo>
                  <a:pt x="930" y="712"/>
                </a:lnTo>
                <a:lnTo>
                  <a:pt x="930" y="719"/>
                </a:lnTo>
                <a:lnTo>
                  <a:pt x="930" y="726"/>
                </a:lnTo>
                <a:lnTo>
                  <a:pt x="929" y="733"/>
                </a:lnTo>
                <a:lnTo>
                  <a:pt x="929" y="740"/>
                </a:lnTo>
                <a:lnTo>
                  <a:pt x="927" y="747"/>
                </a:lnTo>
                <a:lnTo>
                  <a:pt x="926" y="753"/>
                </a:lnTo>
                <a:lnTo>
                  <a:pt x="924" y="760"/>
                </a:lnTo>
                <a:lnTo>
                  <a:pt x="922" y="766"/>
                </a:lnTo>
                <a:lnTo>
                  <a:pt x="919" y="772"/>
                </a:lnTo>
                <a:lnTo>
                  <a:pt x="916" y="778"/>
                </a:lnTo>
                <a:lnTo>
                  <a:pt x="912" y="783"/>
                </a:lnTo>
                <a:lnTo>
                  <a:pt x="908" y="788"/>
                </a:lnTo>
                <a:lnTo>
                  <a:pt x="904" y="793"/>
                </a:lnTo>
                <a:lnTo>
                  <a:pt x="899" y="798"/>
                </a:lnTo>
                <a:lnTo>
                  <a:pt x="893" y="802"/>
                </a:lnTo>
                <a:lnTo>
                  <a:pt x="888" y="806"/>
                </a:lnTo>
                <a:lnTo>
                  <a:pt x="882" y="809"/>
                </a:lnTo>
                <a:lnTo>
                  <a:pt x="876" y="813"/>
                </a:lnTo>
                <a:lnTo>
                  <a:pt x="870" y="816"/>
                </a:lnTo>
                <a:lnTo>
                  <a:pt x="863" y="819"/>
                </a:lnTo>
                <a:lnTo>
                  <a:pt x="857" y="821"/>
                </a:lnTo>
                <a:lnTo>
                  <a:pt x="850" y="824"/>
                </a:lnTo>
                <a:lnTo>
                  <a:pt x="844" y="826"/>
                </a:lnTo>
                <a:lnTo>
                  <a:pt x="837" y="828"/>
                </a:lnTo>
                <a:lnTo>
                  <a:pt x="830" y="830"/>
                </a:lnTo>
                <a:lnTo>
                  <a:pt x="824" y="833"/>
                </a:lnTo>
                <a:lnTo>
                  <a:pt x="818" y="835"/>
                </a:lnTo>
                <a:lnTo>
                  <a:pt x="811" y="837"/>
                </a:lnTo>
                <a:lnTo>
                  <a:pt x="805" y="839"/>
                </a:lnTo>
                <a:lnTo>
                  <a:pt x="800" y="842"/>
                </a:lnTo>
                <a:lnTo>
                  <a:pt x="794" y="844"/>
                </a:lnTo>
                <a:lnTo>
                  <a:pt x="789" y="847"/>
                </a:lnTo>
                <a:lnTo>
                  <a:pt x="784" y="850"/>
                </a:lnTo>
                <a:lnTo>
                  <a:pt x="779" y="853"/>
                </a:lnTo>
                <a:lnTo>
                  <a:pt x="774" y="857"/>
                </a:lnTo>
                <a:lnTo>
                  <a:pt x="769" y="861"/>
                </a:lnTo>
                <a:lnTo>
                  <a:pt x="765" y="865"/>
                </a:lnTo>
                <a:lnTo>
                  <a:pt x="761" y="869"/>
                </a:lnTo>
                <a:lnTo>
                  <a:pt x="757" y="874"/>
                </a:lnTo>
                <a:lnTo>
                  <a:pt x="753" y="879"/>
                </a:lnTo>
                <a:lnTo>
                  <a:pt x="750" y="884"/>
                </a:lnTo>
                <a:lnTo>
                  <a:pt x="746" y="890"/>
                </a:lnTo>
                <a:lnTo>
                  <a:pt x="742" y="895"/>
                </a:lnTo>
                <a:lnTo>
                  <a:pt x="739" y="901"/>
                </a:lnTo>
                <a:lnTo>
                  <a:pt x="735" y="907"/>
                </a:lnTo>
                <a:lnTo>
                  <a:pt x="731" y="913"/>
                </a:lnTo>
                <a:lnTo>
                  <a:pt x="727" y="919"/>
                </a:lnTo>
                <a:lnTo>
                  <a:pt x="723" y="924"/>
                </a:lnTo>
                <a:lnTo>
                  <a:pt x="719" y="930"/>
                </a:lnTo>
                <a:lnTo>
                  <a:pt x="715" y="936"/>
                </a:lnTo>
                <a:lnTo>
                  <a:pt x="710" y="941"/>
                </a:lnTo>
                <a:lnTo>
                  <a:pt x="706" y="946"/>
                </a:lnTo>
                <a:lnTo>
                  <a:pt x="701" y="951"/>
                </a:lnTo>
                <a:lnTo>
                  <a:pt x="696" y="955"/>
                </a:lnTo>
                <a:lnTo>
                  <a:pt x="690" y="959"/>
                </a:lnTo>
                <a:lnTo>
                  <a:pt x="685" y="963"/>
                </a:lnTo>
                <a:lnTo>
                  <a:pt x="679" y="966"/>
                </a:lnTo>
                <a:lnTo>
                  <a:pt x="673" y="969"/>
                </a:lnTo>
                <a:lnTo>
                  <a:pt x="667" y="971"/>
                </a:lnTo>
                <a:lnTo>
                  <a:pt x="661" y="973"/>
                </a:lnTo>
                <a:lnTo>
                  <a:pt x="654" y="974"/>
                </a:lnTo>
                <a:lnTo>
                  <a:pt x="648" y="975"/>
                </a:lnTo>
                <a:lnTo>
                  <a:pt x="641" y="976"/>
                </a:lnTo>
                <a:lnTo>
                  <a:pt x="634" y="975"/>
                </a:lnTo>
                <a:lnTo>
                  <a:pt x="627" y="975"/>
                </a:lnTo>
                <a:lnTo>
                  <a:pt x="620" y="974"/>
                </a:lnTo>
                <a:lnTo>
                  <a:pt x="614" y="973"/>
                </a:lnTo>
                <a:lnTo>
                  <a:pt x="607" y="971"/>
                </a:lnTo>
                <a:lnTo>
                  <a:pt x="600" y="970"/>
                </a:lnTo>
                <a:lnTo>
                  <a:pt x="593" y="968"/>
                </a:lnTo>
                <a:lnTo>
                  <a:pt x="586" y="966"/>
                </a:lnTo>
                <a:lnTo>
                  <a:pt x="580" y="964"/>
                </a:lnTo>
                <a:lnTo>
                  <a:pt x="573" y="962"/>
                </a:lnTo>
                <a:lnTo>
                  <a:pt x="567" y="959"/>
                </a:lnTo>
                <a:lnTo>
                  <a:pt x="560" y="957"/>
                </a:lnTo>
                <a:lnTo>
                  <a:pt x="554" y="956"/>
                </a:lnTo>
                <a:lnTo>
                  <a:pt x="548" y="954"/>
                </a:lnTo>
                <a:lnTo>
                  <a:pt x="542" y="952"/>
                </a:lnTo>
                <a:lnTo>
                  <a:pt x="536" y="951"/>
                </a:lnTo>
                <a:lnTo>
                  <a:pt x="530" y="950"/>
                </a:lnTo>
                <a:lnTo>
                  <a:pt x="524" y="950"/>
                </a:lnTo>
                <a:lnTo>
                  <a:pt x="518" y="950"/>
                </a:lnTo>
                <a:lnTo>
                  <a:pt x="512" y="950"/>
                </a:lnTo>
                <a:lnTo>
                  <a:pt x="506" y="950"/>
                </a:lnTo>
                <a:lnTo>
                  <a:pt x="500" y="951"/>
                </a:lnTo>
                <a:lnTo>
                  <a:pt x="494" y="952"/>
                </a:lnTo>
                <a:lnTo>
                  <a:pt x="488" y="954"/>
                </a:lnTo>
                <a:lnTo>
                  <a:pt x="482" y="956"/>
                </a:lnTo>
                <a:lnTo>
                  <a:pt x="476" y="958"/>
                </a:lnTo>
                <a:lnTo>
                  <a:pt x="470" y="960"/>
                </a:lnTo>
                <a:lnTo>
                  <a:pt x="464" y="962"/>
                </a:lnTo>
                <a:lnTo>
                  <a:pt x="457" y="965"/>
                </a:lnTo>
                <a:lnTo>
                  <a:pt x="451" y="967"/>
                </a:lnTo>
                <a:lnTo>
                  <a:pt x="444" y="970"/>
                </a:lnTo>
                <a:lnTo>
                  <a:pt x="438" y="972"/>
                </a:lnTo>
                <a:lnTo>
                  <a:pt x="431" y="975"/>
                </a:lnTo>
                <a:lnTo>
                  <a:pt x="424" y="977"/>
                </a:lnTo>
                <a:lnTo>
                  <a:pt x="418" y="979"/>
                </a:lnTo>
                <a:lnTo>
                  <a:pt x="411" y="980"/>
                </a:lnTo>
                <a:lnTo>
                  <a:pt x="404" y="982"/>
                </a:lnTo>
                <a:lnTo>
                  <a:pt x="397" y="983"/>
                </a:lnTo>
                <a:lnTo>
                  <a:pt x="391" y="983"/>
                </a:lnTo>
                <a:lnTo>
                  <a:pt x="384" y="984"/>
                </a:lnTo>
                <a:lnTo>
                  <a:pt x="377" y="983"/>
                </a:lnTo>
                <a:lnTo>
                  <a:pt x="371" y="982"/>
                </a:lnTo>
                <a:lnTo>
                  <a:pt x="364" y="981"/>
                </a:lnTo>
                <a:lnTo>
                  <a:pt x="358" y="979"/>
                </a:lnTo>
                <a:lnTo>
                  <a:pt x="352" y="977"/>
                </a:lnTo>
                <a:lnTo>
                  <a:pt x="346" y="974"/>
                </a:lnTo>
                <a:lnTo>
                  <a:pt x="340" y="971"/>
                </a:lnTo>
                <a:lnTo>
                  <a:pt x="334" y="968"/>
                </a:lnTo>
                <a:lnTo>
                  <a:pt x="329" y="963"/>
                </a:lnTo>
                <a:lnTo>
                  <a:pt x="324" y="959"/>
                </a:lnTo>
                <a:lnTo>
                  <a:pt x="319" y="954"/>
                </a:lnTo>
                <a:lnTo>
                  <a:pt x="314" y="949"/>
                </a:lnTo>
                <a:lnTo>
                  <a:pt x="309" y="944"/>
                </a:lnTo>
                <a:lnTo>
                  <a:pt x="305" y="939"/>
                </a:lnTo>
                <a:lnTo>
                  <a:pt x="300" y="933"/>
                </a:lnTo>
                <a:lnTo>
                  <a:pt x="296" y="928"/>
                </a:lnTo>
                <a:lnTo>
                  <a:pt x="292" y="922"/>
                </a:lnTo>
                <a:lnTo>
                  <a:pt x="288" y="916"/>
                </a:lnTo>
                <a:lnTo>
                  <a:pt x="284" y="911"/>
                </a:lnTo>
                <a:lnTo>
                  <a:pt x="280" y="905"/>
                </a:lnTo>
                <a:lnTo>
                  <a:pt x="276" y="900"/>
                </a:lnTo>
                <a:lnTo>
                  <a:pt x="272" y="895"/>
                </a:lnTo>
                <a:lnTo>
                  <a:pt x="268" y="891"/>
                </a:lnTo>
                <a:lnTo>
                  <a:pt x="263" y="886"/>
                </a:lnTo>
                <a:lnTo>
                  <a:pt x="259" y="882"/>
                </a:lnTo>
                <a:lnTo>
                  <a:pt x="255" y="878"/>
                </a:lnTo>
                <a:lnTo>
                  <a:pt x="250" y="874"/>
                </a:lnTo>
                <a:lnTo>
                  <a:pt x="245" y="871"/>
                </a:lnTo>
                <a:lnTo>
                  <a:pt x="240" y="868"/>
                </a:lnTo>
                <a:lnTo>
                  <a:pt x="235" y="865"/>
                </a:lnTo>
                <a:lnTo>
                  <a:pt x="229" y="863"/>
                </a:lnTo>
                <a:lnTo>
                  <a:pt x="224" y="860"/>
                </a:lnTo>
                <a:lnTo>
                  <a:pt x="218" y="858"/>
                </a:lnTo>
                <a:lnTo>
                  <a:pt x="212" y="856"/>
                </a:lnTo>
                <a:lnTo>
                  <a:pt x="205" y="854"/>
                </a:lnTo>
                <a:lnTo>
                  <a:pt x="199" y="853"/>
                </a:lnTo>
                <a:lnTo>
                  <a:pt x="192" y="851"/>
                </a:lnTo>
                <a:lnTo>
                  <a:pt x="186" y="849"/>
                </a:lnTo>
                <a:lnTo>
                  <a:pt x="179" y="847"/>
                </a:lnTo>
                <a:lnTo>
                  <a:pt x="172" y="846"/>
                </a:lnTo>
                <a:lnTo>
                  <a:pt x="165" y="844"/>
                </a:lnTo>
                <a:lnTo>
                  <a:pt x="159" y="841"/>
                </a:lnTo>
                <a:lnTo>
                  <a:pt x="152" y="839"/>
                </a:lnTo>
                <a:lnTo>
                  <a:pt x="146" y="836"/>
                </a:lnTo>
                <a:lnTo>
                  <a:pt x="139" y="833"/>
                </a:lnTo>
                <a:lnTo>
                  <a:pt x="133" y="830"/>
                </a:lnTo>
                <a:lnTo>
                  <a:pt x="127" y="827"/>
                </a:lnTo>
                <a:lnTo>
                  <a:pt x="122" y="823"/>
                </a:lnTo>
                <a:lnTo>
                  <a:pt x="117" y="819"/>
                </a:lnTo>
                <a:lnTo>
                  <a:pt x="112" y="814"/>
                </a:lnTo>
                <a:lnTo>
                  <a:pt x="107" y="809"/>
                </a:lnTo>
                <a:lnTo>
                  <a:pt x="103" y="804"/>
                </a:lnTo>
                <a:lnTo>
                  <a:pt x="100" y="799"/>
                </a:lnTo>
                <a:lnTo>
                  <a:pt x="96" y="793"/>
                </a:lnTo>
                <a:lnTo>
                  <a:pt x="94" y="787"/>
                </a:lnTo>
                <a:lnTo>
                  <a:pt x="91" y="781"/>
                </a:lnTo>
                <a:lnTo>
                  <a:pt x="89" y="774"/>
                </a:lnTo>
                <a:lnTo>
                  <a:pt x="88" y="768"/>
                </a:lnTo>
                <a:lnTo>
                  <a:pt x="86" y="761"/>
                </a:lnTo>
                <a:lnTo>
                  <a:pt x="85" y="754"/>
                </a:lnTo>
                <a:lnTo>
                  <a:pt x="85" y="747"/>
                </a:lnTo>
                <a:lnTo>
                  <a:pt x="84" y="740"/>
                </a:lnTo>
                <a:lnTo>
                  <a:pt x="84" y="733"/>
                </a:lnTo>
                <a:lnTo>
                  <a:pt x="84" y="726"/>
                </a:lnTo>
                <a:lnTo>
                  <a:pt x="84" y="719"/>
                </a:lnTo>
                <a:lnTo>
                  <a:pt x="84" y="712"/>
                </a:lnTo>
                <a:lnTo>
                  <a:pt x="84" y="705"/>
                </a:lnTo>
                <a:lnTo>
                  <a:pt x="84" y="699"/>
                </a:lnTo>
                <a:lnTo>
                  <a:pt x="83" y="692"/>
                </a:lnTo>
                <a:lnTo>
                  <a:pt x="83" y="686"/>
                </a:lnTo>
                <a:lnTo>
                  <a:pt x="83" y="679"/>
                </a:lnTo>
                <a:lnTo>
                  <a:pt x="82" y="673"/>
                </a:lnTo>
                <a:lnTo>
                  <a:pt x="81" y="667"/>
                </a:lnTo>
                <a:lnTo>
                  <a:pt x="79" y="661"/>
                </a:lnTo>
                <a:lnTo>
                  <a:pt x="78" y="656"/>
                </a:lnTo>
                <a:lnTo>
                  <a:pt x="76" y="650"/>
                </a:lnTo>
                <a:lnTo>
                  <a:pt x="73" y="645"/>
                </a:lnTo>
                <a:lnTo>
                  <a:pt x="71" y="639"/>
                </a:lnTo>
                <a:lnTo>
                  <a:pt x="68" y="634"/>
                </a:lnTo>
                <a:lnTo>
                  <a:pt x="65" y="629"/>
                </a:lnTo>
                <a:lnTo>
                  <a:pt x="61" y="624"/>
                </a:lnTo>
                <a:lnTo>
                  <a:pt x="57" y="619"/>
                </a:lnTo>
                <a:lnTo>
                  <a:pt x="53" y="613"/>
                </a:lnTo>
                <a:lnTo>
                  <a:pt x="49" y="608"/>
                </a:lnTo>
                <a:lnTo>
                  <a:pt x="45" y="603"/>
                </a:lnTo>
                <a:lnTo>
                  <a:pt x="40" y="598"/>
                </a:lnTo>
                <a:lnTo>
                  <a:pt x="36" y="592"/>
                </a:lnTo>
                <a:lnTo>
                  <a:pt x="32" y="587"/>
                </a:lnTo>
                <a:lnTo>
                  <a:pt x="27" y="581"/>
                </a:lnTo>
                <a:lnTo>
                  <a:pt x="23" y="576"/>
                </a:lnTo>
                <a:lnTo>
                  <a:pt x="19" y="570"/>
                </a:lnTo>
                <a:lnTo>
                  <a:pt x="16" y="564"/>
                </a:lnTo>
                <a:lnTo>
                  <a:pt x="12" y="558"/>
                </a:lnTo>
                <a:lnTo>
                  <a:pt x="9" y="552"/>
                </a:lnTo>
                <a:lnTo>
                  <a:pt x="6" y="545"/>
                </a:lnTo>
                <a:lnTo>
                  <a:pt x="4" y="539"/>
                </a:lnTo>
                <a:lnTo>
                  <a:pt x="3" y="533"/>
                </a:lnTo>
                <a:lnTo>
                  <a:pt x="1" y="526"/>
                </a:lnTo>
                <a:lnTo>
                  <a:pt x="0" y="520"/>
                </a:lnTo>
                <a:lnTo>
                  <a:pt x="0" y="513"/>
                </a:lnTo>
                <a:lnTo>
                  <a:pt x="0" y="507"/>
                </a:lnTo>
                <a:lnTo>
                  <a:pt x="1" y="500"/>
                </a:lnTo>
                <a:lnTo>
                  <a:pt x="2" y="493"/>
                </a:lnTo>
                <a:lnTo>
                  <a:pt x="4" y="487"/>
                </a:lnTo>
                <a:lnTo>
                  <a:pt x="6" y="481"/>
                </a:lnTo>
                <a:lnTo>
                  <a:pt x="9" y="474"/>
                </a:lnTo>
                <a:lnTo>
                  <a:pt x="12" y="468"/>
                </a:lnTo>
                <a:lnTo>
                  <a:pt x="15" y="462"/>
                </a:lnTo>
                <a:lnTo>
                  <a:pt x="19" y="456"/>
                </a:lnTo>
                <a:lnTo>
                  <a:pt x="22" y="450"/>
                </a:lnTo>
                <a:lnTo>
                  <a:pt x="26" y="444"/>
                </a:lnTo>
                <a:lnTo>
                  <a:pt x="30" y="438"/>
                </a:lnTo>
                <a:lnTo>
                  <a:pt x="34" y="432"/>
                </a:lnTo>
                <a:lnTo>
                  <a:pt x="38" y="427"/>
                </a:lnTo>
                <a:lnTo>
                  <a:pt x="42" y="421"/>
                </a:lnTo>
                <a:lnTo>
                  <a:pt x="46" y="416"/>
                </a:lnTo>
                <a:lnTo>
                  <a:pt x="50" y="410"/>
                </a:lnTo>
                <a:lnTo>
                  <a:pt x="54" y="405"/>
                </a:lnTo>
                <a:lnTo>
                  <a:pt x="57" y="400"/>
                </a:lnTo>
                <a:lnTo>
                  <a:pt x="60" y="394"/>
                </a:lnTo>
                <a:lnTo>
                  <a:pt x="62" y="389"/>
                </a:lnTo>
                <a:lnTo>
                  <a:pt x="65" y="383"/>
                </a:lnTo>
                <a:lnTo>
                  <a:pt x="67" y="378"/>
                </a:lnTo>
                <a:lnTo>
                  <a:pt x="68" y="372"/>
                </a:lnTo>
                <a:lnTo>
                  <a:pt x="70" y="366"/>
                </a:lnTo>
                <a:lnTo>
                  <a:pt x="71" y="361"/>
                </a:lnTo>
                <a:lnTo>
                  <a:pt x="72" y="355"/>
                </a:lnTo>
                <a:lnTo>
                  <a:pt x="72" y="348"/>
                </a:lnTo>
                <a:lnTo>
                  <a:pt x="72" y="342"/>
                </a:lnTo>
                <a:lnTo>
                  <a:pt x="72" y="336"/>
                </a:lnTo>
                <a:lnTo>
                  <a:pt x="72" y="329"/>
                </a:lnTo>
                <a:lnTo>
                  <a:pt x="72" y="323"/>
                </a:lnTo>
                <a:lnTo>
                  <a:pt x="71" y="316"/>
                </a:lnTo>
                <a:lnTo>
                  <a:pt x="71" y="309"/>
                </a:lnTo>
                <a:lnTo>
                  <a:pt x="70" y="302"/>
                </a:lnTo>
                <a:lnTo>
                  <a:pt x="70" y="295"/>
                </a:lnTo>
                <a:lnTo>
                  <a:pt x="70" y="288"/>
                </a:lnTo>
                <a:lnTo>
                  <a:pt x="70" y="281"/>
                </a:lnTo>
                <a:lnTo>
                  <a:pt x="70" y="274"/>
                </a:lnTo>
                <a:lnTo>
                  <a:pt x="71" y="267"/>
                </a:lnTo>
                <a:lnTo>
                  <a:pt x="71" y="260"/>
                </a:lnTo>
                <a:lnTo>
                  <a:pt x="73" y="253"/>
                </a:lnTo>
                <a:lnTo>
                  <a:pt x="74" y="247"/>
                </a:lnTo>
                <a:lnTo>
                  <a:pt x="76" y="240"/>
                </a:lnTo>
                <a:lnTo>
                  <a:pt x="78" y="234"/>
                </a:lnTo>
                <a:lnTo>
                  <a:pt x="81" y="228"/>
                </a:lnTo>
                <a:lnTo>
                  <a:pt x="84" y="222"/>
                </a:lnTo>
                <a:lnTo>
                  <a:pt x="88" y="217"/>
                </a:lnTo>
                <a:lnTo>
                  <a:pt x="92" y="212"/>
                </a:lnTo>
                <a:lnTo>
                  <a:pt x="96" y="207"/>
                </a:lnTo>
                <a:lnTo>
                  <a:pt x="101" y="202"/>
                </a:lnTo>
                <a:lnTo>
                  <a:pt x="107" y="198"/>
                </a:lnTo>
                <a:lnTo>
                  <a:pt x="112" y="194"/>
                </a:lnTo>
                <a:lnTo>
                  <a:pt x="118" y="191"/>
                </a:lnTo>
                <a:lnTo>
                  <a:pt x="124" y="187"/>
                </a:lnTo>
                <a:lnTo>
                  <a:pt x="130" y="184"/>
                </a:lnTo>
                <a:lnTo>
                  <a:pt x="137" y="181"/>
                </a:lnTo>
                <a:lnTo>
                  <a:pt x="143" y="179"/>
                </a:lnTo>
                <a:lnTo>
                  <a:pt x="150" y="176"/>
                </a:lnTo>
                <a:lnTo>
                  <a:pt x="156" y="174"/>
                </a:lnTo>
                <a:lnTo>
                  <a:pt x="163" y="172"/>
                </a:lnTo>
                <a:lnTo>
                  <a:pt x="170" y="170"/>
                </a:lnTo>
                <a:lnTo>
                  <a:pt x="176" y="167"/>
                </a:lnTo>
                <a:lnTo>
                  <a:pt x="182" y="165"/>
                </a:lnTo>
                <a:lnTo>
                  <a:pt x="189" y="163"/>
                </a:lnTo>
                <a:lnTo>
                  <a:pt x="195" y="161"/>
                </a:lnTo>
                <a:lnTo>
                  <a:pt x="200" y="158"/>
                </a:lnTo>
                <a:lnTo>
                  <a:pt x="206" y="156"/>
                </a:lnTo>
                <a:lnTo>
                  <a:pt x="211" y="153"/>
                </a:lnTo>
                <a:lnTo>
                  <a:pt x="216" y="150"/>
                </a:lnTo>
                <a:lnTo>
                  <a:pt x="221" y="147"/>
                </a:lnTo>
                <a:lnTo>
                  <a:pt x="226" y="143"/>
                </a:lnTo>
                <a:lnTo>
                  <a:pt x="231" y="139"/>
                </a:lnTo>
                <a:lnTo>
                  <a:pt x="235" y="135"/>
                </a:lnTo>
                <a:lnTo>
                  <a:pt x="239" y="131"/>
                </a:lnTo>
                <a:lnTo>
                  <a:pt x="243" y="126"/>
                </a:lnTo>
                <a:lnTo>
                  <a:pt x="247" y="121"/>
                </a:lnTo>
                <a:lnTo>
                  <a:pt x="250" y="116"/>
                </a:lnTo>
                <a:lnTo>
                  <a:pt x="254" y="110"/>
                </a:lnTo>
                <a:lnTo>
                  <a:pt x="258" y="105"/>
                </a:lnTo>
                <a:lnTo>
                  <a:pt x="261" y="99"/>
                </a:lnTo>
                <a:lnTo>
                  <a:pt x="265" y="93"/>
                </a:lnTo>
                <a:lnTo>
                  <a:pt x="269" y="87"/>
                </a:lnTo>
                <a:lnTo>
                  <a:pt x="273" y="81"/>
                </a:lnTo>
                <a:lnTo>
                  <a:pt x="277" y="76"/>
                </a:lnTo>
                <a:lnTo>
                  <a:pt x="281" y="70"/>
                </a:lnTo>
                <a:lnTo>
                  <a:pt x="285" y="64"/>
                </a:lnTo>
                <a:lnTo>
                  <a:pt x="290" y="59"/>
                </a:lnTo>
                <a:lnTo>
                  <a:pt x="294" y="54"/>
                </a:lnTo>
                <a:lnTo>
                  <a:pt x="299" y="49"/>
                </a:lnTo>
                <a:lnTo>
                  <a:pt x="304" y="45"/>
                </a:lnTo>
                <a:lnTo>
                  <a:pt x="310" y="41"/>
                </a:lnTo>
                <a:lnTo>
                  <a:pt x="315" y="37"/>
                </a:lnTo>
                <a:lnTo>
                  <a:pt x="321" y="34"/>
                </a:lnTo>
                <a:lnTo>
                  <a:pt x="327" y="31"/>
                </a:lnTo>
                <a:lnTo>
                  <a:pt x="333" y="29"/>
                </a:lnTo>
                <a:lnTo>
                  <a:pt x="339" y="27"/>
                </a:lnTo>
                <a:lnTo>
                  <a:pt x="346" y="26"/>
                </a:lnTo>
                <a:lnTo>
                  <a:pt x="352" y="25"/>
                </a:lnTo>
                <a:lnTo>
                  <a:pt x="359" y="24"/>
                </a:lnTo>
                <a:lnTo>
                  <a:pt x="366" y="25"/>
                </a:lnTo>
                <a:lnTo>
                  <a:pt x="373" y="25"/>
                </a:lnTo>
                <a:lnTo>
                  <a:pt x="380" y="26"/>
                </a:lnTo>
                <a:lnTo>
                  <a:pt x="386" y="27"/>
                </a:lnTo>
                <a:lnTo>
                  <a:pt x="393" y="29"/>
                </a:lnTo>
                <a:lnTo>
                  <a:pt x="400" y="30"/>
                </a:lnTo>
                <a:lnTo>
                  <a:pt x="407" y="32"/>
                </a:lnTo>
                <a:lnTo>
                  <a:pt x="414" y="34"/>
                </a:lnTo>
                <a:lnTo>
                  <a:pt x="420" y="36"/>
                </a:lnTo>
                <a:lnTo>
                  <a:pt x="427" y="38"/>
                </a:lnTo>
                <a:lnTo>
                  <a:pt x="433" y="41"/>
                </a:lnTo>
                <a:lnTo>
                  <a:pt x="440" y="43"/>
                </a:lnTo>
                <a:lnTo>
                  <a:pt x="446" y="44"/>
                </a:lnTo>
                <a:lnTo>
                  <a:pt x="452" y="46"/>
                </a:lnTo>
                <a:lnTo>
                  <a:pt x="458" y="48"/>
                </a:lnTo>
                <a:lnTo>
                  <a:pt x="464" y="49"/>
                </a:lnTo>
                <a:lnTo>
                  <a:pt x="470" y="50"/>
                </a:lnTo>
                <a:lnTo>
                  <a:pt x="476" y="50"/>
                </a:lnTo>
                <a:lnTo>
                  <a:pt x="482" y="50"/>
                </a:lnTo>
                <a:lnTo>
                  <a:pt x="488" y="50"/>
                </a:lnTo>
                <a:lnTo>
                  <a:pt x="494" y="50"/>
                </a:lnTo>
                <a:lnTo>
                  <a:pt x="500" y="49"/>
                </a:lnTo>
                <a:lnTo>
                  <a:pt x="506" y="48"/>
                </a:lnTo>
                <a:lnTo>
                  <a:pt x="512" y="46"/>
                </a:lnTo>
                <a:lnTo>
                  <a:pt x="518" y="44"/>
                </a:lnTo>
                <a:lnTo>
                  <a:pt x="524" y="42"/>
                </a:lnTo>
                <a:lnTo>
                  <a:pt x="530" y="40"/>
                </a:lnTo>
                <a:lnTo>
                  <a:pt x="536" y="38"/>
                </a:lnTo>
                <a:lnTo>
                  <a:pt x="543" y="35"/>
                </a:lnTo>
                <a:lnTo>
                  <a:pt x="549" y="33"/>
                </a:lnTo>
                <a:lnTo>
                  <a:pt x="556" y="30"/>
                </a:lnTo>
                <a:lnTo>
                  <a:pt x="562" y="28"/>
                </a:lnTo>
                <a:lnTo>
                  <a:pt x="569" y="25"/>
                </a:lnTo>
                <a:lnTo>
                  <a:pt x="576" y="23"/>
                </a:lnTo>
                <a:lnTo>
                  <a:pt x="582" y="21"/>
                </a:lnTo>
                <a:lnTo>
                  <a:pt x="589" y="20"/>
                </a:lnTo>
                <a:lnTo>
                  <a:pt x="596" y="18"/>
                </a:lnTo>
                <a:lnTo>
                  <a:pt x="603" y="17"/>
                </a:lnTo>
                <a:lnTo>
                  <a:pt x="609" y="17"/>
                </a:lnTo>
                <a:lnTo>
                  <a:pt x="616" y="16"/>
                </a:lnTo>
                <a:lnTo>
                  <a:pt x="623" y="17"/>
                </a:lnTo>
                <a:lnTo>
                  <a:pt x="629" y="18"/>
                </a:lnTo>
                <a:lnTo>
                  <a:pt x="636" y="19"/>
                </a:lnTo>
                <a:lnTo>
                  <a:pt x="642" y="21"/>
                </a:lnTo>
                <a:lnTo>
                  <a:pt x="648" y="23"/>
                </a:lnTo>
                <a:lnTo>
                  <a:pt x="654" y="26"/>
                </a:lnTo>
                <a:lnTo>
                  <a:pt x="660" y="29"/>
                </a:lnTo>
                <a:lnTo>
                  <a:pt x="666" y="32"/>
                </a:lnTo>
                <a:lnTo>
                  <a:pt x="671" y="37"/>
                </a:lnTo>
                <a:lnTo>
                  <a:pt x="676" y="41"/>
                </a:lnTo>
                <a:lnTo>
                  <a:pt x="681" y="46"/>
                </a:lnTo>
                <a:lnTo>
                  <a:pt x="686" y="51"/>
                </a:lnTo>
                <a:lnTo>
                  <a:pt x="691" y="56"/>
                </a:lnTo>
                <a:lnTo>
                  <a:pt x="695" y="61"/>
                </a:lnTo>
                <a:lnTo>
                  <a:pt x="700" y="67"/>
                </a:lnTo>
                <a:lnTo>
                  <a:pt x="704" y="72"/>
                </a:lnTo>
                <a:lnTo>
                  <a:pt x="708" y="78"/>
                </a:lnTo>
                <a:lnTo>
                  <a:pt x="712" y="84"/>
                </a:lnTo>
                <a:lnTo>
                  <a:pt x="716" y="89"/>
                </a:lnTo>
                <a:lnTo>
                  <a:pt x="720" y="95"/>
                </a:lnTo>
                <a:lnTo>
                  <a:pt x="724" y="100"/>
                </a:lnTo>
                <a:lnTo>
                  <a:pt x="728" y="105"/>
                </a:lnTo>
                <a:lnTo>
                  <a:pt x="732" y="109"/>
                </a:lnTo>
                <a:lnTo>
                  <a:pt x="737" y="114"/>
                </a:lnTo>
                <a:lnTo>
                  <a:pt x="741" y="118"/>
                </a:lnTo>
                <a:lnTo>
                  <a:pt x="745" y="122"/>
                </a:lnTo>
                <a:lnTo>
                  <a:pt x="750" y="126"/>
                </a:lnTo>
                <a:lnTo>
                  <a:pt x="755" y="129"/>
                </a:lnTo>
                <a:lnTo>
                  <a:pt x="760" y="132"/>
                </a:lnTo>
                <a:lnTo>
                  <a:pt x="765" y="135"/>
                </a:lnTo>
                <a:lnTo>
                  <a:pt x="771" y="137"/>
                </a:lnTo>
                <a:lnTo>
                  <a:pt x="776" y="140"/>
                </a:lnTo>
                <a:lnTo>
                  <a:pt x="782" y="142"/>
                </a:lnTo>
                <a:lnTo>
                  <a:pt x="788" y="144"/>
                </a:lnTo>
                <a:lnTo>
                  <a:pt x="795" y="146"/>
                </a:lnTo>
                <a:lnTo>
                  <a:pt x="801" y="147"/>
                </a:lnTo>
                <a:lnTo>
                  <a:pt x="808" y="149"/>
                </a:lnTo>
                <a:lnTo>
                  <a:pt x="814" y="151"/>
                </a:lnTo>
                <a:lnTo>
                  <a:pt x="821" y="153"/>
                </a:lnTo>
                <a:lnTo>
                  <a:pt x="828" y="154"/>
                </a:lnTo>
                <a:lnTo>
                  <a:pt x="835" y="156"/>
                </a:lnTo>
                <a:lnTo>
                  <a:pt x="841" y="159"/>
                </a:lnTo>
                <a:lnTo>
                  <a:pt x="848" y="161"/>
                </a:lnTo>
                <a:lnTo>
                  <a:pt x="854" y="164"/>
                </a:lnTo>
                <a:lnTo>
                  <a:pt x="861" y="167"/>
                </a:lnTo>
                <a:lnTo>
                  <a:pt x="867" y="170"/>
                </a:lnTo>
                <a:lnTo>
                  <a:pt x="873" y="173"/>
                </a:lnTo>
                <a:lnTo>
                  <a:pt x="878" y="177"/>
                </a:lnTo>
                <a:lnTo>
                  <a:pt x="883" y="181"/>
                </a:lnTo>
                <a:lnTo>
                  <a:pt x="888" y="186"/>
                </a:lnTo>
                <a:lnTo>
                  <a:pt x="893" y="191"/>
                </a:lnTo>
                <a:lnTo>
                  <a:pt x="897" y="196"/>
                </a:lnTo>
                <a:lnTo>
                  <a:pt x="900" y="201"/>
                </a:lnTo>
                <a:lnTo>
                  <a:pt x="904" y="207"/>
                </a:lnTo>
                <a:lnTo>
                  <a:pt x="906" y="213"/>
                </a:lnTo>
                <a:lnTo>
                  <a:pt x="909" y="219"/>
                </a:lnTo>
                <a:lnTo>
                  <a:pt x="911" y="226"/>
                </a:lnTo>
                <a:lnTo>
                  <a:pt x="912" y="232"/>
                </a:lnTo>
                <a:lnTo>
                  <a:pt x="914" y="239"/>
                </a:lnTo>
                <a:lnTo>
                  <a:pt x="915" y="246"/>
                </a:lnTo>
                <a:lnTo>
                  <a:pt x="915" y="253"/>
                </a:lnTo>
                <a:lnTo>
                  <a:pt x="916" y="260"/>
                </a:lnTo>
                <a:lnTo>
                  <a:pt x="916" y="267"/>
                </a:lnTo>
                <a:lnTo>
                  <a:pt x="916" y="274"/>
                </a:lnTo>
                <a:lnTo>
                  <a:pt x="916" y="281"/>
                </a:lnTo>
                <a:lnTo>
                  <a:pt x="916" y="288"/>
                </a:lnTo>
                <a:lnTo>
                  <a:pt x="916" y="295"/>
                </a:lnTo>
                <a:lnTo>
                  <a:pt x="916" y="301"/>
                </a:lnTo>
                <a:lnTo>
                  <a:pt x="917" y="308"/>
                </a:lnTo>
                <a:lnTo>
                  <a:pt x="917" y="314"/>
                </a:lnTo>
                <a:lnTo>
                  <a:pt x="917" y="321"/>
                </a:lnTo>
                <a:lnTo>
                  <a:pt x="918" y="327"/>
                </a:lnTo>
                <a:lnTo>
                  <a:pt x="919" y="333"/>
                </a:lnTo>
                <a:lnTo>
                  <a:pt x="921" y="339"/>
                </a:lnTo>
                <a:lnTo>
                  <a:pt x="922" y="344"/>
                </a:lnTo>
                <a:lnTo>
                  <a:pt x="924" y="350"/>
                </a:lnTo>
                <a:lnTo>
                  <a:pt x="927" y="355"/>
                </a:lnTo>
                <a:lnTo>
                  <a:pt x="929" y="361"/>
                </a:lnTo>
                <a:lnTo>
                  <a:pt x="932" y="366"/>
                </a:lnTo>
                <a:lnTo>
                  <a:pt x="935" y="371"/>
                </a:lnTo>
                <a:lnTo>
                  <a:pt x="939" y="376"/>
                </a:lnTo>
                <a:lnTo>
                  <a:pt x="943" y="381"/>
                </a:lnTo>
                <a:lnTo>
                  <a:pt x="947" y="387"/>
                </a:lnTo>
                <a:lnTo>
                  <a:pt x="951" y="392"/>
                </a:lnTo>
                <a:lnTo>
                  <a:pt x="955" y="397"/>
                </a:lnTo>
                <a:lnTo>
                  <a:pt x="960" y="402"/>
                </a:lnTo>
                <a:lnTo>
                  <a:pt x="964" y="408"/>
                </a:lnTo>
                <a:lnTo>
                  <a:pt x="968" y="413"/>
                </a:lnTo>
                <a:lnTo>
                  <a:pt x="973" y="419"/>
                </a:lnTo>
                <a:lnTo>
                  <a:pt x="977" y="424"/>
                </a:lnTo>
                <a:lnTo>
                  <a:pt x="981" y="430"/>
                </a:lnTo>
                <a:lnTo>
                  <a:pt x="984" y="436"/>
                </a:lnTo>
                <a:lnTo>
                  <a:pt x="988" y="442"/>
                </a:lnTo>
                <a:lnTo>
                  <a:pt x="991" y="448"/>
                </a:lnTo>
                <a:lnTo>
                  <a:pt x="994" y="455"/>
                </a:lnTo>
                <a:lnTo>
                  <a:pt x="996" y="461"/>
                </a:lnTo>
                <a:lnTo>
                  <a:pt x="997" y="467"/>
                </a:lnTo>
                <a:lnTo>
                  <a:pt x="999" y="474"/>
                </a:lnTo>
                <a:lnTo>
                  <a:pt x="1000" y="480"/>
                </a:lnTo>
                <a:lnTo>
                  <a:pt x="1000" y="487"/>
                </a:lnTo>
                <a:lnTo>
                  <a:pt x="1000" y="493"/>
                </a:lnTo>
                <a:close/>
              </a:path>
            </a:pathLst>
          </a:custGeom>
          <a:solidFill>
            <a:srgbClr val="24A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743200"/>
            <a:ext cx="6400800" cy="548640"/>
          </a:xfrm>
          <a:prstGeom prst="rect">
            <a:avLst/>
          </a:prstGeom>
          <a:noFill/>
        </p:spPr>
        <p:txBody>
          <a:bodyPr wrap="square" anchor="ctr" lIns="0" rIns="0" tIns="0" bIns="0">
            <a:spAutoFit/>
          </a:bodyPr>
          <a:lstStyle/>
          <a:p>
            <a:pPr algn="ctr">
              <a:lnSpc>
                <a:spcPct val="100000"/>
              </a:lnSpc>
            </a:pPr>
            <a:r>
              <a:rPr sz="2700" b="1" spc="400">
                <a:solidFill>
                  <a:srgbClr val="FFFFFF"/>
                </a:solidFill>
                <a:latin typeface="Montserrat"/>
              </a:rPr>
              <a:t>PASSO</a:t>
            </a:r>
          </a:p>
        </p:txBody>
      </p:sp>
      <p:sp>
        <p:nvSpPr>
          <p:cNvPr id="6" name="TextBox 5"/>
          <p:cNvSpPr txBox="1"/>
          <p:nvPr/>
        </p:nvSpPr>
        <p:spPr>
          <a:xfrm>
            <a:off x="1371600" y="3246120"/>
            <a:ext cx="6400800" cy="2926080"/>
          </a:xfrm>
          <a:prstGeom prst="rect">
            <a:avLst/>
          </a:prstGeom>
          <a:noFill/>
        </p:spPr>
        <p:txBody>
          <a:bodyPr wrap="square" anchor="ctr" lIns="0" rIns="0" tIns="0" bIns="0">
            <a:spAutoFit/>
          </a:bodyPr>
          <a:lstStyle/>
          <a:p>
            <a:pPr algn="ctr">
              <a:lnSpc>
                <a:spcPct val="100000"/>
              </a:lnSpc>
            </a:pPr>
            <a:r>
              <a:rPr sz="16200" b="1" spc="-300">
                <a:solidFill>
                  <a:srgbClr val="FFFFFF"/>
                </a:solidFill>
                <a:latin typeface="Montserrat"/>
              </a:rPr>
              <a:t>11</a:t>
            </a:r>
          </a:p>
        </p:txBody>
      </p:sp>
      <p:sp>
        <p:nvSpPr>
          <p:cNvPr id="7" name="Rectangle 6"/>
          <p:cNvSpPr/>
          <p:nvPr/>
        </p:nvSpPr>
        <p:spPr>
          <a:xfrm>
            <a:off x="9144000" y="12984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12680" y="1143000"/>
            <a:ext cx="9144000" cy="457200"/>
          </a:xfrm>
          <a:prstGeom prst="rect">
            <a:avLst/>
          </a:prstGeom>
          <a:noFill/>
        </p:spPr>
        <p:txBody>
          <a:bodyPr wrap="square" anchor="t" lIns="0" rIns="0" tIns="0" bIns="0">
            <a:spAutoFit/>
          </a:bodyPr>
          <a:lstStyle/>
          <a:p>
            <a:pPr algn="l">
              <a:lnSpc>
                <a:spcPct val="100000"/>
              </a:lnSpc>
            </a:pPr>
            <a:r>
              <a:rPr sz="2000" b="1" spc="300">
                <a:solidFill>
                  <a:srgbClr val="5E9E17"/>
                </a:solidFill>
                <a:latin typeface="Montserrat"/>
              </a:rPr>
              <a:t>PASSO 11 DE 12</a:t>
            </a:r>
          </a:p>
        </p:txBody>
      </p:sp>
      <p:sp>
        <p:nvSpPr>
          <p:cNvPr id="9" name="TextBox 8"/>
          <p:cNvSpPr txBox="1"/>
          <p:nvPr/>
        </p:nvSpPr>
        <p:spPr>
          <a:xfrm>
            <a:off x="9144000" y="1737360"/>
            <a:ext cx="8778240" cy="6675120"/>
          </a:xfrm>
          <a:prstGeom prst="rect">
            <a:avLst/>
          </a:prstGeom>
          <a:noFill/>
        </p:spPr>
        <p:txBody>
          <a:bodyPr wrap="square" anchor="ctr" lIns="0" rIns="0" tIns="0" bIns="0">
            <a:spAutoFit/>
          </a:bodyPr>
          <a:lstStyle/>
          <a:p>
            <a:pPr algn="l">
              <a:lnSpc>
                <a:spcPct val="100000"/>
              </a:lnSpc>
            </a:pPr>
            <a:r>
              <a:rPr sz="9700" b="1" spc="-100">
                <a:solidFill>
                  <a:srgbClr val="004380"/>
                </a:solidFill>
                <a:latin typeface="Montserrat"/>
              </a:rPr>
              <a:t>Incentive</a:t>
            </a:r>
          </a:p>
          <a:p>
            <a:pPr algn="l">
              <a:lnSpc>
                <a:spcPct val="100000"/>
              </a:lnSpc>
            </a:pPr>
            <a:r>
              <a:rPr sz="9700" b="1" spc="-100">
                <a:solidFill>
                  <a:srgbClr val="004380"/>
                </a:solidFill>
                <a:latin typeface="Montserrat"/>
              </a:rPr>
              <a:t>sonhos</a:t>
            </a:r>
          </a:p>
          <a:p>
            <a:pPr algn="l">
              <a:lnSpc>
                <a:spcPct val="100000"/>
              </a:lnSpc>
            </a:pPr>
            <a:r>
              <a:rPr sz="9700" b="1" spc="-100">
                <a:solidFill>
                  <a:srgbClr val="0263BA"/>
                </a:solidFill>
                <a:latin typeface="Montserrat"/>
              </a:rPr>
              <a:t>e metas.</a:t>
            </a:r>
          </a:p>
        </p:txBody>
      </p:sp>
      <p:sp>
        <p:nvSpPr>
          <p:cNvPr id="10" name="Rounded Rectangle 9"/>
          <p:cNvSpPr/>
          <p:nvPr/>
        </p:nvSpPr>
        <p:spPr>
          <a:xfrm>
            <a:off x="9144000"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48088"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552176"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256264"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960352"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664440"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3368528"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4072616"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4776704"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5480792"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6184880"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6888968" y="8915400"/>
            <a:ext cx="566928" cy="146304"/>
          </a:xfrm>
          <a:prstGeom prst="roundRect">
            <a:avLst>
              <a:gd name="adj" fmla="val 50000"/>
            </a:avLst>
          </a:prstGeom>
          <a:solidFill>
            <a:srgbClr val="D5E2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gradFill rotWithShape="1">
            <a:gsLst>
              <a:gs pos="0">
                <a:srgbClr val="002B52"/>
              </a:gs>
              <a:gs pos="100000">
                <a:srgbClr val="036554"/>
              </a:gs>
            </a:gsLst>
            <a:lin ang="21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508760"/>
            <a:ext cx="6400800" cy="6400800"/>
          </a:xfrm>
          <a:custGeom>
            <a:avLst/>
            <a:gdLst/>
            <a:ahLst/>
            <a:cxnLst/>
            <a:rect l="0" t="0" r="r" b="b"/>
            <a:pathLst>
              <a:path w="1000" h="1000">
                <a:moveTo>
                  <a:pt x="1000" y="500"/>
                </a:moveTo>
                <a:lnTo>
                  <a:pt x="1000" y="507"/>
                </a:lnTo>
                <a:lnTo>
                  <a:pt x="999" y="513"/>
                </a:lnTo>
                <a:lnTo>
                  <a:pt x="998" y="520"/>
                </a:lnTo>
                <a:lnTo>
                  <a:pt x="996" y="526"/>
                </a:lnTo>
                <a:lnTo>
                  <a:pt x="994" y="532"/>
                </a:lnTo>
                <a:lnTo>
                  <a:pt x="991" y="539"/>
                </a:lnTo>
                <a:lnTo>
                  <a:pt x="988" y="545"/>
                </a:lnTo>
                <a:lnTo>
                  <a:pt x="985" y="551"/>
                </a:lnTo>
                <a:lnTo>
                  <a:pt x="981" y="557"/>
                </a:lnTo>
                <a:lnTo>
                  <a:pt x="977" y="563"/>
                </a:lnTo>
                <a:lnTo>
                  <a:pt x="973" y="569"/>
                </a:lnTo>
                <a:lnTo>
                  <a:pt x="969" y="574"/>
                </a:lnTo>
                <a:lnTo>
                  <a:pt x="965" y="580"/>
                </a:lnTo>
                <a:lnTo>
                  <a:pt x="961" y="585"/>
                </a:lnTo>
                <a:lnTo>
                  <a:pt x="956" y="591"/>
                </a:lnTo>
                <a:lnTo>
                  <a:pt x="952" y="596"/>
                </a:lnTo>
                <a:lnTo>
                  <a:pt x="948" y="601"/>
                </a:lnTo>
                <a:lnTo>
                  <a:pt x="945" y="607"/>
                </a:lnTo>
                <a:lnTo>
                  <a:pt x="941" y="612"/>
                </a:lnTo>
                <a:lnTo>
                  <a:pt x="938" y="617"/>
                </a:lnTo>
                <a:lnTo>
                  <a:pt x="935" y="623"/>
                </a:lnTo>
                <a:lnTo>
                  <a:pt x="932" y="628"/>
                </a:lnTo>
                <a:lnTo>
                  <a:pt x="930" y="634"/>
                </a:lnTo>
                <a:lnTo>
                  <a:pt x="928" y="639"/>
                </a:lnTo>
                <a:lnTo>
                  <a:pt x="926" y="645"/>
                </a:lnTo>
                <a:lnTo>
                  <a:pt x="925" y="650"/>
                </a:lnTo>
                <a:lnTo>
                  <a:pt x="924" y="656"/>
                </a:lnTo>
                <a:lnTo>
                  <a:pt x="923" y="662"/>
                </a:lnTo>
                <a:lnTo>
                  <a:pt x="923" y="669"/>
                </a:lnTo>
                <a:lnTo>
                  <a:pt x="923" y="675"/>
                </a:lnTo>
                <a:lnTo>
                  <a:pt x="922" y="681"/>
                </a:lnTo>
                <a:lnTo>
                  <a:pt x="923" y="688"/>
                </a:lnTo>
                <a:lnTo>
                  <a:pt x="923" y="695"/>
                </a:lnTo>
                <a:lnTo>
                  <a:pt x="923" y="702"/>
                </a:lnTo>
                <a:lnTo>
                  <a:pt x="923" y="709"/>
                </a:lnTo>
                <a:lnTo>
                  <a:pt x="923" y="716"/>
                </a:lnTo>
                <a:lnTo>
                  <a:pt x="923" y="723"/>
                </a:lnTo>
                <a:lnTo>
                  <a:pt x="923" y="730"/>
                </a:lnTo>
                <a:lnTo>
                  <a:pt x="923" y="737"/>
                </a:lnTo>
                <a:lnTo>
                  <a:pt x="922" y="744"/>
                </a:lnTo>
                <a:lnTo>
                  <a:pt x="921" y="751"/>
                </a:lnTo>
                <a:lnTo>
                  <a:pt x="920" y="757"/>
                </a:lnTo>
                <a:lnTo>
                  <a:pt x="918" y="764"/>
                </a:lnTo>
                <a:lnTo>
                  <a:pt x="917" y="770"/>
                </a:lnTo>
                <a:lnTo>
                  <a:pt x="914" y="777"/>
                </a:lnTo>
                <a:lnTo>
                  <a:pt x="911" y="783"/>
                </a:lnTo>
                <a:lnTo>
                  <a:pt x="908" y="788"/>
                </a:lnTo>
                <a:lnTo>
                  <a:pt x="905" y="794"/>
                </a:lnTo>
                <a:lnTo>
                  <a:pt x="900" y="799"/>
                </a:lnTo>
                <a:lnTo>
                  <a:pt x="896" y="804"/>
                </a:lnTo>
                <a:lnTo>
                  <a:pt x="891" y="808"/>
                </a:lnTo>
                <a:lnTo>
                  <a:pt x="886" y="813"/>
                </a:lnTo>
                <a:lnTo>
                  <a:pt x="880" y="816"/>
                </a:lnTo>
                <a:lnTo>
                  <a:pt x="875" y="820"/>
                </a:lnTo>
                <a:lnTo>
                  <a:pt x="869" y="823"/>
                </a:lnTo>
                <a:lnTo>
                  <a:pt x="862" y="826"/>
                </a:lnTo>
                <a:lnTo>
                  <a:pt x="856" y="829"/>
                </a:lnTo>
                <a:lnTo>
                  <a:pt x="849" y="831"/>
                </a:lnTo>
                <a:lnTo>
                  <a:pt x="843" y="834"/>
                </a:lnTo>
                <a:lnTo>
                  <a:pt x="836" y="836"/>
                </a:lnTo>
                <a:lnTo>
                  <a:pt x="829" y="838"/>
                </a:lnTo>
                <a:lnTo>
                  <a:pt x="823" y="840"/>
                </a:lnTo>
                <a:lnTo>
                  <a:pt x="816" y="842"/>
                </a:lnTo>
                <a:lnTo>
                  <a:pt x="809" y="844"/>
                </a:lnTo>
                <a:lnTo>
                  <a:pt x="803" y="846"/>
                </a:lnTo>
                <a:lnTo>
                  <a:pt x="797" y="848"/>
                </a:lnTo>
                <a:lnTo>
                  <a:pt x="791" y="850"/>
                </a:lnTo>
                <a:lnTo>
                  <a:pt x="785" y="852"/>
                </a:lnTo>
                <a:lnTo>
                  <a:pt x="780" y="855"/>
                </a:lnTo>
                <a:lnTo>
                  <a:pt x="774" y="858"/>
                </a:lnTo>
                <a:lnTo>
                  <a:pt x="769" y="861"/>
                </a:lnTo>
                <a:lnTo>
                  <a:pt x="765" y="864"/>
                </a:lnTo>
                <a:lnTo>
                  <a:pt x="760" y="868"/>
                </a:lnTo>
                <a:lnTo>
                  <a:pt x="755" y="872"/>
                </a:lnTo>
                <a:lnTo>
                  <a:pt x="751" y="876"/>
                </a:lnTo>
                <a:lnTo>
                  <a:pt x="747" y="880"/>
                </a:lnTo>
                <a:lnTo>
                  <a:pt x="743" y="885"/>
                </a:lnTo>
                <a:lnTo>
                  <a:pt x="739" y="890"/>
                </a:lnTo>
                <a:lnTo>
                  <a:pt x="735" y="895"/>
                </a:lnTo>
                <a:lnTo>
                  <a:pt x="731" y="901"/>
                </a:lnTo>
                <a:lnTo>
                  <a:pt x="727" y="906"/>
                </a:lnTo>
                <a:lnTo>
                  <a:pt x="724" y="912"/>
                </a:lnTo>
                <a:lnTo>
                  <a:pt x="720" y="917"/>
                </a:lnTo>
                <a:lnTo>
                  <a:pt x="716" y="923"/>
                </a:lnTo>
                <a:lnTo>
                  <a:pt x="712" y="929"/>
                </a:lnTo>
                <a:lnTo>
                  <a:pt x="707" y="935"/>
                </a:lnTo>
                <a:lnTo>
                  <a:pt x="703" y="940"/>
                </a:lnTo>
                <a:lnTo>
                  <a:pt x="698" y="945"/>
                </a:lnTo>
                <a:lnTo>
                  <a:pt x="694" y="950"/>
                </a:lnTo>
                <a:lnTo>
                  <a:pt x="689" y="955"/>
                </a:lnTo>
                <a:lnTo>
                  <a:pt x="683" y="960"/>
                </a:lnTo>
                <a:lnTo>
                  <a:pt x="678" y="964"/>
                </a:lnTo>
                <a:lnTo>
                  <a:pt x="672" y="967"/>
                </a:lnTo>
                <a:lnTo>
                  <a:pt x="667" y="971"/>
                </a:lnTo>
                <a:lnTo>
                  <a:pt x="661" y="973"/>
                </a:lnTo>
                <a:lnTo>
                  <a:pt x="655" y="976"/>
                </a:lnTo>
                <a:lnTo>
                  <a:pt x="648" y="977"/>
                </a:lnTo>
                <a:lnTo>
                  <a:pt x="642" y="979"/>
                </a:lnTo>
                <a:lnTo>
                  <a:pt x="635" y="979"/>
                </a:lnTo>
                <a:lnTo>
                  <a:pt x="629" y="980"/>
                </a:lnTo>
                <a:lnTo>
                  <a:pt x="622" y="980"/>
                </a:lnTo>
                <a:lnTo>
                  <a:pt x="615" y="979"/>
                </a:lnTo>
                <a:lnTo>
                  <a:pt x="608" y="978"/>
                </a:lnTo>
                <a:lnTo>
                  <a:pt x="601" y="977"/>
                </a:lnTo>
                <a:lnTo>
                  <a:pt x="595" y="975"/>
                </a:lnTo>
                <a:lnTo>
                  <a:pt x="588" y="973"/>
                </a:lnTo>
                <a:lnTo>
                  <a:pt x="581" y="971"/>
                </a:lnTo>
                <a:lnTo>
                  <a:pt x="574" y="969"/>
                </a:lnTo>
                <a:lnTo>
                  <a:pt x="568" y="967"/>
                </a:lnTo>
                <a:lnTo>
                  <a:pt x="561" y="965"/>
                </a:lnTo>
                <a:lnTo>
                  <a:pt x="555" y="962"/>
                </a:lnTo>
                <a:lnTo>
                  <a:pt x="548" y="960"/>
                </a:lnTo>
                <a:lnTo>
                  <a:pt x="542" y="958"/>
                </a:lnTo>
                <a:lnTo>
                  <a:pt x="536" y="956"/>
                </a:lnTo>
                <a:lnTo>
                  <a:pt x="530" y="954"/>
                </a:lnTo>
                <a:lnTo>
                  <a:pt x="524" y="953"/>
                </a:lnTo>
                <a:lnTo>
                  <a:pt x="518" y="952"/>
                </a:lnTo>
                <a:lnTo>
                  <a:pt x="512" y="951"/>
                </a:lnTo>
                <a:lnTo>
                  <a:pt x="506" y="950"/>
                </a:lnTo>
                <a:lnTo>
                  <a:pt x="500" y="950"/>
                </a:lnTo>
                <a:lnTo>
                  <a:pt x="494" y="950"/>
                </a:lnTo>
                <a:lnTo>
                  <a:pt x="488" y="951"/>
                </a:lnTo>
                <a:lnTo>
                  <a:pt x="482" y="952"/>
                </a:lnTo>
                <a:lnTo>
                  <a:pt x="476" y="953"/>
                </a:lnTo>
                <a:lnTo>
                  <a:pt x="470" y="954"/>
                </a:lnTo>
                <a:lnTo>
                  <a:pt x="464" y="956"/>
                </a:lnTo>
                <a:lnTo>
                  <a:pt x="458" y="958"/>
                </a:lnTo>
                <a:lnTo>
                  <a:pt x="452" y="960"/>
                </a:lnTo>
                <a:lnTo>
                  <a:pt x="445" y="962"/>
                </a:lnTo>
                <a:lnTo>
                  <a:pt x="439" y="965"/>
                </a:lnTo>
                <a:lnTo>
                  <a:pt x="432" y="967"/>
                </a:lnTo>
                <a:lnTo>
                  <a:pt x="426" y="969"/>
                </a:lnTo>
                <a:lnTo>
                  <a:pt x="419" y="971"/>
                </a:lnTo>
                <a:lnTo>
                  <a:pt x="412" y="973"/>
                </a:lnTo>
                <a:lnTo>
                  <a:pt x="405" y="975"/>
                </a:lnTo>
                <a:lnTo>
                  <a:pt x="399" y="977"/>
                </a:lnTo>
                <a:lnTo>
                  <a:pt x="392" y="978"/>
                </a:lnTo>
                <a:lnTo>
                  <a:pt x="385" y="979"/>
                </a:lnTo>
                <a:lnTo>
                  <a:pt x="378" y="980"/>
                </a:lnTo>
                <a:lnTo>
                  <a:pt x="371" y="980"/>
                </a:lnTo>
                <a:lnTo>
                  <a:pt x="365" y="979"/>
                </a:lnTo>
                <a:lnTo>
                  <a:pt x="358" y="979"/>
                </a:lnTo>
                <a:lnTo>
                  <a:pt x="352" y="977"/>
                </a:lnTo>
                <a:lnTo>
                  <a:pt x="345" y="976"/>
                </a:lnTo>
                <a:lnTo>
                  <a:pt x="339" y="973"/>
                </a:lnTo>
                <a:lnTo>
                  <a:pt x="333" y="971"/>
                </a:lnTo>
                <a:lnTo>
                  <a:pt x="328" y="967"/>
                </a:lnTo>
                <a:lnTo>
                  <a:pt x="322" y="964"/>
                </a:lnTo>
                <a:lnTo>
                  <a:pt x="317" y="960"/>
                </a:lnTo>
                <a:lnTo>
                  <a:pt x="311" y="955"/>
                </a:lnTo>
                <a:lnTo>
                  <a:pt x="306" y="950"/>
                </a:lnTo>
                <a:lnTo>
                  <a:pt x="302" y="945"/>
                </a:lnTo>
                <a:lnTo>
                  <a:pt x="297" y="940"/>
                </a:lnTo>
                <a:lnTo>
                  <a:pt x="293" y="935"/>
                </a:lnTo>
                <a:lnTo>
                  <a:pt x="288" y="929"/>
                </a:lnTo>
                <a:lnTo>
                  <a:pt x="284" y="923"/>
                </a:lnTo>
                <a:lnTo>
                  <a:pt x="280" y="917"/>
                </a:lnTo>
                <a:lnTo>
                  <a:pt x="276" y="912"/>
                </a:lnTo>
                <a:lnTo>
                  <a:pt x="273" y="906"/>
                </a:lnTo>
                <a:lnTo>
                  <a:pt x="269" y="901"/>
                </a:lnTo>
                <a:lnTo>
                  <a:pt x="265" y="895"/>
                </a:lnTo>
                <a:lnTo>
                  <a:pt x="261" y="890"/>
                </a:lnTo>
                <a:lnTo>
                  <a:pt x="257" y="885"/>
                </a:lnTo>
                <a:lnTo>
                  <a:pt x="253" y="880"/>
                </a:lnTo>
                <a:lnTo>
                  <a:pt x="249" y="876"/>
                </a:lnTo>
                <a:lnTo>
                  <a:pt x="245" y="872"/>
                </a:lnTo>
                <a:lnTo>
                  <a:pt x="240" y="868"/>
                </a:lnTo>
                <a:lnTo>
                  <a:pt x="235" y="864"/>
                </a:lnTo>
                <a:lnTo>
                  <a:pt x="231" y="861"/>
                </a:lnTo>
                <a:lnTo>
                  <a:pt x="226" y="858"/>
                </a:lnTo>
                <a:lnTo>
                  <a:pt x="220" y="855"/>
                </a:lnTo>
                <a:lnTo>
                  <a:pt x="215" y="852"/>
                </a:lnTo>
                <a:lnTo>
                  <a:pt x="209" y="850"/>
                </a:lnTo>
                <a:lnTo>
                  <a:pt x="203" y="848"/>
                </a:lnTo>
                <a:lnTo>
                  <a:pt x="197" y="846"/>
                </a:lnTo>
                <a:lnTo>
                  <a:pt x="191" y="844"/>
                </a:lnTo>
                <a:lnTo>
                  <a:pt x="184" y="842"/>
                </a:lnTo>
                <a:lnTo>
                  <a:pt x="177" y="840"/>
                </a:lnTo>
                <a:lnTo>
                  <a:pt x="171" y="838"/>
                </a:lnTo>
                <a:lnTo>
                  <a:pt x="164" y="836"/>
                </a:lnTo>
                <a:lnTo>
                  <a:pt x="157" y="834"/>
                </a:lnTo>
                <a:lnTo>
                  <a:pt x="151" y="831"/>
                </a:lnTo>
                <a:lnTo>
                  <a:pt x="144" y="829"/>
                </a:lnTo>
                <a:lnTo>
                  <a:pt x="138" y="826"/>
                </a:lnTo>
                <a:lnTo>
                  <a:pt x="131" y="823"/>
                </a:lnTo>
                <a:lnTo>
                  <a:pt x="125" y="820"/>
                </a:lnTo>
                <a:lnTo>
                  <a:pt x="120" y="816"/>
                </a:lnTo>
                <a:lnTo>
                  <a:pt x="114" y="813"/>
                </a:lnTo>
                <a:lnTo>
                  <a:pt x="109" y="808"/>
                </a:lnTo>
                <a:lnTo>
                  <a:pt x="104" y="804"/>
                </a:lnTo>
                <a:lnTo>
                  <a:pt x="100" y="799"/>
                </a:lnTo>
                <a:lnTo>
                  <a:pt x="95" y="794"/>
                </a:lnTo>
                <a:lnTo>
                  <a:pt x="92" y="788"/>
                </a:lnTo>
                <a:lnTo>
                  <a:pt x="89" y="783"/>
                </a:lnTo>
                <a:lnTo>
                  <a:pt x="86" y="777"/>
                </a:lnTo>
                <a:lnTo>
                  <a:pt x="83" y="770"/>
                </a:lnTo>
                <a:lnTo>
                  <a:pt x="82" y="764"/>
                </a:lnTo>
                <a:lnTo>
                  <a:pt x="80" y="757"/>
                </a:lnTo>
                <a:lnTo>
                  <a:pt x="79" y="751"/>
                </a:lnTo>
                <a:lnTo>
                  <a:pt x="78" y="744"/>
                </a:lnTo>
                <a:lnTo>
                  <a:pt x="77" y="737"/>
                </a:lnTo>
                <a:lnTo>
                  <a:pt x="77" y="730"/>
                </a:lnTo>
                <a:lnTo>
                  <a:pt x="77" y="723"/>
                </a:lnTo>
                <a:lnTo>
                  <a:pt x="77" y="716"/>
                </a:lnTo>
                <a:lnTo>
                  <a:pt x="77" y="709"/>
                </a:lnTo>
                <a:lnTo>
                  <a:pt x="77" y="702"/>
                </a:lnTo>
                <a:lnTo>
                  <a:pt x="77" y="695"/>
                </a:lnTo>
                <a:lnTo>
                  <a:pt x="77" y="688"/>
                </a:lnTo>
                <a:lnTo>
                  <a:pt x="78" y="681"/>
                </a:lnTo>
                <a:lnTo>
                  <a:pt x="77" y="675"/>
                </a:lnTo>
                <a:lnTo>
                  <a:pt x="77" y="669"/>
                </a:lnTo>
                <a:lnTo>
                  <a:pt x="77" y="662"/>
                </a:lnTo>
                <a:lnTo>
                  <a:pt x="76" y="656"/>
                </a:lnTo>
                <a:lnTo>
                  <a:pt x="75" y="650"/>
                </a:lnTo>
                <a:lnTo>
                  <a:pt x="74" y="645"/>
                </a:lnTo>
                <a:lnTo>
                  <a:pt x="72" y="639"/>
                </a:lnTo>
                <a:lnTo>
                  <a:pt x="70" y="634"/>
                </a:lnTo>
                <a:lnTo>
                  <a:pt x="68" y="628"/>
                </a:lnTo>
                <a:lnTo>
                  <a:pt x="65" y="623"/>
                </a:lnTo>
                <a:lnTo>
                  <a:pt x="62" y="617"/>
                </a:lnTo>
                <a:lnTo>
                  <a:pt x="59" y="612"/>
                </a:lnTo>
                <a:lnTo>
                  <a:pt x="55" y="607"/>
                </a:lnTo>
                <a:lnTo>
                  <a:pt x="52" y="601"/>
                </a:lnTo>
                <a:lnTo>
                  <a:pt x="48" y="596"/>
                </a:lnTo>
                <a:lnTo>
                  <a:pt x="44" y="591"/>
                </a:lnTo>
                <a:lnTo>
                  <a:pt x="39" y="585"/>
                </a:lnTo>
                <a:lnTo>
                  <a:pt x="35" y="580"/>
                </a:lnTo>
                <a:lnTo>
                  <a:pt x="31" y="574"/>
                </a:lnTo>
                <a:lnTo>
                  <a:pt x="27" y="569"/>
                </a:lnTo>
                <a:lnTo>
                  <a:pt x="23" y="563"/>
                </a:lnTo>
                <a:lnTo>
                  <a:pt x="19" y="557"/>
                </a:lnTo>
                <a:lnTo>
                  <a:pt x="15" y="551"/>
                </a:lnTo>
                <a:lnTo>
                  <a:pt x="12" y="545"/>
                </a:lnTo>
                <a:lnTo>
                  <a:pt x="9" y="539"/>
                </a:lnTo>
                <a:lnTo>
                  <a:pt x="6" y="532"/>
                </a:lnTo>
                <a:lnTo>
                  <a:pt x="4" y="526"/>
                </a:lnTo>
                <a:lnTo>
                  <a:pt x="2" y="520"/>
                </a:lnTo>
                <a:lnTo>
                  <a:pt x="1" y="513"/>
                </a:lnTo>
                <a:lnTo>
                  <a:pt x="0" y="507"/>
                </a:lnTo>
                <a:lnTo>
                  <a:pt x="0" y="500"/>
                </a:lnTo>
                <a:lnTo>
                  <a:pt x="0" y="493"/>
                </a:lnTo>
                <a:lnTo>
                  <a:pt x="1" y="487"/>
                </a:lnTo>
                <a:lnTo>
                  <a:pt x="2" y="480"/>
                </a:lnTo>
                <a:lnTo>
                  <a:pt x="4" y="474"/>
                </a:lnTo>
                <a:lnTo>
                  <a:pt x="6" y="468"/>
                </a:lnTo>
                <a:lnTo>
                  <a:pt x="9" y="461"/>
                </a:lnTo>
                <a:lnTo>
                  <a:pt x="12" y="455"/>
                </a:lnTo>
                <a:lnTo>
                  <a:pt x="15" y="449"/>
                </a:lnTo>
                <a:lnTo>
                  <a:pt x="19" y="443"/>
                </a:lnTo>
                <a:lnTo>
                  <a:pt x="23" y="437"/>
                </a:lnTo>
                <a:lnTo>
                  <a:pt x="27" y="431"/>
                </a:lnTo>
                <a:lnTo>
                  <a:pt x="31" y="426"/>
                </a:lnTo>
                <a:lnTo>
                  <a:pt x="35" y="420"/>
                </a:lnTo>
                <a:lnTo>
                  <a:pt x="39" y="415"/>
                </a:lnTo>
                <a:lnTo>
                  <a:pt x="44" y="409"/>
                </a:lnTo>
                <a:lnTo>
                  <a:pt x="48" y="404"/>
                </a:lnTo>
                <a:lnTo>
                  <a:pt x="52" y="399"/>
                </a:lnTo>
                <a:lnTo>
                  <a:pt x="55" y="393"/>
                </a:lnTo>
                <a:lnTo>
                  <a:pt x="59" y="388"/>
                </a:lnTo>
                <a:lnTo>
                  <a:pt x="62" y="383"/>
                </a:lnTo>
                <a:lnTo>
                  <a:pt x="65" y="377"/>
                </a:lnTo>
                <a:lnTo>
                  <a:pt x="68" y="372"/>
                </a:lnTo>
                <a:lnTo>
                  <a:pt x="70" y="366"/>
                </a:lnTo>
                <a:lnTo>
                  <a:pt x="72" y="361"/>
                </a:lnTo>
                <a:lnTo>
                  <a:pt x="74" y="355"/>
                </a:lnTo>
                <a:lnTo>
                  <a:pt x="75" y="350"/>
                </a:lnTo>
                <a:lnTo>
                  <a:pt x="76" y="344"/>
                </a:lnTo>
                <a:lnTo>
                  <a:pt x="77" y="338"/>
                </a:lnTo>
                <a:lnTo>
                  <a:pt x="77" y="331"/>
                </a:lnTo>
                <a:lnTo>
                  <a:pt x="77" y="325"/>
                </a:lnTo>
                <a:lnTo>
                  <a:pt x="78" y="319"/>
                </a:lnTo>
                <a:lnTo>
                  <a:pt x="77" y="312"/>
                </a:lnTo>
                <a:lnTo>
                  <a:pt x="77" y="305"/>
                </a:lnTo>
                <a:lnTo>
                  <a:pt x="77" y="298"/>
                </a:lnTo>
                <a:lnTo>
                  <a:pt x="77" y="291"/>
                </a:lnTo>
                <a:lnTo>
                  <a:pt x="77" y="284"/>
                </a:lnTo>
                <a:lnTo>
                  <a:pt x="77" y="277"/>
                </a:lnTo>
                <a:lnTo>
                  <a:pt x="77" y="270"/>
                </a:lnTo>
                <a:lnTo>
                  <a:pt x="77" y="263"/>
                </a:lnTo>
                <a:lnTo>
                  <a:pt x="78" y="256"/>
                </a:lnTo>
                <a:lnTo>
                  <a:pt x="79" y="249"/>
                </a:lnTo>
                <a:lnTo>
                  <a:pt x="80" y="243"/>
                </a:lnTo>
                <a:lnTo>
                  <a:pt x="82" y="236"/>
                </a:lnTo>
                <a:lnTo>
                  <a:pt x="83" y="230"/>
                </a:lnTo>
                <a:lnTo>
                  <a:pt x="86" y="223"/>
                </a:lnTo>
                <a:lnTo>
                  <a:pt x="89" y="217"/>
                </a:lnTo>
                <a:lnTo>
                  <a:pt x="92" y="212"/>
                </a:lnTo>
                <a:lnTo>
                  <a:pt x="95" y="206"/>
                </a:lnTo>
                <a:lnTo>
                  <a:pt x="100" y="201"/>
                </a:lnTo>
                <a:lnTo>
                  <a:pt x="104" y="196"/>
                </a:lnTo>
                <a:lnTo>
                  <a:pt x="109" y="192"/>
                </a:lnTo>
                <a:lnTo>
                  <a:pt x="114" y="187"/>
                </a:lnTo>
                <a:lnTo>
                  <a:pt x="120" y="184"/>
                </a:lnTo>
                <a:lnTo>
                  <a:pt x="125" y="180"/>
                </a:lnTo>
                <a:lnTo>
                  <a:pt x="131" y="177"/>
                </a:lnTo>
                <a:lnTo>
                  <a:pt x="138" y="174"/>
                </a:lnTo>
                <a:lnTo>
                  <a:pt x="144" y="171"/>
                </a:lnTo>
                <a:lnTo>
                  <a:pt x="151" y="169"/>
                </a:lnTo>
                <a:lnTo>
                  <a:pt x="157" y="166"/>
                </a:lnTo>
                <a:lnTo>
                  <a:pt x="164" y="164"/>
                </a:lnTo>
                <a:lnTo>
                  <a:pt x="171" y="162"/>
                </a:lnTo>
                <a:lnTo>
                  <a:pt x="177" y="160"/>
                </a:lnTo>
                <a:lnTo>
                  <a:pt x="184" y="158"/>
                </a:lnTo>
                <a:lnTo>
                  <a:pt x="191" y="156"/>
                </a:lnTo>
                <a:lnTo>
                  <a:pt x="197" y="154"/>
                </a:lnTo>
                <a:lnTo>
                  <a:pt x="203" y="152"/>
                </a:lnTo>
                <a:lnTo>
                  <a:pt x="209" y="150"/>
                </a:lnTo>
                <a:lnTo>
                  <a:pt x="215" y="148"/>
                </a:lnTo>
                <a:lnTo>
                  <a:pt x="220" y="145"/>
                </a:lnTo>
                <a:lnTo>
                  <a:pt x="226" y="142"/>
                </a:lnTo>
                <a:lnTo>
                  <a:pt x="231" y="139"/>
                </a:lnTo>
                <a:lnTo>
                  <a:pt x="235" y="136"/>
                </a:lnTo>
                <a:lnTo>
                  <a:pt x="240" y="132"/>
                </a:lnTo>
                <a:lnTo>
                  <a:pt x="245" y="128"/>
                </a:lnTo>
                <a:lnTo>
                  <a:pt x="249" y="124"/>
                </a:lnTo>
                <a:lnTo>
                  <a:pt x="253" y="120"/>
                </a:lnTo>
                <a:lnTo>
                  <a:pt x="257" y="115"/>
                </a:lnTo>
                <a:lnTo>
                  <a:pt x="261" y="110"/>
                </a:lnTo>
                <a:lnTo>
                  <a:pt x="265" y="105"/>
                </a:lnTo>
                <a:lnTo>
                  <a:pt x="269" y="99"/>
                </a:lnTo>
                <a:lnTo>
                  <a:pt x="273" y="94"/>
                </a:lnTo>
                <a:lnTo>
                  <a:pt x="276" y="88"/>
                </a:lnTo>
                <a:lnTo>
                  <a:pt x="280" y="83"/>
                </a:lnTo>
                <a:lnTo>
                  <a:pt x="284" y="77"/>
                </a:lnTo>
                <a:lnTo>
                  <a:pt x="288" y="71"/>
                </a:lnTo>
                <a:lnTo>
                  <a:pt x="293" y="65"/>
                </a:lnTo>
                <a:lnTo>
                  <a:pt x="297" y="60"/>
                </a:lnTo>
                <a:lnTo>
                  <a:pt x="302" y="55"/>
                </a:lnTo>
                <a:lnTo>
                  <a:pt x="306" y="50"/>
                </a:lnTo>
                <a:lnTo>
                  <a:pt x="311" y="45"/>
                </a:lnTo>
                <a:lnTo>
                  <a:pt x="317" y="40"/>
                </a:lnTo>
                <a:lnTo>
                  <a:pt x="322" y="36"/>
                </a:lnTo>
                <a:lnTo>
                  <a:pt x="328" y="33"/>
                </a:lnTo>
                <a:lnTo>
                  <a:pt x="333" y="29"/>
                </a:lnTo>
                <a:lnTo>
                  <a:pt x="339" y="27"/>
                </a:lnTo>
                <a:lnTo>
                  <a:pt x="345" y="24"/>
                </a:lnTo>
                <a:lnTo>
                  <a:pt x="352" y="23"/>
                </a:lnTo>
                <a:lnTo>
                  <a:pt x="358" y="21"/>
                </a:lnTo>
                <a:lnTo>
                  <a:pt x="365" y="21"/>
                </a:lnTo>
                <a:lnTo>
                  <a:pt x="371" y="20"/>
                </a:lnTo>
                <a:lnTo>
                  <a:pt x="378" y="20"/>
                </a:lnTo>
                <a:lnTo>
                  <a:pt x="385" y="21"/>
                </a:lnTo>
                <a:lnTo>
                  <a:pt x="392" y="22"/>
                </a:lnTo>
                <a:lnTo>
                  <a:pt x="399" y="23"/>
                </a:lnTo>
                <a:lnTo>
                  <a:pt x="405" y="25"/>
                </a:lnTo>
                <a:lnTo>
                  <a:pt x="412" y="27"/>
                </a:lnTo>
                <a:lnTo>
                  <a:pt x="419" y="29"/>
                </a:lnTo>
                <a:lnTo>
                  <a:pt x="426" y="31"/>
                </a:lnTo>
                <a:lnTo>
                  <a:pt x="432" y="33"/>
                </a:lnTo>
                <a:lnTo>
                  <a:pt x="439" y="35"/>
                </a:lnTo>
                <a:lnTo>
                  <a:pt x="445" y="38"/>
                </a:lnTo>
                <a:lnTo>
                  <a:pt x="452" y="40"/>
                </a:lnTo>
                <a:lnTo>
                  <a:pt x="458" y="42"/>
                </a:lnTo>
                <a:lnTo>
                  <a:pt x="464" y="44"/>
                </a:lnTo>
                <a:lnTo>
                  <a:pt x="470" y="46"/>
                </a:lnTo>
                <a:lnTo>
                  <a:pt x="476" y="47"/>
                </a:lnTo>
                <a:lnTo>
                  <a:pt x="482" y="48"/>
                </a:lnTo>
                <a:lnTo>
                  <a:pt x="488" y="49"/>
                </a:lnTo>
                <a:lnTo>
                  <a:pt x="494" y="50"/>
                </a:lnTo>
                <a:lnTo>
                  <a:pt x="500" y="50"/>
                </a:lnTo>
                <a:lnTo>
                  <a:pt x="506" y="50"/>
                </a:lnTo>
                <a:lnTo>
                  <a:pt x="512" y="49"/>
                </a:lnTo>
                <a:lnTo>
                  <a:pt x="518" y="48"/>
                </a:lnTo>
                <a:lnTo>
                  <a:pt x="524" y="47"/>
                </a:lnTo>
                <a:lnTo>
                  <a:pt x="530" y="46"/>
                </a:lnTo>
                <a:lnTo>
                  <a:pt x="536" y="44"/>
                </a:lnTo>
                <a:lnTo>
                  <a:pt x="542" y="42"/>
                </a:lnTo>
                <a:lnTo>
                  <a:pt x="548" y="40"/>
                </a:lnTo>
                <a:lnTo>
                  <a:pt x="555" y="38"/>
                </a:lnTo>
                <a:lnTo>
                  <a:pt x="561" y="35"/>
                </a:lnTo>
                <a:lnTo>
                  <a:pt x="568" y="33"/>
                </a:lnTo>
                <a:lnTo>
                  <a:pt x="574" y="31"/>
                </a:lnTo>
                <a:lnTo>
                  <a:pt x="581" y="29"/>
                </a:lnTo>
                <a:lnTo>
                  <a:pt x="588" y="27"/>
                </a:lnTo>
                <a:lnTo>
                  <a:pt x="595" y="25"/>
                </a:lnTo>
                <a:lnTo>
                  <a:pt x="601" y="23"/>
                </a:lnTo>
                <a:lnTo>
                  <a:pt x="608" y="22"/>
                </a:lnTo>
                <a:lnTo>
                  <a:pt x="615" y="21"/>
                </a:lnTo>
                <a:lnTo>
                  <a:pt x="622" y="20"/>
                </a:lnTo>
                <a:lnTo>
                  <a:pt x="629" y="20"/>
                </a:lnTo>
                <a:lnTo>
                  <a:pt x="635" y="21"/>
                </a:lnTo>
                <a:lnTo>
                  <a:pt x="642" y="21"/>
                </a:lnTo>
                <a:lnTo>
                  <a:pt x="648" y="23"/>
                </a:lnTo>
                <a:lnTo>
                  <a:pt x="655" y="24"/>
                </a:lnTo>
                <a:lnTo>
                  <a:pt x="661" y="27"/>
                </a:lnTo>
                <a:lnTo>
                  <a:pt x="667" y="29"/>
                </a:lnTo>
                <a:lnTo>
                  <a:pt x="672" y="33"/>
                </a:lnTo>
                <a:lnTo>
                  <a:pt x="678" y="36"/>
                </a:lnTo>
                <a:lnTo>
                  <a:pt x="683" y="40"/>
                </a:lnTo>
                <a:lnTo>
                  <a:pt x="689" y="45"/>
                </a:lnTo>
                <a:lnTo>
                  <a:pt x="694" y="50"/>
                </a:lnTo>
                <a:lnTo>
                  <a:pt x="698" y="55"/>
                </a:lnTo>
                <a:lnTo>
                  <a:pt x="703" y="60"/>
                </a:lnTo>
                <a:lnTo>
                  <a:pt x="707" y="65"/>
                </a:lnTo>
                <a:lnTo>
                  <a:pt x="712" y="71"/>
                </a:lnTo>
                <a:lnTo>
                  <a:pt x="716" y="77"/>
                </a:lnTo>
                <a:lnTo>
                  <a:pt x="720" y="83"/>
                </a:lnTo>
                <a:lnTo>
                  <a:pt x="724" y="88"/>
                </a:lnTo>
                <a:lnTo>
                  <a:pt x="727" y="94"/>
                </a:lnTo>
                <a:lnTo>
                  <a:pt x="731" y="99"/>
                </a:lnTo>
                <a:lnTo>
                  <a:pt x="735" y="105"/>
                </a:lnTo>
                <a:lnTo>
                  <a:pt x="739" y="110"/>
                </a:lnTo>
                <a:lnTo>
                  <a:pt x="743" y="115"/>
                </a:lnTo>
                <a:lnTo>
                  <a:pt x="747" y="120"/>
                </a:lnTo>
                <a:lnTo>
                  <a:pt x="751" y="124"/>
                </a:lnTo>
                <a:lnTo>
                  <a:pt x="755" y="128"/>
                </a:lnTo>
                <a:lnTo>
                  <a:pt x="760" y="132"/>
                </a:lnTo>
                <a:lnTo>
                  <a:pt x="765" y="136"/>
                </a:lnTo>
                <a:lnTo>
                  <a:pt x="769" y="139"/>
                </a:lnTo>
                <a:lnTo>
                  <a:pt x="774" y="142"/>
                </a:lnTo>
                <a:lnTo>
                  <a:pt x="780" y="145"/>
                </a:lnTo>
                <a:lnTo>
                  <a:pt x="785" y="148"/>
                </a:lnTo>
                <a:lnTo>
                  <a:pt x="791" y="150"/>
                </a:lnTo>
                <a:lnTo>
                  <a:pt x="797" y="152"/>
                </a:lnTo>
                <a:lnTo>
                  <a:pt x="803" y="154"/>
                </a:lnTo>
                <a:lnTo>
                  <a:pt x="809" y="156"/>
                </a:lnTo>
                <a:lnTo>
                  <a:pt x="816" y="158"/>
                </a:lnTo>
                <a:lnTo>
                  <a:pt x="823" y="160"/>
                </a:lnTo>
                <a:lnTo>
                  <a:pt x="829" y="162"/>
                </a:lnTo>
                <a:lnTo>
                  <a:pt x="836" y="164"/>
                </a:lnTo>
                <a:lnTo>
                  <a:pt x="843" y="166"/>
                </a:lnTo>
                <a:lnTo>
                  <a:pt x="849" y="169"/>
                </a:lnTo>
                <a:lnTo>
                  <a:pt x="856" y="171"/>
                </a:lnTo>
                <a:lnTo>
                  <a:pt x="862" y="174"/>
                </a:lnTo>
                <a:lnTo>
                  <a:pt x="869" y="177"/>
                </a:lnTo>
                <a:lnTo>
                  <a:pt x="875" y="180"/>
                </a:lnTo>
                <a:lnTo>
                  <a:pt x="880" y="184"/>
                </a:lnTo>
                <a:lnTo>
                  <a:pt x="886" y="187"/>
                </a:lnTo>
                <a:lnTo>
                  <a:pt x="891" y="192"/>
                </a:lnTo>
                <a:lnTo>
                  <a:pt x="896" y="196"/>
                </a:lnTo>
                <a:lnTo>
                  <a:pt x="900" y="201"/>
                </a:lnTo>
                <a:lnTo>
                  <a:pt x="905" y="206"/>
                </a:lnTo>
                <a:lnTo>
                  <a:pt x="908" y="212"/>
                </a:lnTo>
                <a:lnTo>
                  <a:pt x="911" y="217"/>
                </a:lnTo>
                <a:lnTo>
                  <a:pt x="914" y="223"/>
                </a:lnTo>
                <a:lnTo>
                  <a:pt x="917" y="230"/>
                </a:lnTo>
                <a:lnTo>
                  <a:pt x="918" y="236"/>
                </a:lnTo>
                <a:lnTo>
                  <a:pt x="920" y="243"/>
                </a:lnTo>
                <a:lnTo>
                  <a:pt x="921" y="249"/>
                </a:lnTo>
                <a:lnTo>
                  <a:pt x="922" y="256"/>
                </a:lnTo>
                <a:lnTo>
                  <a:pt x="923" y="263"/>
                </a:lnTo>
                <a:lnTo>
                  <a:pt x="923" y="270"/>
                </a:lnTo>
                <a:lnTo>
                  <a:pt x="923" y="277"/>
                </a:lnTo>
                <a:lnTo>
                  <a:pt x="923" y="284"/>
                </a:lnTo>
                <a:lnTo>
                  <a:pt x="923" y="291"/>
                </a:lnTo>
                <a:lnTo>
                  <a:pt x="923" y="298"/>
                </a:lnTo>
                <a:lnTo>
                  <a:pt x="923" y="305"/>
                </a:lnTo>
                <a:lnTo>
                  <a:pt x="923" y="312"/>
                </a:lnTo>
                <a:lnTo>
                  <a:pt x="922" y="319"/>
                </a:lnTo>
                <a:lnTo>
                  <a:pt x="923" y="325"/>
                </a:lnTo>
                <a:lnTo>
                  <a:pt x="923" y="331"/>
                </a:lnTo>
                <a:lnTo>
                  <a:pt x="923" y="338"/>
                </a:lnTo>
                <a:lnTo>
                  <a:pt x="924" y="344"/>
                </a:lnTo>
                <a:lnTo>
                  <a:pt x="925" y="350"/>
                </a:lnTo>
                <a:lnTo>
                  <a:pt x="926" y="355"/>
                </a:lnTo>
                <a:lnTo>
                  <a:pt x="928" y="361"/>
                </a:lnTo>
                <a:lnTo>
                  <a:pt x="930" y="366"/>
                </a:lnTo>
                <a:lnTo>
                  <a:pt x="932" y="372"/>
                </a:lnTo>
                <a:lnTo>
                  <a:pt x="935" y="377"/>
                </a:lnTo>
                <a:lnTo>
                  <a:pt x="938" y="383"/>
                </a:lnTo>
                <a:lnTo>
                  <a:pt x="941" y="388"/>
                </a:lnTo>
                <a:lnTo>
                  <a:pt x="945" y="393"/>
                </a:lnTo>
                <a:lnTo>
                  <a:pt x="948" y="399"/>
                </a:lnTo>
                <a:lnTo>
                  <a:pt x="952" y="404"/>
                </a:lnTo>
                <a:lnTo>
                  <a:pt x="956" y="409"/>
                </a:lnTo>
                <a:lnTo>
                  <a:pt x="961" y="415"/>
                </a:lnTo>
                <a:lnTo>
                  <a:pt x="965" y="420"/>
                </a:lnTo>
                <a:lnTo>
                  <a:pt x="969" y="426"/>
                </a:lnTo>
                <a:lnTo>
                  <a:pt x="973" y="431"/>
                </a:lnTo>
                <a:lnTo>
                  <a:pt x="977" y="437"/>
                </a:lnTo>
                <a:lnTo>
                  <a:pt x="981" y="443"/>
                </a:lnTo>
                <a:lnTo>
                  <a:pt x="985" y="449"/>
                </a:lnTo>
                <a:lnTo>
                  <a:pt x="988" y="455"/>
                </a:lnTo>
                <a:lnTo>
                  <a:pt x="991" y="461"/>
                </a:lnTo>
                <a:lnTo>
                  <a:pt x="994" y="468"/>
                </a:lnTo>
                <a:lnTo>
                  <a:pt x="996" y="474"/>
                </a:lnTo>
                <a:lnTo>
                  <a:pt x="998" y="480"/>
                </a:lnTo>
                <a:lnTo>
                  <a:pt x="999" y="487"/>
                </a:lnTo>
                <a:lnTo>
                  <a:pt x="1000" y="493"/>
                </a:lnTo>
                <a:close/>
              </a:path>
            </a:pathLst>
          </a:custGeom>
          <a:solidFill>
            <a:srgbClr val="036554"/>
          </a:solidFill>
          <a:ln w="762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395727" y="2532888"/>
            <a:ext cx="4352544" cy="4352544"/>
          </a:xfrm>
          <a:custGeom>
            <a:avLst/>
            <a:gdLst/>
            <a:ahLst/>
            <a:cxnLst/>
            <a:rect l="0" t="0" r="r" b="b"/>
            <a:pathLst>
              <a:path w="1000" h="1000">
                <a:moveTo>
                  <a:pt x="999" y="500"/>
                </a:moveTo>
                <a:lnTo>
                  <a:pt x="998" y="507"/>
                </a:lnTo>
                <a:lnTo>
                  <a:pt x="996" y="513"/>
                </a:lnTo>
                <a:lnTo>
                  <a:pt x="994" y="519"/>
                </a:lnTo>
                <a:lnTo>
                  <a:pt x="991" y="526"/>
                </a:lnTo>
                <a:lnTo>
                  <a:pt x="988" y="532"/>
                </a:lnTo>
                <a:lnTo>
                  <a:pt x="985" y="538"/>
                </a:lnTo>
                <a:lnTo>
                  <a:pt x="981" y="544"/>
                </a:lnTo>
                <a:lnTo>
                  <a:pt x="978" y="550"/>
                </a:lnTo>
                <a:lnTo>
                  <a:pt x="974" y="556"/>
                </a:lnTo>
                <a:lnTo>
                  <a:pt x="970" y="562"/>
                </a:lnTo>
                <a:lnTo>
                  <a:pt x="966" y="568"/>
                </a:lnTo>
                <a:lnTo>
                  <a:pt x="962" y="573"/>
                </a:lnTo>
                <a:lnTo>
                  <a:pt x="958" y="579"/>
                </a:lnTo>
                <a:lnTo>
                  <a:pt x="954" y="584"/>
                </a:lnTo>
                <a:lnTo>
                  <a:pt x="950" y="590"/>
                </a:lnTo>
                <a:lnTo>
                  <a:pt x="946" y="595"/>
                </a:lnTo>
                <a:lnTo>
                  <a:pt x="943" y="600"/>
                </a:lnTo>
                <a:lnTo>
                  <a:pt x="940" y="606"/>
                </a:lnTo>
                <a:lnTo>
                  <a:pt x="938" y="611"/>
                </a:lnTo>
                <a:lnTo>
                  <a:pt x="935" y="617"/>
                </a:lnTo>
                <a:lnTo>
                  <a:pt x="933" y="622"/>
                </a:lnTo>
                <a:lnTo>
                  <a:pt x="932" y="628"/>
                </a:lnTo>
                <a:lnTo>
                  <a:pt x="930" y="634"/>
                </a:lnTo>
                <a:lnTo>
                  <a:pt x="929" y="639"/>
                </a:lnTo>
                <a:lnTo>
                  <a:pt x="928" y="645"/>
                </a:lnTo>
                <a:lnTo>
                  <a:pt x="928" y="652"/>
                </a:lnTo>
                <a:lnTo>
                  <a:pt x="928" y="658"/>
                </a:lnTo>
                <a:lnTo>
                  <a:pt x="928" y="664"/>
                </a:lnTo>
                <a:lnTo>
                  <a:pt x="928" y="671"/>
                </a:lnTo>
                <a:lnTo>
                  <a:pt x="928" y="677"/>
                </a:lnTo>
                <a:lnTo>
                  <a:pt x="929" y="684"/>
                </a:lnTo>
                <a:lnTo>
                  <a:pt x="929" y="691"/>
                </a:lnTo>
                <a:lnTo>
                  <a:pt x="930" y="698"/>
                </a:lnTo>
                <a:lnTo>
                  <a:pt x="930" y="705"/>
                </a:lnTo>
                <a:lnTo>
                  <a:pt x="930" y="712"/>
                </a:lnTo>
                <a:lnTo>
                  <a:pt x="930" y="719"/>
                </a:lnTo>
                <a:lnTo>
                  <a:pt x="930" y="726"/>
                </a:lnTo>
                <a:lnTo>
                  <a:pt x="929" y="733"/>
                </a:lnTo>
                <a:lnTo>
                  <a:pt x="929" y="740"/>
                </a:lnTo>
                <a:lnTo>
                  <a:pt x="927" y="747"/>
                </a:lnTo>
                <a:lnTo>
                  <a:pt x="926" y="753"/>
                </a:lnTo>
                <a:lnTo>
                  <a:pt x="924" y="760"/>
                </a:lnTo>
                <a:lnTo>
                  <a:pt x="922" y="766"/>
                </a:lnTo>
                <a:lnTo>
                  <a:pt x="919" y="772"/>
                </a:lnTo>
                <a:lnTo>
                  <a:pt x="916" y="778"/>
                </a:lnTo>
                <a:lnTo>
                  <a:pt x="912" y="783"/>
                </a:lnTo>
                <a:lnTo>
                  <a:pt x="908" y="788"/>
                </a:lnTo>
                <a:lnTo>
                  <a:pt x="904" y="793"/>
                </a:lnTo>
                <a:lnTo>
                  <a:pt x="899" y="798"/>
                </a:lnTo>
                <a:lnTo>
                  <a:pt x="893" y="802"/>
                </a:lnTo>
                <a:lnTo>
                  <a:pt x="888" y="806"/>
                </a:lnTo>
                <a:lnTo>
                  <a:pt x="882" y="809"/>
                </a:lnTo>
                <a:lnTo>
                  <a:pt x="876" y="813"/>
                </a:lnTo>
                <a:lnTo>
                  <a:pt x="870" y="816"/>
                </a:lnTo>
                <a:lnTo>
                  <a:pt x="863" y="819"/>
                </a:lnTo>
                <a:lnTo>
                  <a:pt x="857" y="821"/>
                </a:lnTo>
                <a:lnTo>
                  <a:pt x="850" y="824"/>
                </a:lnTo>
                <a:lnTo>
                  <a:pt x="844" y="826"/>
                </a:lnTo>
                <a:lnTo>
                  <a:pt x="837" y="828"/>
                </a:lnTo>
                <a:lnTo>
                  <a:pt x="830" y="830"/>
                </a:lnTo>
                <a:lnTo>
                  <a:pt x="824" y="833"/>
                </a:lnTo>
                <a:lnTo>
                  <a:pt x="818" y="835"/>
                </a:lnTo>
                <a:lnTo>
                  <a:pt x="811" y="837"/>
                </a:lnTo>
                <a:lnTo>
                  <a:pt x="805" y="839"/>
                </a:lnTo>
                <a:lnTo>
                  <a:pt x="800" y="842"/>
                </a:lnTo>
                <a:lnTo>
                  <a:pt x="794" y="844"/>
                </a:lnTo>
                <a:lnTo>
                  <a:pt x="789" y="847"/>
                </a:lnTo>
                <a:lnTo>
                  <a:pt x="784" y="850"/>
                </a:lnTo>
                <a:lnTo>
                  <a:pt x="779" y="853"/>
                </a:lnTo>
                <a:lnTo>
                  <a:pt x="774" y="857"/>
                </a:lnTo>
                <a:lnTo>
                  <a:pt x="769" y="861"/>
                </a:lnTo>
                <a:lnTo>
                  <a:pt x="765" y="865"/>
                </a:lnTo>
                <a:lnTo>
                  <a:pt x="761" y="869"/>
                </a:lnTo>
                <a:lnTo>
                  <a:pt x="757" y="874"/>
                </a:lnTo>
                <a:lnTo>
                  <a:pt x="753" y="879"/>
                </a:lnTo>
                <a:lnTo>
                  <a:pt x="750" y="884"/>
                </a:lnTo>
                <a:lnTo>
                  <a:pt x="746" y="890"/>
                </a:lnTo>
                <a:lnTo>
                  <a:pt x="742" y="895"/>
                </a:lnTo>
                <a:lnTo>
                  <a:pt x="739" y="901"/>
                </a:lnTo>
                <a:lnTo>
                  <a:pt x="735" y="907"/>
                </a:lnTo>
                <a:lnTo>
                  <a:pt x="731" y="913"/>
                </a:lnTo>
                <a:lnTo>
                  <a:pt x="727" y="919"/>
                </a:lnTo>
                <a:lnTo>
                  <a:pt x="723" y="924"/>
                </a:lnTo>
                <a:lnTo>
                  <a:pt x="719" y="930"/>
                </a:lnTo>
                <a:lnTo>
                  <a:pt x="715" y="936"/>
                </a:lnTo>
                <a:lnTo>
                  <a:pt x="710" y="941"/>
                </a:lnTo>
                <a:lnTo>
                  <a:pt x="706" y="946"/>
                </a:lnTo>
                <a:lnTo>
                  <a:pt x="701" y="951"/>
                </a:lnTo>
                <a:lnTo>
                  <a:pt x="696" y="955"/>
                </a:lnTo>
                <a:lnTo>
                  <a:pt x="690" y="959"/>
                </a:lnTo>
                <a:lnTo>
                  <a:pt x="685" y="963"/>
                </a:lnTo>
                <a:lnTo>
                  <a:pt x="679" y="966"/>
                </a:lnTo>
                <a:lnTo>
                  <a:pt x="673" y="969"/>
                </a:lnTo>
                <a:lnTo>
                  <a:pt x="667" y="971"/>
                </a:lnTo>
                <a:lnTo>
                  <a:pt x="661" y="973"/>
                </a:lnTo>
                <a:lnTo>
                  <a:pt x="654" y="974"/>
                </a:lnTo>
                <a:lnTo>
                  <a:pt x="648" y="975"/>
                </a:lnTo>
                <a:lnTo>
                  <a:pt x="641" y="976"/>
                </a:lnTo>
                <a:lnTo>
                  <a:pt x="634" y="975"/>
                </a:lnTo>
                <a:lnTo>
                  <a:pt x="627" y="975"/>
                </a:lnTo>
                <a:lnTo>
                  <a:pt x="620" y="974"/>
                </a:lnTo>
                <a:lnTo>
                  <a:pt x="614" y="973"/>
                </a:lnTo>
                <a:lnTo>
                  <a:pt x="607" y="971"/>
                </a:lnTo>
                <a:lnTo>
                  <a:pt x="600" y="970"/>
                </a:lnTo>
                <a:lnTo>
                  <a:pt x="593" y="968"/>
                </a:lnTo>
                <a:lnTo>
                  <a:pt x="586" y="966"/>
                </a:lnTo>
                <a:lnTo>
                  <a:pt x="580" y="964"/>
                </a:lnTo>
                <a:lnTo>
                  <a:pt x="573" y="962"/>
                </a:lnTo>
                <a:lnTo>
                  <a:pt x="567" y="959"/>
                </a:lnTo>
                <a:lnTo>
                  <a:pt x="560" y="957"/>
                </a:lnTo>
                <a:lnTo>
                  <a:pt x="554" y="956"/>
                </a:lnTo>
                <a:lnTo>
                  <a:pt x="548" y="954"/>
                </a:lnTo>
                <a:lnTo>
                  <a:pt x="542" y="952"/>
                </a:lnTo>
                <a:lnTo>
                  <a:pt x="536" y="951"/>
                </a:lnTo>
                <a:lnTo>
                  <a:pt x="530" y="950"/>
                </a:lnTo>
                <a:lnTo>
                  <a:pt x="524" y="950"/>
                </a:lnTo>
                <a:lnTo>
                  <a:pt x="518" y="950"/>
                </a:lnTo>
                <a:lnTo>
                  <a:pt x="512" y="950"/>
                </a:lnTo>
                <a:lnTo>
                  <a:pt x="506" y="950"/>
                </a:lnTo>
                <a:lnTo>
                  <a:pt x="500" y="951"/>
                </a:lnTo>
                <a:lnTo>
                  <a:pt x="494" y="952"/>
                </a:lnTo>
                <a:lnTo>
                  <a:pt x="488" y="954"/>
                </a:lnTo>
                <a:lnTo>
                  <a:pt x="482" y="956"/>
                </a:lnTo>
                <a:lnTo>
                  <a:pt x="476" y="958"/>
                </a:lnTo>
                <a:lnTo>
                  <a:pt x="470" y="960"/>
                </a:lnTo>
                <a:lnTo>
                  <a:pt x="464" y="962"/>
                </a:lnTo>
                <a:lnTo>
                  <a:pt x="457" y="965"/>
                </a:lnTo>
                <a:lnTo>
                  <a:pt x="451" y="967"/>
                </a:lnTo>
                <a:lnTo>
                  <a:pt x="444" y="970"/>
                </a:lnTo>
                <a:lnTo>
                  <a:pt x="438" y="972"/>
                </a:lnTo>
                <a:lnTo>
                  <a:pt x="431" y="975"/>
                </a:lnTo>
                <a:lnTo>
                  <a:pt x="424" y="977"/>
                </a:lnTo>
                <a:lnTo>
                  <a:pt x="418" y="979"/>
                </a:lnTo>
                <a:lnTo>
                  <a:pt x="411" y="980"/>
                </a:lnTo>
                <a:lnTo>
                  <a:pt x="404" y="982"/>
                </a:lnTo>
                <a:lnTo>
                  <a:pt x="397" y="983"/>
                </a:lnTo>
                <a:lnTo>
                  <a:pt x="391" y="983"/>
                </a:lnTo>
                <a:lnTo>
                  <a:pt x="384" y="984"/>
                </a:lnTo>
                <a:lnTo>
                  <a:pt x="377" y="983"/>
                </a:lnTo>
                <a:lnTo>
                  <a:pt x="371" y="982"/>
                </a:lnTo>
                <a:lnTo>
                  <a:pt x="364" y="981"/>
                </a:lnTo>
                <a:lnTo>
                  <a:pt x="358" y="979"/>
                </a:lnTo>
                <a:lnTo>
                  <a:pt x="352" y="977"/>
                </a:lnTo>
                <a:lnTo>
                  <a:pt x="346" y="974"/>
                </a:lnTo>
                <a:lnTo>
                  <a:pt x="340" y="971"/>
                </a:lnTo>
                <a:lnTo>
                  <a:pt x="334" y="968"/>
                </a:lnTo>
                <a:lnTo>
                  <a:pt x="329" y="963"/>
                </a:lnTo>
                <a:lnTo>
                  <a:pt x="324" y="959"/>
                </a:lnTo>
                <a:lnTo>
                  <a:pt x="319" y="954"/>
                </a:lnTo>
                <a:lnTo>
                  <a:pt x="314" y="949"/>
                </a:lnTo>
                <a:lnTo>
                  <a:pt x="309" y="944"/>
                </a:lnTo>
                <a:lnTo>
                  <a:pt x="305" y="939"/>
                </a:lnTo>
                <a:lnTo>
                  <a:pt x="300" y="933"/>
                </a:lnTo>
                <a:lnTo>
                  <a:pt x="296" y="928"/>
                </a:lnTo>
                <a:lnTo>
                  <a:pt x="292" y="922"/>
                </a:lnTo>
                <a:lnTo>
                  <a:pt x="288" y="916"/>
                </a:lnTo>
                <a:lnTo>
                  <a:pt x="284" y="911"/>
                </a:lnTo>
                <a:lnTo>
                  <a:pt x="280" y="905"/>
                </a:lnTo>
                <a:lnTo>
                  <a:pt x="276" y="900"/>
                </a:lnTo>
                <a:lnTo>
                  <a:pt x="272" y="895"/>
                </a:lnTo>
                <a:lnTo>
                  <a:pt x="268" y="891"/>
                </a:lnTo>
                <a:lnTo>
                  <a:pt x="263" y="886"/>
                </a:lnTo>
                <a:lnTo>
                  <a:pt x="259" y="882"/>
                </a:lnTo>
                <a:lnTo>
                  <a:pt x="255" y="878"/>
                </a:lnTo>
                <a:lnTo>
                  <a:pt x="250" y="874"/>
                </a:lnTo>
                <a:lnTo>
                  <a:pt x="245" y="871"/>
                </a:lnTo>
                <a:lnTo>
                  <a:pt x="240" y="868"/>
                </a:lnTo>
                <a:lnTo>
                  <a:pt x="235" y="865"/>
                </a:lnTo>
                <a:lnTo>
                  <a:pt x="229" y="863"/>
                </a:lnTo>
                <a:lnTo>
                  <a:pt x="224" y="860"/>
                </a:lnTo>
                <a:lnTo>
                  <a:pt x="218" y="858"/>
                </a:lnTo>
                <a:lnTo>
                  <a:pt x="212" y="856"/>
                </a:lnTo>
                <a:lnTo>
                  <a:pt x="205" y="854"/>
                </a:lnTo>
                <a:lnTo>
                  <a:pt x="199" y="853"/>
                </a:lnTo>
                <a:lnTo>
                  <a:pt x="192" y="851"/>
                </a:lnTo>
                <a:lnTo>
                  <a:pt x="186" y="849"/>
                </a:lnTo>
                <a:lnTo>
                  <a:pt x="179" y="847"/>
                </a:lnTo>
                <a:lnTo>
                  <a:pt x="172" y="846"/>
                </a:lnTo>
                <a:lnTo>
                  <a:pt x="165" y="844"/>
                </a:lnTo>
                <a:lnTo>
                  <a:pt x="159" y="841"/>
                </a:lnTo>
                <a:lnTo>
                  <a:pt x="152" y="839"/>
                </a:lnTo>
                <a:lnTo>
                  <a:pt x="146" y="836"/>
                </a:lnTo>
                <a:lnTo>
                  <a:pt x="139" y="833"/>
                </a:lnTo>
                <a:lnTo>
                  <a:pt x="133" y="830"/>
                </a:lnTo>
                <a:lnTo>
                  <a:pt x="127" y="827"/>
                </a:lnTo>
                <a:lnTo>
                  <a:pt x="122" y="823"/>
                </a:lnTo>
                <a:lnTo>
                  <a:pt x="117" y="819"/>
                </a:lnTo>
                <a:lnTo>
                  <a:pt x="112" y="814"/>
                </a:lnTo>
                <a:lnTo>
                  <a:pt x="107" y="809"/>
                </a:lnTo>
                <a:lnTo>
                  <a:pt x="103" y="804"/>
                </a:lnTo>
                <a:lnTo>
                  <a:pt x="100" y="799"/>
                </a:lnTo>
                <a:lnTo>
                  <a:pt x="96" y="793"/>
                </a:lnTo>
                <a:lnTo>
                  <a:pt x="94" y="787"/>
                </a:lnTo>
                <a:lnTo>
                  <a:pt x="91" y="781"/>
                </a:lnTo>
                <a:lnTo>
                  <a:pt x="89" y="774"/>
                </a:lnTo>
                <a:lnTo>
                  <a:pt x="88" y="768"/>
                </a:lnTo>
                <a:lnTo>
                  <a:pt x="86" y="761"/>
                </a:lnTo>
                <a:lnTo>
                  <a:pt x="85" y="754"/>
                </a:lnTo>
                <a:lnTo>
                  <a:pt x="85" y="747"/>
                </a:lnTo>
                <a:lnTo>
                  <a:pt x="84" y="740"/>
                </a:lnTo>
                <a:lnTo>
                  <a:pt x="84" y="733"/>
                </a:lnTo>
                <a:lnTo>
                  <a:pt x="84" y="726"/>
                </a:lnTo>
                <a:lnTo>
                  <a:pt x="84" y="719"/>
                </a:lnTo>
                <a:lnTo>
                  <a:pt x="84" y="712"/>
                </a:lnTo>
                <a:lnTo>
                  <a:pt x="84" y="705"/>
                </a:lnTo>
                <a:lnTo>
                  <a:pt x="84" y="699"/>
                </a:lnTo>
                <a:lnTo>
                  <a:pt x="83" y="692"/>
                </a:lnTo>
                <a:lnTo>
                  <a:pt x="83" y="686"/>
                </a:lnTo>
                <a:lnTo>
                  <a:pt x="83" y="679"/>
                </a:lnTo>
                <a:lnTo>
                  <a:pt x="82" y="673"/>
                </a:lnTo>
                <a:lnTo>
                  <a:pt x="81" y="667"/>
                </a:lnTo>
                <a:lnTo>
                  <a:pt x="79" y="661"/>
                </a:lnTo>
                <a:lnTo>
                  <a:pt x="78" y="656"/>
                </a:lnTo>
                <a:lnTo>
                  <a:pt x="76" y="650"/>
                </a:lnTo>
                <a:lnTo>
                  <a:pt x="73" y="645"/>
                </a:lnTo>
                <a:lnTo>
                  <a:pt x="71" y="639"/>
                </a:lnTo>
                <a:lnTo>
                  <a:pt x="68" y="634"/>
                </a:lnTo>
                <a:lnTo>
                  <a:pt x="65" y="629"/>
                </a:lnTo>
                <a:lnTo>
                  <a:pt x="61" y="624"/>
                </a:lnTo>
                <a:lnTo>
                  <a:pt x="57" y="619"/>
                </a:lnTo>
                <a:lnTo>
                  <a:pt x="53" y="613"/>
                </a:lnTo>
                <a:lnTo>
                  <a:pt x="49" y="608"/>
                </a:lnTo>
                <a:lnTo>
                  <a:pt x="45" y="603"/>
                </a:lnTo>
                <a:lnTo>
                  <a:pt x="40" y="598"/>
                </a:lnTo>
                <a:lnTo>
                  <a:pt x="36" y="592"/>
                </a:lnTo>
                <a:lnTo>
                  <a:pt x="32" y="587"/>
                </a:lnTo>
                <a:lnTo>
                  <a:pt x="27" y="581"/>
                </a:lnTo>
                <a:lnTo>
                  <a:pt x="23" y="576"/>
                </a:lnTo>
                <a:lnTo>
                  <a:pt x="19" y="570"/>
                </a:lnTo>
                <a:lnTo>
                  <a:pt x="16" y="564"/>
                </a:lnTo>
                <a:lnTo>
                  <a:pt x="12" y="558"/>
                </a:lnTo>
                <a:lnTo>
                  <a:pt x="9" y="552"/>
                </a:lnTo>
                <a:lnTo>
                  <a:pt x="6" y="545"/>
                </a:lnTo>
                <a:lnTo>
                  <a:pt x="4" y="539"/>
                </a:lnTo>
                <a:lnTo>
                  <a:pt x="3" y="533"/>
                </a:lnTo>
                <a:lnTo>
                  <a:pt x="1" y="526"/>
                </a:lnTo>
                <a:lnTo>
                  <a:pt x="0" y="520"/>
                </a:lnTo>
                <a:lnTo>
                  <a:pt x="0" y="513"/>
                </a:lnTo>
                <a:lnTo>
                  <a:pt x="0" y="507"/>
                </a:lnTo>
                <a:lnTo>
                  <a:pt x="1" y="500"/>
                </a:lnTo>
                <a:lnTo>
                  <a:pt x="2" y="493"/>
                </a:lnTo>
                <a:lnTo>
                  <a:pt x="4" y="487"/>
                </a:lnTo>
                <a:lnTo>
                  <a:pt x="6" y="481"/>
                </a:lnTo>
                <a:lnTo>
                  <a:pt x="9" y="474"/>
                </a:lnTo>
                <a:lnTo>
                  <a:pt x="12" y="468"/>
                </a:lnTo>
                <a:lnTo>
                  <a:pt x="15" y="462"/>
                </a:lnTo>
                <a:lnTo>
                  <a:pt x="19" y="456"/>
                </a:lnTo>
                <a:lnTo>
                  <a:pt x="22" y="450"/>
                </a:lnTo>
                <a:lnTo>
                  <a:pt x="26" y="444"/>
                </a:lnTo>
                <a:lnTo>
                  <a:pt x="30" y="438"/>
                </a:lnTo>
                <a:lnTo>
                  <a:pt x="34" y="432"/>
                </a:lnTo>
                <a:lnTo>
                  <a:pt x="38" y="427"/>
                </a:lnTo>
                <a:lnTo>
                  <a:pt x="42" y="421"/>
                </a:lnTo>
                <a:lnTo>
                  <a:pt x="46" y="416"/>
                </a:lnTo>
                <a:lnTo>
                  <a:pt x="50" y="410"/>
                </a:lnTo>
                <a:lnTo>
                  <a:pt x="54" y="405"/>
                </a:lnTo>
                <a:lnTo>
                  <a:pt x="57" y="400"/>
                </a:lnTo>
                <a:lnTo>
                  <a:pt x="60" y="394"/>
                </a:lnTo>
                <a:lnTo>
                  <a:pt x="62" y="389"/>
                </a:lnTo>
                <a:lnTo>
                  <a:pt x="65" y="383"/>
                </a:lnTo>
                <a:lnTo>
                  <a:pt x="67" y="378"/>
                </a:lnTo>
                <a:lnTo>
                  <a:pt x="68" y="372"/>
                </a:lnTo>
                <a:lnTo>
                  <a:pt x="70" y="366"/>
                </a:lnTo>
                <a:lnTo>
                  <a:pt x="71" y="361"/>
                </a:lnTo>
                <a:lnTo>
                  <a:pt x="72" y="355"/>
                </a:lnTo>
                <a:lnTo>
                  <a:pt x="72" y="348"/>
                </a:lnTo>
                <a:lnTo>
                  <a:pt x="72" y="342"/>
                </a:lnTo>
                <a:lnTo>
                  <a:pt x="72" y="336"/>
                </a:lnTo>
                <a:lnTo>
                  <a:pt x="72" y="329"/>
                </a:lnTo>
                <a:lnTo>
                  <a:pt x="72" y="323"/>
                </a:lnTo>
                <a:lnTo>
                  <a:pt x="71" y="316"/>
                </a:lnTo>
                <a:lnTo>
                  <a:pt x="71" y="309"/>
                </a:lnTo>
                <a:lnTo>
                  <a:pt x="70" y="302"/>
                </a:lnTo>
                <a:lnTo>
                  <a:pt x="70" y="295"/>
                </a:lnTo>
                <a:lnTo>
                  <a:pt x="70" y="288"/>
                </a:lnTo>
                <a:lnTo>
                  <a:pt x="70" y="281"/>
                </a:lnTo>
                <a:lnTo>
                  <a:pt x="70" y="274"/>
                </a:lnTo>
                <a:lnTo>
                  <a:pt x="71" y="267"/>
                </a:lnTo>
                <a:lnTo>
                  <a:pt x="71" y="260"/>
                </a:lnTo>
                <a:lnTo>
                  <a:pt x="73" y="253"/>
                </a:lnTo>
                <a:lnTo>
                  <a:pt x="74" y="247"/>
                </a:lnTo>
                <a:lnTo>
                  <a:pt x="76" y="240"/>
                </a:lnTo>
                <a:lnTo>
                  <a:pt x="78" y="234"/>
                </a:lnTo>
                <a:lnTo>
                  <a:pt x="81" y="228"/>
                </a:lnTo>
                <a:lnTo>
                  <a:pt x="84" y="222"/>
                </a:lnTo>
                <a:lnTo>
                  <a:pt x="88" y="217"/>
                </a:lnTo>
                <a:lnTo>
                  <a:pt x="92" y="212"/>
                </a:lnTo>
                <a:lnTo>
                  <a:pt x="96" y="207"/>
                </a:lnTo>
                <a:lnTo>
                  <a:pt x="101" y="202"/>
                </a:lnTo>
                <a:lnTo>
                  <a:pt x="107" y="198"/>
                </a:lnTo>
                <a:lnTo>
                  <a:pt x="112" y="194"/>
                </a:lnTo>
                <a:lnTo>
                  <a:pt x="118" y="191"/>
                </a:lnTo>
                <a:lnTo>
                  <a:pt x="124" y="187"/>
                </a:lnTo>
                <a:lnTo>
                  <a:pt x="130" y="184"/>
                </a:lnTo>
                <a:lnTo>
                  <a:pt x="137" y="181"/>
                </a:lnTo>
                <a:lnTo>
                  <a:pt x="143" y="179"/>
                </a:lnTo>
                <a:lnTo>
                  <a:pt x="150" y="176"/>
                </a:lnTo>
                <a:lnTo>
                  <a:pt x="156" y="174"/>
                </a:lnTo>
                <a:lnTo>
                  <a:pt x="163" y="172"/>
                </a:lnTo>
                <a:lnTo>
                  <a:pt x="170" y="170"/>
                </a:lnTo>
                <a:lnTo>
                  <a:pt x="176" y="167"/>
                </a:lnTo>
                <a:lnTo>
                  <a:pt x="182" y="165"/>
                </a:lnTo>
                <a:lnTo>
                  <a:pt x="189" y="163"/>
                </a:lnTo>
                <a:lnTo>
                  <a:pt x="195" y="161"/>
                </a:lnTo>
                <a:lnTo>
                  <a:pt x="200" y="158"/>
                </a:lnTo>
                <a:lnTo>
                  <a:pt x="206" y="156"/>
                </a:lnTo>
                <a:lnTo>
                  <a:pt x="211" y="153"/>
                </a:lnTo>
                <a:lnTo>
                  <a:pt x="216" y="150"/>
                </a:lnTo>
                <a:lnTo>
                  <a:pt x="221" y="147"/>
                </a:lnTo>
                <a:lnTo>
                  <a:pt x="226" y="143"/>
                </a:lnTo>
                <a:lnTo>
                  <a:pt x="231" y="139"/>
                </a:lnTo>
                <a:lnTo>
                  <a:pt x="235" y="135"/>
                </a:lnTo>
                <a:lnTo>
                  <a:pt x="239" y="131"/>
                </a:lnTo>
                <a:lnTo>
                  <a:pt x="243" y="126"/>
                </a:lnTo>
                <a:lnTo>
                  <a:pt x="247" y="121"/>
                </a:lnTo>
                <a:lnTo>
                  <a:pt x="250" y="116"/>
                </a:lnTo>
                <a:lnTo>
                  <a:pt x="254" y="110"/>
                </a:lnTo>
                <a:lnTo>
                  <a:pt x="258" y="105"/>
                </a:lnTo>
                <a:lnTo>
                  <a:pt x="261" y="99"/>
                </a:lnTo>
                <a:lnTo>
                  <a:pt x="265" y="93"/>
                </a:lnTo>
                <a:lnTo>
                  <a:pt x="269" y="87"/>
                </a:lnTo>
                <a:lnTo>
                  <a:pt x="273" y="81"/>
                </a:lnTo>
                <a:lnTo>
                  <a:pt x="277" y="76"/>
                </a:lnTo>
                <a:lnTo>
                  <a:pt x="281" y="70"/>
                </a:lnTo>
                <a:lnTo>
                  <a:pt x="285" y="64"/>
                </a:lnTo>
                <a:lnTo>
                  <a:pt x="290" y="59"/>
                </a:lnTo>
                <a:lnTo>
                  <a:pt x="294" y="54"/>
                </a:lnTo>
                <a:lnTo>
                  <a:pt x="299" y="49"/>
                </a:lnTo>
                <a:lnTo>
                  <a:pt x="304" y="45"/>
                </a:lnTo>
                <a:lnTo>
                  <a:pt x="310" y="41"/>
                </a:lnTo>
                <a:lnTo>
                  <a:pt x="315" y="37"/>
                </a:lnTo>
                <a:lnTo>
                  <a:pt x="321" y="34"/>
                </a:lnTo>
                <a:lnTo>
                  <a:pt x="327" y="31"/>
                </a:lnTo>
                <a:lnTo>
                  <a:pt x="333" y="29"/>
                </a:lnTo>
                <a:lnTo>
                  <a:pt x="339" y="27"/>
                </a:lnTo>
                <a:lnTo>
                  <a:pt x="346" y="26"/>
                </a:lnTo>
                <a:lnTo>
                  <a:pt x="352" y="25"/>
                </a:lnTo>
                <a:lnTo>
                  <a:pt x="359" y="24"/>
                </a:lnTo>
                <a:lnTo>
                  <a:pt x="366" y="25"/>
                </a:lnTo>
                <a:lnTo>
                  <a:pt x="373" y="25"/>
                </a:lnTo>
                <a:lnTo>
                  <a:pt x="380" y="26"/>
                </a:lnTo>
                <a:lnTo>
                  <a:pt x="386" y="27"/>
                </a:lnTo>
                <a:lnTo>
                  <a:pt x="393" y="29"/>
                </a:lnTo>
                <a:lnTo>
                  <a:pt x="400" y="30"/>
                </a:lnTo>
                <a:lnTo>
                  <a:pt x="407" y="32"/>
                </a:lnTo>
                <a:lnTo>
                  <a:pt x="414" y="34"/>
                </a:lnTo>
                <a:lnTo>
                  <a:pt x="420" y="36"/>
                </a:lnTo>
                <a:lnTo>
                  <a:pt x="427" y="38"/>
                </a:lnTo>
                <a:lnTo>
                  <a:pt x="433" y="41"/>
                </a:lnTo>
                <a:lnTo>
                  <a:pt x="440" y="43"/>
                </a:lnTo>
                <a:lnTo>
                  <a:pt x="446" y="44"/>
                </a:lnTo>
                <a:lnTo>
                  <a:pt x="452" y="46"/>
                </a:lnTo>
                <a:lnTo>
                  <a:pt x="458" y="48"/>
                </a:lnTo>
                <a:lnTo>
                  <a:pt x="464" y="49"/>
                </a:lnTo>
                <a:lnTo>
                  <a:pt x="470" y="50"/>
                </a:lnTo>
                <a:lnTo>
                  <a:pt x="476" y="50"/>
                </a:lnTo>
                <a:lnTo>
                  <a:pt x="482" y="50"/>
                </a:lnTo>
                <a:lnTo>
                  <a:pt x="488" y="50"/>
                </a:lnTo>
                <a:lnTo>
                  <a:pt x="494" y="50"/>
                </a:lnTo>
                <a:lnTo>
                  <a:pt x="500" y="49"/>
                </a:lnTo>
                <a:lnTo>
                  <a:pt x="506" y="48"/>
                </a:lnTo>
                <a:lnTo>
                  <a:pt x="512" y="46"/>
                </a:lnTo>
                <a:lnTo>
                  <a:pt x="518" y="44"/>
                </a:lnTo>
                <a:lnTo>
                  <a:pt x="524" y="42"/>
                </a:lnTo>
                <a:lnTo>
                  <a:pt x="530" y="40"/>
                </a:lnTo>
                <a:lnTo>
                  <a:pt x="536" y="38"/>
                </a:lnTo>
                <a:lnTo>
                  <a:pt x="543" y="35"/>
                </a:lnTo>
                <a:lnTo>
                  <a:pt x="549" y="33"/>
                </a:lnTo>
                <a:lnTo>
                  <a:pt x="556" y="30"/>
                </a:lnTo>
                <a:lnTo>
                  <a:pt x="562" y="28"/>
                </a:lnTo>
                <a:lnTo>
                  <a:pt x="569" y="25"/>
                </a:lnTo>
                <a:lnTo>
                  <a:pt x="576" y="23"/>
                </a:lnTo>
                <a:lnTo>
                  <a:pt x="582" y="21"/>
                </a:lnTo>
                <a:lnTo>
                  <a:pt x="589" y="20"/>
                </a:lnTo>
                <a:lnTo>
                  <a:pt x="596" y="18"/>
                </a:lnTo>
                <a:lnTo>
                  <a:pt x="603" y="17"/>
                </a:lnTo>
                <a:lnTo>
                  <a:pt x="609" y="17"/>
                </a:lnTo>
                <a:lnTo>
                  <a:pt x="616" y="16"/>
                </a:lnTo>
                <a:lnTo>
                  <a:pt x="623" y="17"/>
                </a:lnTo>
                <a:lnTo>
                  <a:pt x="629" y="18"/>
                </a:lnTo>
                <a:lnTo>
                  <a:pt x="636" y="19"/>
                </a:lnTo>
                <a:lnTo>
                  <a:pt x="642" y="21"/>
                </a:lnTo>
                <a:lnTo>
                  <a:pt x="648" y="23"/>
                </a:lnTo>
                <a:lnTo>
                  <a:pt x="654" y="26"/>
                </a:lnTo>
                <a:lnTo>
                  <a:pt x="660" y="29"/>
                </a:lnTo>
                <a:lnTo>
                  <a:pt x="666" y="32"/>
                </a:lnTo>
                <a:lnTo>
                  <a:pt x="671" y="37"/>
                </a:lnTo>
                <a:lnTo>
                  <a:pt x="676" y="41"/>
                </a:lnTo>
                <a:lnTo>
                  <a:pt x="681" y="46"/>
                </a:lnTo>
                <a:lnTo>
                  <a:pt x="686" y="51"/>
                </a:lnTo>
                <a:lnTo>
                  <a:pt x="691" y="56"/>
                </a:lnTo>
                <a:lnTo>
                  <a:pt x="695" y="61"/>
                </a:lnTo>
                <a:lnTo>
                  <a:pt x="700" y="67"/>
                </a:lnTo>
                <a:lnTo>
                  <a:pt x="704" y="72"/>
                </a:lnTo>
                <a:lnTo>
                  <a:pt x="708" y="78"/>
                </a:lnTo>
                <a:lnTo>
                  <a:pt x="712" y="84"/>
                </a:lnTo>
                <a:lnTo>
                  <a:pt x="716" y="89"/>
                </a:lnTo>
                <a:lnTo>
                  <a:pt x="720" y="95"/>
                </a:lnTo>
                <a:lnTo>
                  <a:pt x="724" y="100"/>
                </a:lnTo>
                <a:lnTo>
                  <a:pt x="728" y="105"/>
                </a:lnTo>
                <a:lnTo>
                  <a:pt x="732" y="109"/>
                </a:lnTo>
                <a:lnTo>
                  <a:pt x="737" y="114"/>
                </a:lnTo>
                <a:lnTo>
                  <a:pt x="741" y="118"/>
                </a:lnTo>
                <a:lnTo>
                  <a:pt x="745" y="122"/>
                </a:lnTo>
                <a:lnTo>
                  <a:pt x="750" y="126"/>
                </a:lnTo>
                <a:lnTo>
                  <a:pt x="755" y="129"/>
                </a:lnTo>
                <a:lnTo>
                  <a:pt x="760" y="132"/>
                </a:lnTo>
                <a:lnTo>
                  <a:pt x="765" y="135"/>
                </a:lnTo>
                <a:lnTo>
                  <a:pt x="771" y="137"/>
                </a:lnTo>
                <a:lnTo>
                  <a:pt x="776" y="140"/>
                </a:lnTo>
                <a:lnTo>
                  <a:pt x="782" y="142"/>
                </a:lnTo>
                <a:lnTo>
                  <a:pt x="788" y="144"/>
                </a:lnTo>
                <a:lnTo>
                  <a:pt x="795" y="146"/>
                </a:lnTo>
                <a:lnTo>
                  <a:pt x="801" y="147"/>
                </a:lnTo>
                <a:lnTo>
                  <a:pt x="808" y="149"/>
                </a:lnTo>
                <a:lnTo>
                  <a:pt x="814" y="151"/>
                </a:lnTo>
                <a:lnTo>
                  <a:pt x="821" y="153"/>
                </a:lnTo>
                <a:lnTo>
                  <a:pt x="828" y="154"/>
                </a:lnTo>
                <a:lnTo>
                  <a:pt x="835" y="156"/>
                </a:lnTo>
                <a:lnTo>
                  <a:pt x="841" y="159"/>
                </a:lnTo>
                <a:lnTo>
                  <a:pt x="848" y="161"/>
                </a:lnTo>
                <a:lnTo>
                  <a:pt x="854" y="164"/>
                </a:lnTo>
                <a:lnTo>
                  <a:pt x="861" y="167"/>
                </a:lnTo>
                <a:lnTo>
                  <a:pt x="867" y="170"/>
                </a:lnTo>
                <a:lnTo>
                  <a:pt x="873" y="173"/>
                </a:lnTo>
                <a:lnTo>
                  <a:pt x="878" y="177"/>
                </a:lnTo>
                <a:lnTo>
                  <a:pt x="883" y="181"/>
                </a:lnTo>
                <a:lnTo>
                  <a:pt x="888" y="186"/>
                </a:lnTo>
                <a:lnTo>
                  <a:pt x="893" y="191"/>
                </a:lnTo>
                <a:lnTo>
                  <a:pt x="897" y="196"/>
                </a:lnTo>
                <a:lnTo>
                  <a:pt x="900" y="201"/>
                </a:lnTo>
                <a:lnTo>
                  <a:pt x="904" y="207"/>
                </a:lnTo>
                <a:lnTo>
                  <a:pt x="906" y="213"/>
                </a:lnTo>
                <a:lnTo>
                  <a:pt x="909" y="219"/>
                </a:lnTo>
                <a:lnTo>
                  <a:pt x="911" y="226"/>
                </a:lnTo>
                <a:lnTo>
                  <a:pt x="912" y="232"/>
                </a:lnTo>
                <a:lnTo>
                  <a:pt x="914" y="239"/>
                </a:lnTo>
                <a:lnTo>
                  <a:pt x="915" y="246"/>
                </a:lnTo>
                <a:lnTo>
                  <a:pt x="915" y="253"/>
                </a:lnTo>
                <a:lnTo>
                  <a:pt x="916" y="260"/>
                </a:lnTo>
                <a:lnTo>
                  <a:pt x="916" y="267"/>
                </a:lnTo>
                <a:lnTo>
                  <a:pt x="916" y="274"/>
                </a:lnTo>
                <a:lnTo>
                  <a:pt x="916" y="281"/>
                </a:lnTo>
                <a:lnTo>
                  <a:pt x="916" y="288"/>
                </a:lnTo>
                <a:lnTo>
                  <a:pt x="916" y="295"/>
                </a:lnTo>
                <a:lnTo>
                  <a:pt x="916" y="301"/>
                </a:lnTo>
                <a:lnTo>
                  <a:pt x="917" y="308"/>
                </a:lnTo>
                <a:lnTo>
                  <a:pt x="917" y="314"/>
                </a:lnTo>
                <a:lnTo>
                  <a:pt x="917" y="321"/>
                </a:lnTo>
                <a:lnTo>
                  <a:pt x="918" y="327"/>
                </a:lnTo>
                <a:lnTo>
                  <a:pt x="919" y="333"/>
                </a:lnTo>
                <a:lnTo>
                  <a:pt x="921" y="339"/>
                </a:lnTo>
                <a:lnTo>
                  <a:pt x="922" y="344"/>
                </a:lnTo>
                <a:lnTo>
                  <a:pt x="924" y="350"/>
                </a:lnTo>
                <a:lnTo>
                  <a:pt x="927" y="355"/>
                </a:lnTo>
                <a:lnTo>
                  <a:pt x="929" y="361"/>
                </a:lnTo>
                <a:lnTo>
                  <a:pt x="932" y="366"/>
                </a:lnTo>
                <a:lnTo>
                  <a:pt x="935" y="371"/>
                </a:lnTo>
                <a:lnTo>
                  <a:pt x="939" y="376"/>
                </a:lnTo>
                <a:lnTo>
                  <a:pt x="943" y="381"/>
                </a:lnTo>
                <a:lnTo>
                  <a:pt x="947" y="387"/>
                </a:lnTo>
                <a:lnTo>
                  <a:pt x="951" y="392"/>
                </a:lnTo>
                <a:lnTo>
                  <a:pt x="955" y="397"/>
                </a:lnTo>
                <a:lnTo>
                  <a:pt x="960" y="402"/>
                </a:lnTo>
                <a:lnTo>
                  <a:pt x="964" y="408"/>
                </a:lnTo>
                <a:lnTo>
                  <a:pt x="968" y="413"/>
                </a:lnTo>
                <a:lnTo>
                  <a:pt x="973" y="419"/>
                </a:lnTo>
                <a:lnTo>
                  <a:pt x="977" y="424"/>
                </a:lnTo>
                <a:lnTo>
                  <a:pt x="981" y="430"/>
                </a:lnTo>
                <a:lnTo>
                  <a:pt x="984" y="436"/>
                </a:lnTo>
                <a:lnTo>
                  <a:pt x="988" y="442"/>
                </a:lnTo>
                <a:lnTo>
                  <a:pt x="991" y="448"/>
                </a:lnTo>
                <a:lnTo>
                  <a:pt x="994" y="455"/>
                </a:lnTo>
                <a:lnTo>
                  <a:pt x="996" y="461"/>
                </a:lnTo>
                <a:lnTo>
                  <a:pt x="997" y="467"/>
                </a:lnTo>
                <a:lnTo>
                  <a:pt x="999" y="474"/>
                </a:lnTo>
                <a:lnTo>
                  <a:pt x="1000" y="480"/>
                </a:lnTo>
                <a:lnTo>
                  <a:pt x="1000" y="487"/>
                </a:lnTo>
                <a:lnTo>
                  <a:pt x="1000" y="493"/>
                </a:lnTo>
                <a:close/>
              </a:path>
            </a:pathLst>
          </a:cu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743200"/>
            <a:ext cx="6400800" cy="548640"/>
          </a:xfrm>
          <a:prstGeom prst="rect">
            <a:avLst/>
          </a:prstGeom>
          <a:noFill/>
        </p:spPr>
        <p:txBody>
          <a:bodyPr wrap="square" anchor="ctr" lIns="0" rIns="0" tIns="0" bIns="0">
            <a:spAutoFit/>
          </a:bodyPr>
          <a:lstStyle/>
          <a:p>
            <a:pPr algn="ctr">
              <a:lnSpc>
                <a:spcPct val="100000"/>
              </a:lnSpc>
            </a:pPr>
            <a:r>
              <a:rPr sz="2700" b="1" spc="400">
                <a:solidFill>
                  <a:srgbClr val="004380"/>
                </a:solidFill>
                <a:latin typeface="Montserrat"/>
              </a:rPr>
              <a:t>PASSO</a:t>
            </a:r>
          </a:p>
        </p:txBody>
      </p:sp>
      <p:sp>
        <p:nvSpPr>
          <p:cNvPr id="6" name="TextBox 5"/>
          <p:cNvSpPr txBox="1"/>
          <p:nvPr/>
        </p:nvSpPr>
        <p:spPr>
          <a:xfrm>
            <a:off x="1371600" y="3246120"/>
            <a:ext cx="6400800" cy="2926080"/>
          </a:xfrm>
          <a:prstGeom prst="rect">
            <a:avLst/>
          </a:prstGeom>
          <a:noFill/>
        </p:spPr>
        <p:txBody>
          <a:bodyPr wrap="square" anchor="ctr" lIns="0" rIns="0" tIns="0" bIns="0">
            <a:spAutoFit/>
          </a:bodyPr>
          <a:lstStyle/>
          <a:p>
            <a:pPr algn="ctr">
              <a:lnSpc>
                <a:spcPct val="100000"/>
              </a:lnSpc>
            </a:pPr>
            <a:r>
              <a:rPr sz="16200" b="1" spc="-300">
                <a:solidFill>
                  <a:srgbClr val="004380"/>
                </a:solidFill>
                <a:latin typeface="Montserrat"/>
              </a:rPr>
              <a:t>12</a:t>
            </a:r>
          </a:p>
        </p:txBody>
      </p:sp>
      <p:sp>
        <p:nvSpPr>
          <p:cNvPr id="7" name="Rectangle 6"/>
          <p:cNvSpPr/>
          <p:nvPr/>
        </p:nvSpPr>
        <p:spPr>
          <a:xfrm>
            <a:off x="9144000" y="129844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12680" y="1143000"/>
            <a:ext cx="9144000" cy="457200"/>
          </a:xfrm>
          <a:prstGeom prst="rect">
            <a:avLst/>
          </a:prstGeom>
          <a:noFill/>
        </p:spPr>
        <p:txBody>
          <a:bodyPr wrap="square" anchor="t" lIns="0" rIns="0" tIns="0" bIns="0">
            <a:spAutoFit/>
          </a:bodyPr>
          <a:lstStyle/>
          <a:p>
            <a:pPr algn="l">
              <a:lnSpc>
                <a:spcPct val="100000"/>
              </a:lnSpc>
            </a:pPr>
            <a:r>
              <a:rPr sz="2000" b="1" spc="300">
                <a:solidFill>
                  <a:srgbClr val="85C227"/>
                </a:solidFill>
                <a:latin typeface="Montserrat"/>
              </a:rPr>
              <a:t>PASSO 12 DE 12</a:t>
            </a:r>
          </a:p>
        </p:txBody>
      </p:sp>
      <p:sp>
        <p:nvSpPr>
          <p:cNvPr id="9" name="TextBox 8"/>
          <p:cNvSpPr txBox="1"/>
          <p:nvPr/>
        </p:nvSpPr>
        <p:spPr>
          <a:xfrm>
            <a:off x="9144000" y="1737360"/>
            <a:ext cx="8778240" cy="6675120"/>
          </a:xfrm>
          <a:prstGeom prst="rect">
            <a:avLst/>
          </a:prstGeom>
          <a:noFill/>
        </p:spPr>
        <p:txBody>
          <a:bodyPr wrap="square" anchor="ctr" lIns="0" rIns="0" tIns="0" bIns="0">
            <a:spAutoFit/>
          </a:bodyPr>
          <a:lstStyle/>
          <a:p>
            <a:pPr algn="l">
              <a:lnSpc>
                <a:spcPct val="100000"/>
              </a:lnSpc>
            </a:pPr>
            <a:r>
              <a:rPr sz="6800" b="1" spc="-100">
                <a:solidFill>
                  <a:srgbClr val="FFFFFF"/>
                </a:solidFill>
                <a:latin typeface="Montserrat"/>
              </a:rPr>
              <a:t>Lidere com</a:t>
            </a:r>
          </a:p>
          <a:p>
            <a:pPr algn="l">
              <a:lnSpc>
                <a:spcPct val="100000"/>
              </a:lnSpc>
            </a:pPr>
            <a:r>
              <a:rPr sz="6800" b="1" spc="-100">
                <a:solidFill>
                  <a:srgbClr val="FFFFFF"/>
                </a:solidFill>
                <a:latin typeface="Montserrat"/>
              </a:rPr>
              <a:t>propósito e</a:t>
            </a:r>
          </a:p>
          <a:p>
            <a:pPr algn="l">
              <a:lnSpc>
                <a:spcPct val="100000"/>
              </a:lnSpc>
            </a:pPr>
            <a:r>
              <a:rPr sz="6800" b="1" spc="-100">
                <a:solidFill>
                  <a:srgbClr val="85C227"/>
                </a:solidFill>
                <a:latin typeface="Montserrat"/>
              </a:rPr>
              <a:t>espiritualidade.</a:t>
            </a:r>
          </a:p>
        </p:txBody>
      </p:sp>
      <p:sp>
        <p:nvSpPr>
          <p:cNvPr id="10" name="Rounded Rectangle 9"/>
          <p:cNvSpPr/>
          <p:nvPr/>
        </p:nvSpPr>
        <p:spPr>
          <a:xfrm>
            <a:off x="9144000"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848088"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552176"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256264"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960352"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2664440"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3368528"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4072616"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4776704"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5480792"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6184880"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6888968" y="8915400"/>
            <a:ext cx="566928" cy="146304"/>
          </a:xfrm>
          <a:prstGeom prst="roundRect">
            <a:avLst>
              <a:gd name="adj" fmla="val 50000"/>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07cb741683d.jpg"/>
          <p:cNvPicPr>
            <a:picLocks noChangeAspect="1"/>
          </p:cNvPicPr>
          <p:nvPr/>
        </p:nvPicPr>
        <p:blipFill>
          <a:blip r:embed="rId2"/>
          <a:stretch>
            <a:fillRect/>
          </a:stretch>
        </p:blipFill>
        <p:spPr>
          <a:xfrm>
            <a:off x="0" y="0"/>
            <a:ext cx="18288000" cy="10287000"/>
          </a:xfrm>
          <a:prstGeom prst="rect">
            <a:avLst/>
          </a:prstGeom>
        </p:spPr>
      </p:pic>
      <p:pic>
        <p:nvPicPr>
          <p:cNvPr id="4" name="Picture 3" descr="cage.png"/>
          <p:cNvPicPr>
            <a:picLocks noChangeAspect="1"/>
          </p:cNvPicPr>
          <p:nvPr/>
        </p:nvPicPr>
        <p:blipFill>
          <a:blip r:embed="rId3"/>
          <a:stretch>
            <a:fillRect/>
          </a:stretch>
        </p:blipFill>
        <p:spPr>
          <a:xfrm>
            <a:off x="5303520" y="411480"/>
            <a:ext cx="7680960" cy="942449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gradFill rotWithShape="1">
            <a:gsLst>
              <a:gs pos="0">
                <a:srgbClr val="036554"/>
              </a:gs>
              <a:gs pos="100000">
                <a:srgbClr val="0263BA"/>
              </a:gs>
            </a:gsLst>
            <a:lin ang="21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59" y="1298448"/>
            <a:ext cx="7680960" cy="7680960"/>
          </a:xfrm>
          <a:custGeom>
            <a:avLst/>
            <a:gdLst/>
            <a:ahLst/>
            <a:cxnLst/>
            <a:rect l="0" t="0" r="r" b="b"/>
            <a:pathLst>
              <a:path w="1000" h="1000">
                <a:moveTo>
                  <a:pt x="1000" y="500"/>
                </a:moveTo>
                <a:lnTo>
                  <a:pt x="1000" y="507"/>
                </a:lnTo>
                <a:lnTo>
                  <a:pt x="999" y="513"/>
                </a:lnTo>
                <a:lnTo>
                  <a:pt x="998" y="520"/>
                </a:lnTo>
                <a:lnTo>
                  <a:pt x="996" y="526"/>
                </a:lnTo>
                <a:lnTo>
                  <a:pt x="994" y="532"/>
                </a:lnTo>
                <a:lnTo>
                  <a:pt x="991" y="539"/>
                </a:lnTo>
                <a:lnTo>
                  <a:pt x="988" y="545"/>
                </a:lnTo>
                <a:lnTo>
                  <a:pt x="985" y="551"/>
                </a:lnTo>
                <a:lnTo>
                  <a:pt x="981" y="557"/>
                </a:lnTo>
                <a:lnTo>
                  <a:pt x="977" y="563"/>
                </a:lnTo>
                <a:lnTo>
                  <a:pt x="973" y="569"/>
                </a:lnTo>
                <a:lnTo>
                  <a:pt x="969" y="574"/>
                </a:lnTo>
                <a:lnTo>
                  <a:pt x="965" y="580"/>
                </a:lnTo>
                <a:lnTo>
                  <a:pt x="961" y="585"/>
                </a:lnTo>
                <a:lnTo>
                  <a:pt x="956" y="591"/>
                </a:lnTo>
                <a:lnTo>
                  <a:pt x="952" y="596"/>
                </a:lnTo>
                <a:lnTo>
                  <a:pt x="948" y="601"/>
                </a:lnTo>
                <a:lnTo>
                  <a:pt x="945" y="607"/>
                </a:lnTo>
                <a:lnTo>
                  <a:pt x="941" y="612"/>
                </a:lnTo>
                <a:lnTo>
                  <a:pt x="938" y="617"/>
                </a:lnTo>
                <a:lnTo>
                  <a:pt x="935" y="623"/>
                </a:lnTo>
                <a:lnTo>
                  <a:pt x="932" y="628"/>
                </a:lnTo>
                <a:lnTo>
                  <a:pt x="930" y="634"/>
                </a:lnTo>
                <a:lnTo>
                  <a:pt x="928" y="639"/>
                </a:lnTo>
                <a:lnTo>
                  <a:pt x="926" y="645"/>
                </a:lnTo>
                <a:lnTo>
                  <a:pt x="925" y="650"/>
                </a:lnTo>
                <a:lnTo>
                  <a:pt x="924" y="656"/>
                </a:lnTo>
                <a:lnTo>
                  <a:pt x="923" y="662"/>
                </a:lnTo>
                <a:lnTo>
                  <a:pt x="923" y="669"/>
                </a:lnTo>
                <a:lnTo>
                  <a:pt x="923" y="675"/>
                </a:lnTo>
                <a:lnTo>
                  <a:pt x="922" y="681"/>
                </a:lnTo>
                <a:lnTo>
                  <a:pt x="923" y="688"/>
                </a:lnTo>
                <a:lnTo>
                  <a:pt x="923" y="695"/>
                </a:lnTo>
                <a:lnTo>
                  <a:pt x="923" y="702"/>
                </a:lnTo>
                <a:lnTo>
                  <a:pt x="923" y="709"/>
                </a:lnTo>
                <a:lnTo>
                  <a:pt x="923" y="716"/>
                </a:lnTo>
                <a:lnTo>
                  <a:pt x="923" y="723"/>
                </a:lnTo>
                <a:lnTo>
                  <a:pt x="923" y="730"/>
                </a:lnTo>
                <a:lnTo>
                  <a:pt x="923" y="737"/>
                </a:lnTo>
                <a:lnTo>
                  <a:pt x="922" y="744"/>
                </a:lnTo>
                <a:lnTo>
                  <a:pt x="921" y="751"/>
                </a:lnTo>
                <a:lnTo>
                  <a:pt x="920" y="757"/>
                </a:lnTo>
                <a:lnTo>
                  <a:pt x="918" y="764"/>
                </a:lnTo>
                <a:lnTo>
                  <a:pt x="917" y="770"/>
                </a:lnTo>
                <a:lnTo>
                  <a:pt x="914" y="777"/>
                </a:lnTo>
                <a:lnTo>
                  <a:pt x="911" y="783"/>
                </a:lnTo>
                <a:lnTo>
                  <a:pt x="908" y="788"/>
                </a:lnTo>
                <a:lnTo>
                  <a:pt x="905" y="794"/>
                </a:lnTo>
                <a:lnTo>
                  <a:pt x="900" y="799"/>
                </a:lnTo>
                <a:lnTo>
                  <a:pt x="896" y="804"/>
                </a:lnTo>
                <a:lnTo>
                  <a:pt x="891" y="808"/>
                </a:lnTo>
                <a:lnTo>
                  <a:pt x="886" y="813"/>
                </a:lnTo>
                <a:lnTo>
                  <a:pt x="880" y="816"/>
                </a:lnTo>
                <a:lnTo>
                  <a:pt x="875" y="820"/>
                </a:lnTo>
                <a:lnTo>
                  <a:pt x="869" y="823"/>
                </a:lnTo>
                <a:lnTo>
                  <a:pt x="862" y="826"/>
                </a:lnTo>
                <a:lnTo>
                  <a:pt x="856" y="829"/>
                </a:lnTo>
                <a:lnTo>
                  <a:pt x="849" y="831"/>
                </a:lnTo>
                <a:lnTo>
                  <a:pt x="843" y="834"/>
                </a:lnTo>
                <a:lnTo>
                  <a:pt x="836" y="836"/>
                </a:lnTo>
                <a:lnTo>
                  <a:pt x="829" y="838"/>
                </a:lnTo>
                <a:lnTo>
                  <a:pt x="823" y="840"/>
                </a:lnTo>
                <a:lnTo>
                  <a:pt x="816" y="842"/>
                </a:lnTo>
                <a:lnTo>
                  <a:pt x="809" y="844"/>
                </a:lnTo>
                <a:lnTo>
                  <a:pt x="803" y="846"/>
                </a:lnTo>
                <a:lnTo>
                  <a:pt x="797" y="848"/>
                </a:lnTo>
                <a:lnTo>
                  <a:pt x="791" y="850"/>
                </a:lnTo>
                <a:lnTo>
                  <a:pt x="785" y="852"/>
                </a:lnTo>
                <a:lnTo>
                  <a:pt x="780" y="855"/>
                </a:lnTo>
                <a:lnTo>
                  <a:pt x="774" y="858"/>
                </a:lnTo>
                <a:lnTo>
                  <a:pt x="769" y="861"/>
                </a:lnTo>
                <a:lnTo>
                  <a:pt x="765" y="864"/>
                </a:lnTo>
                <a:lnTo>
                  <a:pt x="760" y="868"/>
                </a:lnTo>
                <a:lnTo>
                  <a:pt x="755" y="872"/>
                </a:lnTo>
                <a:lnTo>
                  <a:pt x="751" y="876"/>
                </a:lnTo>
                <a:lnTo>
                  <a:pt x="747" y="880"/>
                </a:lnTo>
                <a:lnTo>
                  <a:pt x="743" y="885"/>
                </a:lnTo>
                <a:lnTo>
                  <a:pt x="739" y="890"/>
                </a:lnTo>
                <a:lnTo>
                  <a:pt x="735" y="895"/>
                </a:lnTo>
                <a:lnTo>
                  <a:pt x="731" y="901"/>
                </a:lnTo>
                <a:lnTo>
                  <a:pt x="727" y="906"/>
                </a:lnTo>
                <a:lnTo>
                  <a:pt x="724" y="912"/>
                </a:lnTo>
                <a:lnTo>
                  <a:pt x="720" y="917"/>
                </a:lnTo>
                <a:lnTo>
                  <a:pt x="716" y="923"/>
                </a:lnTo>
                <a:lnTo>
                  <a:pt x="712" y="929"/>
                </a:lnTo>
                <a:lnTo>
                  <a:pt x="707" y="935"/>
                </a:lnTo>
                <a:lnTo>
                  <a:pt x="703" y="940"/>
                </a:lnTo>
                <a:lnTo>
                  <a:pt x="698" y="945"/>
                </a:lnTo>
                <a:lnTo>
                  <a:pt x="694" y="950"/>
                </a:lnTo>
                <a:lnTo>
                  <a:pt x="689" y="955"/>
                </a:lnTo>
                <a:lnTo>
                  <a:pt x="683" y="960"/>
                </a:lnTo>
                <a:lnTo>
                  <a:pt x="678" y="964"/>
                </a:lnTo>
                <a:lnTo>
                  <a:pt x="672" y="967"/>
                </a:lnTo>
                <a:lnTo>
                  <a:pt x="667" y="971"/>
                </a:lnTo>
                <a:lnTo>
                  <a:pt x="661" y="973"/>
                </a:lnTo>
                <a:lnTo>
                  <a:pt x="655" y="976"/>
                </a:lnTo>
                <a:lnTo>
                  <a:pt x="648" y="977"/>
                </a:lnTo>
                <a:lnTo>
                  <a:pt x="642" y="979"/>
                </a:lnTo>
                <a:lnTo>
                  <a:pt x="635" y="979"/>
                </a:lnTo>
                <a:lnTo>
                  <a:pt x="629" y="980"/>
                </a:lnTo>
                <a:lnTo>
                  <a:pt x="622" y="980"/>
                </a:lnTo>
                <a:lnTo>
                  <a:pt x="615" y="979"/>
                </a:lnTo>
                <a:lnTo>
                  <a:pt x="608" y="978"/>
                </a:lnTo>
                <a:lnTo>
                  <a:pt x="601" y="977"/>
                </a:lnTo>
                <a:lnTo>
                  <a:pt x="595" y="975"/>
                </a:lnTo>
                <a:lnTo>
                  <a:pt x="588" y="973"/>
                </a:lnTo>
                <a:lnTo>
                  <a:pt x="581" y="971"/>
                </a:lnTo>
                <a:lnTo>
                  <a:pt x="574" y="969"/>
                </a:lnTo>
                <a:lnTo>
                  <a:pt x="568" y="967"/>
                </a:lnTo>
                <a:lnTo>
                  <a:pt x="561" y="965"/>
                </a:lnTo>
                <a:lnTo>
                  <a:pt x="555" y="962"/>
                </a:lnTo>
                <a:lnTo>
                  <a:pt x="548" y="960"/>
                </a:lnTo>
                <a:lnTo>
                  <a:pt x="542" y="958"/>
                </a:lnTo>
                <a:lnTo>
                  <a:pt x="536" y="956"/>
                </a:lnTo>
                <a:lnTo>
                  <a:pt x="530" y="954"/>
                </a:lnTo>
                <a:lnTo>
                  <a:pt x="524" y="953"/>
                </a:lnTo>
                <a:lnTo>
                  <a:pt x="518" y="952"/>
                </a:lnTo>
                <a:lnTo>
                  <a:pt x="512" y="951"/>
                </a:lnTo>
                <a:lnTo>
                  <a:pt x="506" y="950"/>
                </a:lnTo>
                <a:lnTo>
                  <a:pt x="500" y="950"/>
                </a:lnTo>
                <a:lnTo>
                  <a:pt x="494" y="950"/>
                </a:lnTo>
                <a:lnTo>
                  <a:pt x="488" y="951"/>
                </a:lnTo>
                <a:lnTo>
                  <a:pt x="482" y="952"/>
                </a:lnTo>
                <a:lnTo>
                  <a:pt x="476" y="953"/>
                </a:lnTo>
                <a:lnTo>
                  <a:pt x="470" y="954"/>
                </a:lnTo>
                <a:lnTo>
                  <a:pt x="464" y="956"/>
                </a:lnTo>
                <a:lnTo>
                  <a:pt x="458" y="958"/>
                </a:lnTo>
                <a:lnTo>
                  <a:pt x="452" y="960"/>
                </a:lnTo>
                <a:lnTo>
                  <a:pt x="445" y="962"/>
                </a:lnTo>
                <a:lnTo>
                  <a:pt x="439" y="965"/>
                </a:lnTo>
                <a:lnTo>
                  <a:pt x="432" y="967"/>
                </a:lnTo>
                <a:lnTo>
                  <a:pt x="426" y="969"/>
                </a:lnTo>
                <a:lnTo>
                  <a:pt x="419" y="971"/>
                </a:lnTo>
                <a:lnTo>
                  <a:pt x="412" y="973"/>
                </a:lnTo>
                <a:lnTo>
                  <a:pt x="405" y="975"/>
                </a:lnTo>
                <a:lnTo>
                  <a:pt x="399" y="977"/>
                </a:lnTo>
                <a:lnTo>
                  <a:pt x="392" y="978"/>
                </a:lnTo>
                <a:lnTo>
                  <a:pt x="385" y="979"/>
                </a:lnTo>
                <a:lnTo>
                  <a:pt x="378" y="980"/>
                </a:lnTo>
                <a:lnTo>
                  <a:pt x="371" y="980"/>
                </a:lnTo>
                <a:lnTo>
                  <a:pt x="365" y="979"/>
                </a:lnTo>
                <a:lnTo>
                  <a:pt x="358" y="979"/>
                </a:lnTo>
                <a:lnTo>
                  <a:pt x="352" y="977"/>
                </a:lnTo>
                <a:lnTo>
                  <a:pt x="345" y="976"/>
                </a:lnTo>
                <a:lnTo>
                  <a:pt x="339" y="973"/>
                </a:lnTo>
                <a:lnTo>
                  <a:pt x="333" y="971"/>
                </a:lnTo>
                <a:lnTo>
                  <a:pt x="328" y="967"/>
                </a:lnTo>
                <a:lnTo>
                  <a:pt x="322" y="964"/>
                </a:lnTo>
                <a:lnTo>
                  <a:pt x="317" y="960"/>
                </a:lnTo>
                <a:lnTo>
                  <a:pt x="311" y="955"/>
                </a:lnTo>
                <a:lnTo>
                  <a:pt x="306" y="950"/>
                </a:lnTo>
                <a:lnTo>
                  <a:pt x="302" y="945"/>
                </a:lnTo>
                <a:lnTo>
                  <a:pt x="297" y="940"/>
                </a:lnTo>
                <a:lnTo>
                  <a:pt x="293" y="935"/>
                </a:lnTo>
                <a:lnTo>
                  <a:pt x="288" y="929"/>
                </a:lnTo>
                <a:lnTo>
                  <a:pt x="284" y="923"/>
                </a:lnTo>
                <a:lnTo>
                  <a:pt x="280" y="917"/>
                </a:lnTo>
                <a:lnTo>
                  <a:pt x="276" y="912"/>
                </a:lnTo>
                <a:lnTo>
                  <a:pt x="273" y="906"/>
                </a:lnTo>
                <a:lnTo>
                  <a:pt x="269" y="901"/>
                </a:lnTo>
                <a:lnTo>
                  <a:pt x="265" y="895"/>
                </a:lnTo>
                <a:lnTo>
                  <a:pt x="261" y="890"/>
                </a:lnTo>
                <a:lnTo>
                  <a:pt x="257" y="885"/>
                </a:lnTo>
                <a:lnTo>
                  <a:pt x="253" y="880"/>
                </a:lnTo>
                <a:lnTo>
                  <a:pt x="249" y="876"/>
                </a:lnTo>
                <a:lnTo>
                  <a:pt x="245" y="872"/>
                </a:lnTo>
                <a:lnTo>
                  <a:pt x="240" y="868"/>
                </a:lnTo>
                <a:lnTo>
                  <a:pt x="235" y="864"/>
                </a:lnTo>
                <a:lnTo>
                  <a:pt x="231" y="861"/>
                </a:lnTo>
                <a:lnTo>
                  <a:pt x="226" y="858"/>
                </a:lnTo>
                <a:lnTo>
                  <a:pt x="220" y="855"/>
                </a:lnTo>
                <a:lnTo>
                  <a:pt x="215" y="852"/>
                </a:lnTo>
                <a:lnTo>
                  <a:pt x="209" y="850"/>
                </a:lnTo>
                <a:lnTo>
                  <a:pt x="203" y="848"/>
                </a:lnTo>
                <a:lnTo>
                  <a:pt x="197" y="846"/>
                </a:lnTo>
                <a:lnTo>
                  <a:pt x="191" y="844"/>
                </a:lnTo>
                <a:lnTo>
                  <a:pt x="184" y="842"/>
                </a:lnTo>
                <a:lnTo>
                  <a:pt x="177" y="840"/>
                </a:lnTo>
                <a:lnTo>
                  <a:pt x="171" y="838"/>
                </a:lnTo>
                <a:lnTo>
                  <a:pt x="164" y="836"/>
                </a:lnTo>
                <a:lnTo>
                  <a:pt x="157" y="834"/>
                </a:lnTo>
                <a:lnTo>
                  <a:pt x="151" y="831"/>
                </a:lnTo>
                <a:lnTo>
                  <a:pt x="144" y="829"/>
                </a:lnTo>
                <a:lnTo>
                  <a:pt x="138" y="826"/>
                </a:lnTo>
                <a:lnTo>
                  <a:pt x="131" y="823"/>
                </a:lnTo>
                <a:lnTo>
                  <a:pt x="125" y="820"/>
                </a:lnTo>
                <a:lnTo>
                  <a:pt x="120" y="816"/>
                </a:lnTo>
                <a:lnTo>
                  <a:pt x="114" y="813"/>
                </a:lnTo>
                <a:lnTo>
                  <a:pt x="109" y="808"/>
                </a:lnTo>
                <a:lnTo>
                  <a:pt x="104" y="804"/>
                </a:lnTo>
                <a:lnTo>
                  <a:pt x="100" y="799"/>
                </a:lnTo>
                <a:lnTo>
                  <a:pt x="95" y="794"/>
                </a:lnTo>
                <a:lnTo>
                  <a:pt x="92" y="788"/>
                </a:lnTo>
                <a:lnTo>
                  <a:pt x="89" y="783"/>
                </a:lnTo>
                <a:lnTo>
                  <a:pt x="86" y="777"/>
                </a:lnTo>
                <a:lnTo>
                  <a:pt x="83" y="770"/>
                </a:lnTo>
                <a:lnTo>
                  <a:pt x="82" y="764"/>
                </a:lnTo>
                <a:lnTo>
                  <a:pt x="80" y="757"/>
                </a:lnTo>
                <a:lnTo>
                  <a:pt x="79" y="751"/>
                </a:lnTo>
                <a:lnTo>
                  <a:pt x="78" y="744"/>
                </a:lnTo>
                <a:lnTo>
                  <a:pt x="77" y="737"/>
                </a:lnTo>
                <a:lnTo>
                  <a:pt x="77" y="730"/>
                </a:lnTo>
                <a:lnTo>
                  <a:pt x="77" y="723"/>
                </a:lnTo>
                <a:lnTo>
                  <a:pt x="77" y="716"/>
                </a:lnTo>
                <a:lnTo>
                  <a:pt x="77" y="709"/>
                </a:lnTo>
                <a:lnTo>
                  <a:pt x="77" y="702"/>
                </a:lnTo>
                <a:lnTo>
                  <a:pt x="77" y="695"/>
                </a:lnTo>
                <a:lnTo>
                  <a:pt x="77" y="688"/>
                </a:lnTo>
                <a:lnTo>
                  <a:pt x="78" y="681"/>
                </a:lnTo>
                <a:lnTo>
                  <a:pt x="77" y="675"/>
                </a:lnTo>
                <a:lnTo>
                  <a:pt x="77" y="669"/>
                </a:lnTo>
                <a:lnTo>
                  <a:pt x="77" y="662"/>
                </a:lnTo>
                <a:lnTo>
                  <a:pt x="76" y="656"/>
                </a:lnTo>
                <a:lnTo>
                  <a:pt x="75" y="650"/>
                </a:lnTo>
                <a:lnTo>
                  <a:pt x="74" y="645"/>
                </a:lnTo>
                <a:lnTo>
                  <a:pt x="72" y="639"/>
                </a:lnTo>
                <a:lnTo>
                  <a:pt x="70" y="634"/>
                </a:lnTo>
                <a:lnTo>
                  <a:pt x="68" y="628"/>
                </a:lnTo>
                <a:lnTo>
                  <a:pt x="65" y="623"/>
                </a:lnTo>
                <a:lnTo>
                  <a:pt x="62" y="617"/>
                </a:lnTo>
                <a:lnTo>
                  <a:pt x="59" y="612"/>
                </a:lnTo>
                <a:lnTo>
                  <a:pt x="55" y="607"/>
                </a:lnTo>
                <a:lnTo>
                  <a:pt x="52" y="601"/>
                </a:lnTo>
                <a:lnTo>
                  <a:pt x="48" y="596"/>
                </a:lnTo>
                <a:lnTo>
                  <a:pt x="44" y="591"/>
                </a:lnTo>
                <a:lnTo>
                  <a:pt x="39" y="585"/>
                </a:lnTo>
                <a:lnTo>
                  <a:pt x="35" y="580"/>
                </a:lnTo>
                <a:lnTo>
                  <a:pt x="31" y="574"/>
                </a:lnTo>
                <a:lnTo>
                  <a:pt x="27" y="569"/>
                </a:lnTo>
                <a:lnTo>
                  <a:pt x="23" y="563"/>
                </a:lnTo>
                <a:lnTo>
                  <a:pt x="19" y="557"/>
                </a:lnTo>
                <a:lnTo>
                  <a:pt x="15" y="551"/>
                </a:lnTo>
                <a:lnTo>
                  <a:pt x="12" y="545"/>
                </a:lnTo>
                <a:lnTo>
                  <a:pt x="9" y="539"/>
                </a:lnTo>
                <a:lnTo>
                  <a:pt x="6" y="532"/>
                </a:lnTo>
                <a:lnTo>
                  <a:pt x="4" y="526"/>
                </a:lnTo>
                <a:lnTo>
                  <a:pt x="2" y="520"/>
                </a:lnTo>
                <a:lnTo>
                  <a:pt x="1" y="513"/>
                </a:lnTo>
                <a:lnTo>
                  <a:pt x="0" y="507"/>
                </a:lnTo>
                <a:lnTo>
                  <a:pt x="0" y="500"/>
                </a:lnTo>
                <a:lnTo>
                  <a:pt x="0" y="493"/>
                </a:lnTo>
                <a:lnTo>
                  <a:pt x="1" y="487"/>
                </a:lnTo>
                <a:lnTo>
                  <a:pt x="2" y="480"/>
                </a:lnTo>
                <a:lnTo>
                  <a:pt x="4" y="474"/>
                </a:lnTo>
                <a:lnTo>
                  <a:pt x="6" y="468"/>
                </a:lnTo>
                <a:lnTo>
                  <a:pt x="9" y="461"/>
                </a:lnTo>
                <a:lnTo>
                  <a:pt x="12" y="455"/>
                </a:lnTo>
                <a:lnTo>
                  <a:pt x="15" y="449"/>
                </a:lnTo>
                <a:lnTo>
                  <a:pt x="19" y="443"/>
                </a:lnTo>
                <a:lnTo>
                  <a:pt x="23" y="437"/>
                </a:lnTo>
                <a:lnTo>
                  <a:pt x="27" y="431"/>
                </a:lnTo>
                <a:lnTo>
                  <a:pt x="31" y="426"/>
                </a:lnTo>
                <a:lnTo>
                  <a:pt x="35" y="420"/>
                </a:lnTo>
                <a:lnTo>
                  <a:pt x="39" y="415"/>
                </a:lnTo>
                <a:lnTo>
                  <a:pt x="44" y="409"/>
                </a:lnTo>
                <a:lnTo>
                  <a:pt x="48" y="404"/>
                </a:lnTo>
                <a:lnTo>
                  <a:pt x="52" y="399"/>
                </a:lnTo>
                <a:lnTo>
                  <a:pt x="55" y="393"/>
                </a:lnTo>
                <a:lnTo>
                  <a:pt x="59" y="388"/>
                </a:lnTo>
                <a:lnTo>
                  <a:pt x="62" y="383"/>
                </a:lnTo>
                <a:lnTo>
                  <a:pt x="65" y="377"/>
                </a:lnTo>
                <a:lnTo>
                  <a:pt x="68" y="372"/>
                </a:lnTo>
                <a:lnTo>
                  <a:pt x="70" y="366"/>
                </a:lnTo>
                <a:lnTo>
                  <a:pt x="72" y="361"/>
                </a:lnTo>
                <a:lnTo>
                  <a:pt x="74" y="355"/>
                </a:lnTo>
                <a:lnTo>
                  <a:pt x="75" y="350"/>
                </a:lnTo>
                <a:lnTo>
                  <a:pt x="76" y="344"/>
                </a:lnTo>
                <a:lnTo>
                  <a:pt x="77" y="338"/>
                </a:lnTo>
                <a:lnTo>
                  <a:pt x="77" y="331"/>
                </a:lnTo>
                <a:lnTo>
                  <a:pt x="77" y="325"/>
                </a:lnTo>
                <a:lnTo>
                  <a:pt x="78" y="319"/>
                </a:lnTo>
                <a:lnTo>
                  <a:pt x="77" y="312"/>
                </a:lnTo>
                <a:lnTo>
                  <a:pt x="77" y="305"/>
                </a:lnTo>
                <a:lnTo>
                  <a:pt x="77" y="298"/>
                </a:lnTo>
                <a:lnTo>
                  <a:pt x="77" y="291"/>
                </a:lnTo>
                <a:lnTo>
                  <a:pt x="77" y="284"/>
                </a:lnTo>
                <a:lnTo>
                  <a:pt x="77" y="277"/>
                </a:lnTo>
                <a:lnTo>
                  <a:pt x="77" y="270"/>
                </a:lnTo>
                <a:lnTo>
                  <a:pt x="77" y="263"/>
                </a:lnTo>
                <a:lnTo>
                  <a:pt x="78" y="256"/>
                </a:lnTo>
                <a:lnTo>
                  <a:pt x="79" y="249"/>
                </a:lnTo>
                <a:lnTo>
                  <a:pt x="80" y="243"/>
                </a:lnTo>
                <a:lnTo>
                  <a:pt x="82" y="236"/>
                </a:lnTo>
                <a:lnTo>
                  <a:pt x="83" y="230"/>
                </a:lnTo>
                <a:lnTo>
                  <a:pt x="86" y="223"/>
                </a:lnTo>
                <a:lnTo>
                  <a:pt x="89" y="217"/>
                </a:lnTo>
                <a:lnTo>
                  <a:pt x="92" y="212"/>
                </a:lnTo>
                <a:lnTo>
                  <a:pt x="95" y="206"/>
                </a:lnTo>
                <a:lnTo>
                  <a:pt x="100" y="201"/>
                </a:lnTo>
                <a:lnTo>
                  <a:pt x="104" y="196"/>
                </a:lnTo>
                <a:lnTo>
                  <a:pt x="109" y="192"/>
                </a:lnTo>
                <a:lnTo>
                  <a:pt x="114" y="187"/>
                </a:lnTo>
                <a:lnTo>
                  <a:pt x="120" y="184"/>
                </a:lnTo>
                <a:lnTo>
                  <a:pt x="125" y="180"/>
                </a:lnTo>
                <a:lnTo>
                  <a:pt x="131" y="177"/>
                </a:lnTo>
                <a:lnTo>
                  <a:pt x="138" y="174"/>
                </a:lnTo>
                <a:lnTo>
                  <a:pt x="144" y="171"/>
                </a:lnTo>
                <a:lnTo>
                  <a:pt x="151" y="169"/>
                </a:lnTo>
                <a:lnTo>
                  <a:pt x="157" y="166"/>
                </a:lnTo>
                <a:lnTo>
                  <a:pt x="164" y="164"/>
                </a:lnTo>
                <a:lnTo>
                  <a:pt x="171" y="162"/>
                </a:lnTo>
                <a:lnTo>
                  <a:pt x="177" y="160"/>
                </a:lnTo>
                <a:lnTo>
                  <a:pt x="184" y="158"/>
                </a:lnTo>
                <a:lnTo>
                  <a:pt x="191" y="156"/>
                </a:lnTo>
                <a:lnTo>
                  <a:pt x="197" y="154"/>
                </a:lnTo>
                <a:lnTo>
                  <a:pt x="203" y="152"/>
                </a:lnTo>
                <a:lnTo>
                  <a:pt x="209" y="150"/>
                </a:lnTo>
                <a:lnTo>
                  <a:pt x="215" y="148"/>
                </a:lnTo>
                <a:lnTo>
                  <a:pt x="220" y="145"/>
                </a:lnTo>
                <a:lnTo>
                  <a:pt x="226" y="142"/>
                </a:lnTo>
                <a:lnTo>
                  <a:pt x="231" y="139"/>
                </a:lnTo>
                <a:lnTo>
                  <a:pt x="235" y="136"/>
                </a:lnTo>
                <a:lnTo>
                  <a:pt x="240" y="132"/>
                </a:lnTo>
                <a:lnTo>
                  <a:pt x="245" y="128"/>
                </a:lnTo>
                <a:lnTo>
                  <a:pt x="249" y="124"/>
                </a:lnTo>
                <a:lnTo>
                  <a:pt x="253" y="120"/>
                </a:lnTo>
                <a:lnTo>
                  <a:pt x="257" y="115"/>
                </a:lnTo>
                <a:lnTo>
                  <a:pt x="261" y="110"/>
                </a:lnTo>
                <a:lnTo>
                  <a:pt x="265" y="105"/>
                </a:lnTo>
                <a:lnTo>
                  <a:pt x="269" y="99"/>
                </a:lnTo>
                <a:lnTo>
                  <a:pt x="273" y="94"/>
                </a:lnTo>
                <a:lnTo>
                  <a:pt x="276" y="88"/>
                </a:lnTo>
                <a:lnTo>
                  <a:pt x="280" y="83"/>
                </a:lnTo>
                <a:lnTo>
                  <a:pt x="284" y="77"/>
                </a:lnTo>
                <a:lnTo>
                  <a:pt x="288" y="71"/>
                </a:lnTo>
                <a:lnTo>
                  <a:pt x="293" y="65"/>
                </a:lnTo>
                <a:lnTo>
                  <a:pt x="297" y="60"/>
                </a:lnTo>
                <a:lnTo>
                  <a:pt x="302" y="55"/>
                </a:lnTo>
                <a:lnTo>
                  <a:pt x="306" y="50"/>
                </a:lnTo>
                <a:lnTo>
                  <a:pt x="311" y="45"/>
                </a:lnTo>
                <a:lnTo>
                  <a:pt x="317" y="40"/>
                </a:lnTo>
                <a:lnTo>
                  <a:pt x="322" y="36"/>
                </a:lnTo>
                <a:lnTo>
                  <a:pt x="328" y="33"/>
                </a:lnTo>
                <a:lnTo>
                  <a:pt x="333" y="29"/>
                </a:lnTo>
                <a:lnTo>
                  <a:pt x="339" y="27"/>
                </a:lnTo>
                <a:lnTo>
                  <a:pt x="345" y="24"/>
                </a:lnTo>
                <a:lnTo>
                  <a:pt x="352" y="23"/>
                </a:lnTo>
                <a:lnTo>
                  <a:pt x="358" y="21"/>
                </a:lnTo>
                <a:lnTo>
                  <a:pt x="365" y="21"/>
                </a:lnTo>
                <a:lnTo>
                  <a:pt x="371" y="20"/>
                </a:lnTo>
                <a:lnTo>
                  <a:pt x="378" y="20"/>
                </a:lnTo>
                <a:lnTo>
                  <a:pt x="385" y="21"/>
                </a:lnTo>
                <a:lnTo>
                  <a:pt x="392" y="22"/>
                </a:lnTo>
                <a:lnTo>
                  <a:pt x="399" y="23"/>
                </a:lnTo>
                <a:lnTo>
                  <a:pt x="405" y="25"/>
                </a:lnTo>
                <a:lnTo>
                  <a:pt x="412" y="27"/>
                </a:lnTo>
                <a:lnTo>
                  <a:pt x="419" y="29"/>
                </a:lnTo>
                <a:lnTo>
                  <a:pt x="426" y="31"/>
                </a:lnTo>
                <a:lnTo>
                  <a:pt x="432" y="33"/>
                </a:lnTo>
                <a:lnTo>
                  <a:pt x="439" y="35"/>
                </a:lnTo>
                <a:lnTo>
                  <a:pt x="445" y="38"/>
                </a:lnTo>
                <a:lnTo>
                  <a:pt x="452" y="40"/>
                </a:lnTo>
                <a:lnTo>
                  <a:pt x="458" y="42"/>
                </a:lnTo>
                <a:lnTo>
                  <a:pt x="464" y="44"/>
                </a:lnTo>
                <a:lnTo>
                  <a:pt x="470" y="46"/>
                </a:lnTo>
                <a:lnTo>
                  <a:pt x="476" y="47"/>
                </a:lnTo>
                <a:lnTo>
                  <a:pt x="482" y="48"/>
                </a:lnTo>
                <a:lnTo>
                  <a:pt x="488" y="49"/>
                </a:lnTo>
                <a:lnTo>
                  <a:pt x="494" y="50"/>
                </a:lnTo>
                <a:lnTo>
                  <a:pt x="500" y="50"/>
                </a:lnTo>
                <a:lnTo>
                  <a:pt x="506" y="50"/>
                </a:lnTo>
                <a:lnTo>
                  <a:pt x="512" y="49"/>
                </a:lnTo>
                <a:lnTo>
                  <a:pt x="518" y="48"/>
                </a:lnTo>
                <a:lnTo>
                  <a:pt x="524" y="47"/>
                </a:lnTo>
                <a:lnTo>
                  <a:pt x="530" y="46"/>
                </a:lnTo>
                <a:lnTo>
                  <a:pt x="536" y="44"/>
                </a:lnTo>
                <a:lnTo>
                  <a:pt x="542" y="42"/>
                </a:lnTo>
                <a:lnTo>
                  <a:pt x="548" y="40"/>
                </a:lnTo>
                <a:lnTo>
                  <a:pt x="555" y="38"/>
                </a:lnTo>
                <a:lnTo>
                  <a:pt x="561" y="35"/>
                </a:lnTo>
                <a:lnTo>
                  <a:pt x="568" y="33"/>
                </a:lnTo>
                <a:lnTo>
                  <a:pt x="574" y="31"/>
                </a:lnTo>
                <a:lnTo>
                  <a:pt x="581" y="29"/>
                </a:lnTo>
                <a:lnTo>
                  <a:pt x="588" y="27"/>
                </a:lnTo>
                <a:lnTo>
                  <a:pt x="595" y="25"/>
                </a:lnTo>
                <a:lnTo>
                  <a:pt x="601" y="23"/>
                </a:lnTo>
                <a:lnTo>
                  <a:pt x="608" y="22"/>
                </a:lnTo>
                <a:lnTo>
                  <a:pt x="615" y="21"/>
                </a:lnTo>
                <a:lnTo>
                  <a:pt x="622" y="20"/>
                </a:lnTo>
                <a:lnTo>
                  <a:pt x="629" y="20"/>
                </a:lnTo>
                <a:lnTo>
                  <a:pt x="635" y="21"/>
                </a:lnTo>
                <a:lnTo>
                  <a:pt x="642" y="21"/>
                </a:lnTo>
                <a:lnTo>
                  <a:pt x="648" y="23"/>
                </a:lnTo>
                <a:lnTo>
                  <a:pt x="655" y="24"/>
                </a:lnTo>
                <a:lnTo>
                  <a:pt x="661" y="27"/>
                </a:lnTo>
                <a:lnTo>
                  <a:pt x="667" y="29"/>
                </a:lnTo>
                <a:lnTo>
                  <a:pt x="672" y="33"/>
                </a:lnTo>
                <a:lnTo>
                  <a:pt x="678" y="36"/>
                </a:lnTo>
                <a:lnTo>
                  <a:pt x="683" y="40"/>
                </a:lnTo>
                <a:lnTo>
                  <a:pt x="689" y="45"/>
                </a:lnTo>
                <a:lnTo>
                  <a:pt x="694" y="50"/>
                </a:lnTo>
                <a:lnTo>
                  <a:pt x="698" y="55"/>
                </a:lnTo>
                <a:lnTo>
                  <a:pt x="703" y="60"/>
                </a:lnTo>
                <a:lnTo>
                  <a:pt x="707" y="65"/>
                </a:lnTo>
                <a:lnTo>
                  <a:pt x="712" y="71"/>
                </a:lnTo>
                <a:lnTo>
                  <a:pt x="716" y="77"/>
                </a:lnTo>
                <a:lnTo>
                  <a:pt x="720" y="83"/>
                </a:lnTo>
                <a:lnTo>
                  <a:pt x="724" y="88"/>
                </a:lnTo>
                <a:lnTo>
                  <a:pt x="727" y="94"/>
                </a:lnTo>
                <a:lnTo>
                  <a:pt x="731" y="99"/>
                </a:lnTo>
                <a:lnTo>
                  <a:pt x="735" y="105"/>
                </a:lnTo>
                <a:lnTo>
                  <a:pt x="739" y="110"/>
                </a:lnTo>
                <a:lnTo>
                  <a:pt x="743" y="115"/>
                </a:lnTo>
                <a:lnTo>
                  <a:pt x="747" y="120"/>
                </a:lnTo>
                <a:lnTo>
                  <a:pt x="751" y="124"/>
                </a:lnTo>
                <a:lnTo>
                  <a:pt x="755" y="128"/>
                </a:lnTo>
                <a:lnTo>
                  <a:pt x="760" y="132"/>
                </a:lnTo>
                <a:lnTo>
                  <a:pt x="765" y="136"/>
                </a:lnTo>
                <a:lnTo>
                  <a:pt x="769" y="139"/>
                </a:lnTo>
                <a:lnTo>
                  <a:pt x="774" y="142"/>
                </a:lnTo>
                <a:lnTo>
                  <a:pt x="780" y="145"/>
                </a:lnTo>
                <a:lnTo>
                  <a:pt x="785" y="148"/>
                </a:lnTo>
                <a:lnTo>
                  <a:pt x="791" y="150"/>
                </a:lnTo>
                <a:lnTo>
                  <a:pt x="797" y="152"/>
                </a:lnTo>
                <a:lnTo>
                  <a:pt x="803" y="154"/>
                </a:lnTo>
                <a:lnTo>
                  <a:pt x="809" y="156"/>
                </a:lnTo>
                <a:lnTo>
                  <a:pt x="816" y="158"/>
                </a:lnTo>
                <a:lnTo>
                  <a:pt x="823" y="160"/>
                </a:lnTo>
                <a:lnTo>
                  <a:pt x="829" y="162"/>
                </a:lnTo>
                <a:lnTo>
                  <a:pt x="836" y="164"/>
                </a:lnTo>
                <a:lnTo>
                  <a:pt x="843" y="166"/>
                </a:lnTo>
                <a:lnTo>
                  <a:pt x="849" y="169"/>
                </a:lnTo>
                <a:lnTo>
                  <a:pt x="856" y="171"/>
                </a:lnTo>
                <a:lnTo>
                  <a:pt x="862" y="174"/>
                </a:lnTo>
                <a:lnTo>
                  <a:pt x="869" y="177"/>
                </a:lnTo>
                <a:lnTo>
                  <a:pt x="875" y="180"/>
                </a:lnTo>
                <a:lnTo>
                  <a:pt x="880" y="184"/>
                </a:lnTo>
                <a:lnTo>
                  <a:pt x="886" y="187"/>
                </a:lnTo>
                <a:lnTo>
                  <a:pt x="891" y="192"/>
                </a:lnTo>
                <a:lnTo>
                  <a:pt x="896" y="196"/>
                </a:lnTo>
                <a:lnTo>
                  <a:pt x="900" y="201"/>
                </a:lnTo>
                <a:lnTo>
                  <a:pt x="905" y="206"/>
                </a:lnTo>
                <a:lnTo>
                  <a:pt x="908" y="212"/>
                </a:lnTo>
                <a:lnTo>
                  <a:pt x="911" y="217"/>
                </a:lnTo>
                <a:lnTo>
                  <a:pt x="914" y="223"/>
                </a:lnTo>
                <a:lnTo>
                  <a:pt x="917" y="230"/>
                </a:lnTo>
                <a:lnTo>
                  <a:pt x="918" y="236"/>
                </a:lnTo>
                <a:lnTo>
                  <a:pt x="920" y="243"/>
                </a:lnTo>
                <a:lnTo>
                  <a:pt x="921" y="249"/>
                </a:lnTo>
                <a:lnTo>
                  <a:pt x="922" y="256"/>
                </a:lnTo>
                <a:lnTo>
                  <a:pt x="923" y="263"/>
                </a:lnTo>
                <a:lnTo>
                  <a:pt x="923" y="270"/>
                </a:lnTo>
                <a:lnTo>
                  <a:pt x="923" y="277"/>
                </a:lnTo>
                <a:lnTo>
                  <a:pt x="923" y="284"/>
                </a:lnTo>
                <a:lnTo>
                  <a:pt x="923" y="291"/>
                </a:lnTo>
                <a:lnTo>
                  <a:pt x="923" y="298"/>
                </a:lnTo>
                <a:lnTo>
                  <a:pt x="923" y="305"/>
                </a:lnTo>
                <a:lnTo>
                  <a:pt x="923" y="312"/>
                </a:lnTo>
                <a:lnTo>
                  <a:pt x="922" y="319"/>
                </a:lnTo>
                <a:lnTo>
                  <a:pt x="923" y="325"/>
                </a:lnTo>
                <a:lnTo>
                  <a:pt x="923" y="331"/>
                </a:lnTo>
                <a:lnTo>
                  <a:pt x="923" y="338"/>
                </a:lnTo>
                <a:lnTo>
                  <a:pt x="924" y="344"/>
                </a:lnTo>
                <a:lnTo>
                  <a:pt x="925" y="350"/>
                </a:lnTo>
                <a:lnTo>
                  <a:pt x="926" y="355"/>
                </a:lnTo>
                <a:lnTo>
                  <a:pt x="928" y="361"/>
                </a:lnTo>
                <a:lnTo>
                  <a:pt x="930" y="366"/>
                </a:lnTo>
                <a:lnTo>
                  <a:pt x="932" y="372"/>
                </a:lnTo>
                <a:lnTo>
                  <a:pt x="935" y="377"/>
                </a:lnTo>
                <a:lnTo>
                  <a:pt x="938" y="383"/>
                </a:lnTo>
                <a:lnTo>
                  <a:pt x="941" y="388"/>
                </a:lnTo>
                <a:lnTo>
                  <a:pt x="945" y="393"/>
                </a:lnTo>
                <a:lnTo>
                  <a:pt x="948" y="399"/>
                </a:lnTo>
                <a:lnTo>
                  <a:pt x="952" y="404"/>
                </a:lnTo>
                <a:lnTo>
                  <a:pt x="956" y="409"/>
                </a:lnTo>
                <a:lnTo>
                  <a:pt x="961" y="415"/>
                </a:lnTo>
                <a:lnTo>
                  <a:pt x="965" y="420"/>
                </a:lnTo>
                <a:lnTo>
                  <a:pt x="969" y="426"/>
                </a:lnTo>
                <a:lnTo>
                  <a:pt x="973" y="431"/>
                </a:lnTo>
                <a:lnTo>
                  <a:pt x="977" y="437"/>
                </a:lnTo>
                <a:lnTo>
                  <a:pt x="981" y="443"/>
                </a:lnTo>
                <a:lnTo>
                  <a:pt x="985" y="449"/>
                </a:lnTo>
                <a:lnTo>
                  <a:pt x="988" y="455"/>
                </a:lnTo>
                <a:lnTo>
                  <a:pt x="991" y="461"/>
                </a:lnTo>
                <a:lnTo>
                  <a:pt x="994" y="468"/>
                </a:lnTo>
                <a:lnTo>
                  <a:pt x="996" y="474"/>
                </a:lnTo>
                <a:lnTo>
                  <a:pt x="998" y="480"/>
                </a:lnTo>
                <a:lnTo>
                  <a:pt x="999" y="487"/>
                </a:lnTo>
                <a:lnTo>
                  <a:pt x="1000" y="493"/>
                </a:lnTo>
                <a:close/>
              </a:path>
            </a:pathLst>
          </a:custGeom>
          <a:solidFill>
            <a:srgbClr val="85C227"/>
          </a:solidFill>
          <a:ln w="762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592884" y="2296972"/>
            <a:ext cx="5683910" cy="568391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5c770f10af9.png"/>
          <p:cNvPicPr>
            <a:picLocks noChangeAspect="1"/>
          </p:cNvPicPr>
          <p:nvPr/>
        </p:nvPicPr>
        <p:blipFill>
          <a:blip r:embed="rId2"/>
          <a:stretch>
            <a:fillRect/>
          </a:stretch>
        </p:blipFill>
        <p:spPr>
          <a:xfrm>
            <a:off x="1784908" y="2488996"/>
            <a:ext cx="5299862" cy="5299862"/>
          </a:xfrm>
          <a:prstGeom prst="rect">
            <a:avLst/>
          </a:prstGeom>
        </p:spPr>
      </p:pic>
      <p:sp>
        <p:nvSpPr>
          <p:cNvPr id="6" name="Rectangle 5"/>
          <p:cNvSpPr/>
          <p:nvPr/>
        </p:nvSpPr>
        <p:spPr>
          <a:xfrm>
            <a:off x="8778240" y="2286000"/>
            <a:ext cx="109728" cy="5486400"/>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0" y="2011680"/>
            <a:ext cx="8686800" cy="6035040"/>
          </a:xfrm>
          <a:prstGeom prst="rect">
            <a:avLst/>
          </a:prstGeom>
          <a:noFill/>
        </p:spPr>
        <p:txBody>
          <a:bodyPr wrap="square" anchor="ctr" lIns="0" rIns="0" tIns="0" bIns="0">
            <a:spAutoFit/>
          </a:bodyPr>
          <a:lstStyle/>
          <a:p>
            <a:pPr algn="l">
              <a:lnSpc>
                <a:spcPct val="100000"/>
              </a:lnSpc>
            </a:pPr>
            <a:r>
              <a:rPr sz="5900" b="1" spc="-100">
                <a:solidFill>
                  <a:srgbClr val="FFFFFF"/>
                </a:solidFill>
                <a:latin typeface="Montserrat"/>
              </a:rPr>
              <a:t>Educar com</a:t>
            </a:r>
          </a:p>
          <a:p>
            <a:pPr algn="l">
              <a:lnSpc>
                <a:spcPct val="100000"/>
              </a:lnSpc>
            </a:pPr>
            <a:r>
              <a:rPr sz="5900" b="0" spc="-100">
                <a:solidFill>
                  <a:srgbClr val="FFFFFF"/>
                </a:solidFill>
                <a:latin typeface="Montserrat"/>
              </a:rPr>
              <a:t>intenção é escolher</a:t>
            </a:r>
          </a:p>
          <a:p>
            <a:pPr algn="l">
              <a:lnSpc>
                <a:spcPct val="100000"/>
              </a:lnSpc>
            </a:pPr>
            <a:r>
              <a:rPr sz="1800">
                <a:latin typeface="Montserrat"/>
              </a:rPr>
              <a:t> </a:t>
            </a:r>
          </a:p>
          <a:p>
            <a:pPr algn="l">
              <a:lnSpc>
                <a:spcPct val="100000"/>
              </a:lnSpc>
            </a:pPr>
            <a:r>
              <a:rPr sz="8600" b="1" spc="-200">
                <a:solidFill>
                  <a:srgbClr val="85C227"/>
                </a:solidFill>
                <a:latin typeface="Montserrat"/>
              </a:rPr>
              <a:t>estar</a:t>
            </a:r>
          </a:p>
          <a:p>
            <a:pPr algn="l">
              <a:lnSpc>
                <a:spcPct val="100000"/>
              </a:lnSpc>
            </a:pPr>
            <a:r>
              <a:rPr sz="8600" b="1" spc="-200">
                <a:solidFill>
                  <a:srgbClr val="85C227"/>
                </a:solidFill>
                <a:latin typeface="Montserrat"/>
              </a:rPr>
              <a:t>presente.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607040" y="0"/>
            <a:ext cx="7680960" cy="10287000"/>
          </a:xfrm>
          <a:prstGeom prst="rect">
            <a:avLst/>
          </a:prstGeom>
          <a:gradFill rotWithShape="1">
            <a:gsLst>
              <a:gs pos="0">
                <a:srgbClr val="036554"/>
              </a:gs>
              <a:gs pos="100000">
                <a:srgbClr val="0263B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h.png"/>
          <p:cNvPicPr>
            <a:picLocks noChangeAspect="1"/>
          </p:cNvPicPr>
          <p:nvPr/>
        </p:nvPicPr>
        <p:blipFill>
          <a:blip r:embed="rId2"/>
          <a:stretch>
            <a:fillRect/>
          </a:stretch>
        </p:blipFill>
        <p:spPr>
          <a:xfrm>
            <a:off x="1097280" y="1143000"/>
            <a:ext cx="3139492" cy="1188720"/>
          </a:xfrm>
          <a:prstGeom prst="rect">
            <a:avLst/>
          </a:prstGeom>
        </p:spPr>
      </p:pic>
      <p:sp>
        <p:nvSpPr>
          <p:cNvPr id="5" name="Rectangle 4"/>
          <p:cNvSpPr/>
          <p:nvPr/>
        </p:nvSpPr>
        <p:spPr>
          <a:xfrm>
            <a:off x="1097280" y="3447288"/>
            <a:ext cx="640080" cy="100584"/>
          </a:xfrm>
          <a:prstGeom prst="rect">
            <a:avLst/>
          </a:prstGeom>
          <a:solidFill>
            <a:srgbClr val="85C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65960" y="3291840"/>
            <a:ext cx="9144000" cy="457200"/>
          </a:xfrm>
          <a:prstGeom prst="rect">
            <a:avLst/>
          </a:prstGeom>
          <a:noFill/>
        </p:spPr>
        <p:txBody>
          <a:bodyPr wrap="square" anchor="t" lIns="0" rIns="0" tIns="0" bIns="0">
            <a:spAutoFit/>
          </a:bodyPr>
          <a:lstStyle/>
          <a:p>
            <a:pPr algn="l">
              <a:lnSpc>
                <a:spcPct val="100000"/>
              </a:lnSpc>
            </a:pPr>
            <a:r>
              <a:rPr sz="2000" b="1" spc="300">
                <a:solidFill>
                  <a:srgbClr val="5E9E17"/>
                </a:solidFill>
                <a:latin typeface="Montserrat"/>
              </a:rPr>
              <a:t>VAMOS CONTINUAR A CONVERSA</a:t>
            </a:r>
          </a:p>
        </p:txBody>
      </p:sp>
      <p:sp>
        <p:nvSpPr>
          <p:cNvPr id="7" name="TextBox 6"/>
          <p:cNvSpPr txBox="1"/>
          <p:nvPr/>
        </p:nvSpPr>
        <p:spPr>
          <a:xfrm>
            <a:off x="1097280" y="3794760"/>
            <a:ext cx="8961120" cy="1645920"/>
          </a:xfrm>
          <a:prstGeom prst="rect">
            <a:avLst/>
          </a:prstGeom>
          <a:noFill/>
        </p:spPr>
        <p:txBody>
          <a:bodyPr wrap="square" anchor="ctr" lIns="0" rIns="0" tIns="0" bIns="0">
            <a:spAutoFit/>
          </a:bodyPr>
          <a:lstStyle/>
          <a:p>
            <a:pPr algn="l">
              <a:lnSpc>
                <a:spcPct val="100000"/>
              </a:lnSpc>
            </a:pPr>
            <a:r>
              <a:rPr sz="8100" b="1" spc="-150">
                <a:solidFill>
                  <a:srgbClr val="004380"/>
                </a:solidFill>
                <a:latin typeface="Montserrat"/>
              </a:rPr>
              <a:t>Siga a INTEGRA</a:t>
            </a:r>
          </a:p>
        </p:txBody>
      </p:sp>
      <p:sp>
        <p:nvSpPr>
          <p:cNvPr id="8" name="Oval 7"/>
          <p:cNvSpPr/>
          <p:nvPr/>
        </p:nvSpPr>
        <p:spPr>
          <a:xfrm>
            <a:off x="1097280" y="5943600"/>
            <a:ext cx="777240" cy="777240"/>
          </a:xfrm>
          <a:prstGeom prst="ellipse">
            <a:avLst/>
          </a:prstGeom>
          <a:solidFill>
            <a:srgbClr val="F2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1280160" y="6126480"/>
            <a:ext cx="411480" cy="411480"/>
          </a:xfrm>
          <a:prstGeom prst="rect">
            <a:avLst/>
          </a:prstGeom>
        </p:spPr>
      </p:pic>
      <p:sp>
        <p:nvSpPr>
          <p:cNvPr id="10" name="TextBox 9"/>
          <p:cNvSpPr txBox="1"/>
          <p:nvPr/>
        </p:nvSpPr>
        <p:spPr>
          <a:xfrm>
            <a:off x="2148839" y="5943600"/>
            <a:ext cx="8961120" cy="777240"/>
          </a:xfrm>
          <a:prstGeom prst="rect">
            <a:avLst/>
          </a:prstGeom>
          <a:noFill/>
        </p:spPr>
        <p:txBody>
          <a:bodyPr wrap="square" anchor="ctr" lIns="0" rIns="0" tIns="0" bIns="0">
            <a:spAutoFit/>
          </a:bodyPr>
          <a:lstStyle/>
          <a:p>
            <a:pPr algn="l">
              <a:lnSpc>
                <a:spcPct val="100000"/>
              </a:lnSpc>
            </a:pPr>
            <a:r>
              <a:rPr sz="3000" b="1">
                <a:solidFill>
                  <a:srgbClr val="2D5C58"/>
                </a:solidFill>
                <a:latin typeface="Montserrat"/>
              </a:rPr>
              <a:t>@integra_escoladepais</a:t>
            </a:r>
          </a:p>
        </p:txBody>
      </p:sp>
      <p:sp>
        <p:nvSpPr>
          <p:cNvPr id="11" name="Oval 10"/>
          <p:cNvSpPr/>
          <p:nvPr/>
        </p:nvSpPr>
        <p:spPr>
          <a:xfrm>
            <a:off x="1097280" y="6995160"/>
            <a:ext cx="777240" cy="777240"/>
          </a:xfrm>
          <a:prstGeom prst="ellipse">
            <a:avLst/>
          </a:prstGeom>
          <a:solidFill>
            <a:srgbClr val="F2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4"/>
          <a:stretch>
            <a:fillRect/>
          </a:stretch>
        </p:blipFill>
        <p:spPr>
          <a:xfrm>
            <a:off x="1280160" y="7178040"/>
            <a:ext cx="411480" cy="413527"/>
          </a:xfrm>
          <a:prstGeom prst="rect">
            <a:avLst/>
          </a:prstGeom>
        </p:spPr>
      </p:pic>
      <p:sp>
        <p:nvSpPr>
          <p:cNvPr id="13" name="TextBox 12"/>
          <p:cNvSpPr txBox="1"/>
          <p:nvPr/>
        </p:nvSpPr>
        <p:spPr>
          <a:xfrm>
            <a:off x="2148839" y="6995160"/>
            <a:ext cx="8961120" cy="777240"/>
          </a:xfrm>
          <a:prstGeom prst="rect">
            <a:avLst/>
          </a:prstGeom>
          <a:noFill/>
        </p:spPr>
        <p:txBody>
          <a:bodyPr wrap="square" anchor="ctr" lIns="0" rIns="0" tIns="0" bIns="0">
            <a:spAutoFit/>
          </a:bodyPr>
          <a:lstStyle/>
          <a:p>
            <a:pPr algn="l">
              <a:lnSpc>
                <a:spcPct val="100000"/>
              </a:lnSpc>
            </a:pPr>
            <a:r>
              <a:rPr sz="3000" b="1">
                <a:solidFill>
                  <a:srgbClr val="2D5C58"/>
                </a:solidFill>
                <a:latin typeface="Montserrat"/>
              </a:rPr>
              <a:t>(11) 94702-8640</a:t>
            </a:r>
          </a:p>
        </p:txBody>
      </p:sp>
      <p:sp>
        <p:nvSpPr>
          <p:cNvPr id="14" name="Oval 13"/>
          <p:cNvSpPr/>
          <p:nvPr/>
        </p:nvSpPr>
        <p:spPr>
          <a:xfrm>
            <a:off x="1097280" y="8046720"/>
            <a:ext cx="777240" cy="777240"/>
          </a:xfrm>
          <a:prstGeom prst="ellipse">
            <a:avLst/>
          </a:prstGeom>
          <a:solidFill>
            <a:srgbClr val="F2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5"/>
          <a:stretch>
            <a:fillRect/>
          </a:stretch>
        </p:blipFill>
        <p:spPr>
          <a:xfrm>
            <a:off x="1280160" y="8321040"/>
            <a:ext cx="411480" cy="293914"/>
          </a:xfrm>
          <a:prstGeom prst="rect">
            <a:avLst/>
          </a:prstGeom>
        </p:spPr>
      </p:pic>
      <p:sp>
        <p:nvSpPr>
          <p:cNvPr id="16" name="TextBox 15"/>
          <p:cNvSpPr txBox="1"/>
          <p:nvPr/>
        </p:nvSpPr>
        <p:spPr>
          <a:xfrm>
            <a:off x="2148839" y="8046720"/>
            <a:ext cx="8961120" cy="777240"/>
          </a:xfrm>
          <a:prstGeom prst="rect">
            <a:avLst/>
          </a:prstGeom>
          <a:noFill/>
        </p:spPr>
        <p:txBody>
          <a:bodyPr wrap="square" anchor="ctr" lIns="0" rIns="0" tIns="0" bIns="0">
            <a:spAutoFit/>
          </a:bodyPr>
          <a:lstStyle/>
          <a:p>
            <a:pPr algn="l">
              <a:lnSpc>
                <a:spcPct val="100000"/>
              </a:lnSpc>
            </a:pPr>
            <a:r>
              <a:rPr sz="3000" b="1">
                <a:solidFill>
                  <a:srgbClr val="2D5C58"/>
                </a:solidFill>
                <a:latin typeface="Montserrat"/>
              </a:rPr>
              <a:t>contato@integraescoladepais.com</a:t>
            </a:r>
          </a:p>
        </p:txBody>
      </p:sp>
      <p:pic>
        <p:nvPicPr>
          <p:cNvPr id="17" name="Picture 16" descr="qr_card.png"/>
          <p:cNvPicPr>
            <a:picLocks noChangeAspect="1"/>
          </p:cNvPicPr>
          <p:nvPr/>
        </p:nvPicPr>
        <p:blipFill>
          <a:blip r:embed="rId6"/>
          <a:stretch>
            <a:fillRect/>
          </a:stretch>
        </p:blipFill>
        <p:spPr>
          <a:xfrm>
            <a:off x="11521440" y="2194560"/>
            <a:ext cx="6035040" cy="6035040"/>
          </a:xfrm>
          <a:prstGeom prst="rect">
            <a:avLst/>
          </a:prstGeom>
        </p:spPr>
      </p:pic>
      <p:sp>
        <p:nvSpPr>
          <p:cNvPr id="18" name="TextBox 17"/>
          <p:cNvSpPr txBox="1"/>
          <p:nvPr/>
        </p:nvSpPr>
        <p:spPr>
          <a:xfrm>
            <a:off x="10607040" y="8503920"/>
            <a:ext cx="7680960" cy="548640"/>
          </a:xfrm>
          <a:prstGeom prst="rect">
            <a:avLst/>
          </a:prstGeom>
          <a:noFill/>
        </p:spPr>
        <p:txBody>
          <a:bodyPr wrap="square" anchor="t" lIns="0" rIns="0" tIns="0" bIns="0">
            <a:spAutoFit/>
          </a:bodyPr>
          <a:lstStyle/>
          <a:p>
            <a:pPr algn="ctr">
              <a:lnSpc>
                <a:spcPct val="100000"/>
              </a:lnSpc>
            </a:pPr>
            <a:r>
              <a:rPr sz="2000" b="1" spc="300">
                <a:solidFill>
                  <a:srgbClr val="FFFFFF"/>
                </a:solidFill>
                <a:latin typeface="Montserrat"/>
              </a:rPr>
              <a:t>APONTE A CÂMERA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DAHV1ClZwQs</dc:identifier>
  <dcterms:modified xsi:type="dcterms:W3CDTF">2011-08-01T06:04:30Z</dcterms:modified>
  <cp:revision>1</cp:revision>
  <dc:title>Emoções que Protegem</dc:title>
</cp:coreProperties>
</file>