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12.svg" ContentType="image/svg+xml"/>
  <Override PartName="/ppt/media/image12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4.svg" ContentType="image/svg+xml"/>
  <Override PartName="/ppt/media/image16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71.svg" ContentType="image/svg+xml"/>
  <Override PartName="/ppt/media/image73.svg" ContentType="image/svg+xml"/>
  <Override PartName="/ppt/media/image8.svg" ContentType="image/svg+xml"/>
  <Override PartName="/ppt/media/image8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1125200" cy="8001000"/>
  <p:notesSz cx="6858000" cy="9144000"/>
  <p:embeddedFontLst>
    <p:embeddedFont>
      <p:font typeface="Poppins" charset="1" panose="00000500000000000000"/>
      <p:regular r:id="rId26"/>
    </p:embeddedFont>
    <p:embeddedFont>
      <p:font typeface="Mr. Mamoulian Blather" charset="1" panose="00000000000000000000"/>
      <p:regular r:id="rId27"/>
    </p:embeddedFont>
    <p:embeddedFont>
      <p:font typeface="Poppins Bold" charset="1" panose="00000800000000000000"/>
      <p:regular r:id="rId28"/>
    </p:embeddedFont>
    <p:embeddedFont>
      <p:font typeface="Montaser Arabic Bold" charset="1" panose="00000800000000000000"/>
      <p:regular r:id="rId29"/>
    </p:embeddedFont>
    <p:embeddedFont>
      <p:font typeface="Montaser Arabic" charset="1" panose="00000500000000000000"/>
      <p:regular r:id="rId30"/>
    </p:embeddedFont>
    <p:embeddedFont>
      <p:font typeface="Codec Pro Bold" charset="1" panose="00000600000000000000"/>
      <p:regular r:id="rId31"/>
    </p:embeddedFont>
    <p:embeddedFont>
      <p:font typeface="Codec Pro" charset="1" panose="00000500000000000000"/>
      <p:regular r:id="rId32"/>
    </p:embeddedFont>
    <p:embeddedFont>
      <p:font typeface="Open Sans Bold" charset="1" panose="020B0806030504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7.png"/><Relationship Id="rId15" Type="http://schemas.openxmlformats.org/officeDocument/2006/relationships/image" Target="../media/image138.png"/><Relationship Id="rId16" Type="http://schemas.openxmlformats.org/officeDocument/2006/relationships/image" Target="../media/image139.png"/><Relationship Id="rId17" Type="http://schemas.openxmlformats.org/officeDocument/2006/relationships/image" Target="../media/image14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17.jpeg"/><Relationship Id="rId9" Type="http://schemas.openxmlformats.org/officeDocument/2006/relationships/image" Target="../media/image18.jpeg"/><Relationship Id="rId10" Type="http://schemas.openxmlformats.org/officeDocument/2006/relationships/image" Target="../media/image19.png"/><Relationship Id="rId11" Type="http://schemas.openxmlformats.org/officeDocument/2006/relationships/image" Target="../media/image20.svg"/><Relationship Id="rId12" Type="http://schemas.openxmlformats.org/officeDocument/2006/relationships/image" Target="../media/image21.png"/><Relationship Id="rId13" Type="http://schemas.openxmlformats.org/officeDocument/2006/relationships/image" Target="../media/image22.svg"/><Relationship Id="rId14" Type="http://schemas.openxmlformats.org/officeDocument/2006/relationships/image" Target="../media/image23.png"/><Relationship Id="rId15" Type="http://schemas.openxmlformats.org/officeDocument/2006/relationships/image" Target="../media/image2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29.png"/><Relationship Id="rId11" Type="http://schemas.openxmlformats.org/officeDocument/2006/relationships/image" Target="../media/image30.svg"/><Relationship Id="rId12" Type="http://schemas.openxmlformats.org/officeDocument/2006/relationships/image" Target="../media/image31.png"/><Relationship Id="rId13" Type="http://schemas.openxmlformats.org/officeDocument/2006/relationships/image" Target="../media/image32.svg"/><Relationship Id="rId14" Type="http://schemas.openxmlformats.org/officeDocument/2006/relationships/image" Target="../media/image33.png"/><Relationship Id="rId15" Type="http://schemas.openxmlformats.org/officeDocument/2006/relationships/image" Target="../media/image3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35.jpeg"/><Relationship Id="rId11" Type="http://schemas.openxmlformats.org/officeDocument/2006/relationships/image" Target="../media/image36.jpe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svg"/><Relationship Id="rId15" Type="http://schemas.openxmlformats.org/officeDocument/2006/relationships/image" Target="../media/image40.png"/><Relationship Id="rId16" Type="http://schemas.openxmlformats.org/officeDocument/2006/relationships/image" Target="../media/image41.svg"/><Relationship Id="rId17" Type="http://schemas.openxmlformats.org/officeDocument/2006/relationships/image" Target="../media/image42.png"/><Relationship Id="rId18" Type="http://schemas.openxmlformats.org/officeDocument/2006/relationships/image" Target="../media/image4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image" Target="../media/image44.png"/><Relationship Id="rId11" Type="http://schemas.openxmlformats.org/officeDocument/2006/relationships/image" Target="../media/image45.svg"/><Relationship Id="rId12" Type="http://schemas.openxmlformats.org/officeDocument/2006/relationships/image" Target="../media/image46.png"/><Relationship Id="rId13" Type="http://schemas.openxmlformats.org/officeDocument/2006/relationships/image" Target="../media/image47.svg"/><Relationship Id="rId14" Type="http://schemas.openxmlformats.org/officeDocument/2006/relationships/image" Target="../media/image48.png"/><Relationship Id="rId15" Type="http://schemas.openxmlformats.org/officeDocument/2006/relationships/image" Target="../media/image49.svg"/><Relationship Id="rId16" Type="http://schemas.openxmlformats.org/officeDocument/2006/relationships/image" Target="../media/image50.png"/><Relationship Id="rId17" Type="http://schemas.openxmlformats.org/officeDocument/2006/relationships/image" Target="../media/image51.svg"/><Relationship Id="rId18" Type="http://schemas.openxmlformats.org/officeDocument/2006/relationships/image" Target="../media/image52.png"/><Relationship Id="rId19" Type="http://schemas.openxmlformats.org/officeDocument/2006/relationships/image" Target="../media/image141.png"/><Relationship Id="rId20" Type="http://schemas.openxmlformats.org/officeDocument/2006/relationships/image" Target="../media/image14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53.png"/><Relationship Id="rId13" Type="http://schemas.openxmlformats.org/officeDocument/2006/relationships/image" Target="../media/image54.svg"/><Relationship Id="rId14" Type="http://schemas.openxmlformats.org/officeDocument/2006/relationships/image" Target="../media/image55.png"/><Relationship Id="rId15" Type="http://schemas.openxmlformats.org/officeDocument/2006/relationships/image" Target="../media/image56.svg"/><Relationship Id="rId16" Type="http://schemas.openxmlformats.org/officeDocument/2006/relationships/image" Target="../media/image57.png"/><Relationship Id="rId17" Type="http://schemas.openxmlformats.org/officeDocument/2006/relationships/image" Target="../media/image58.svg"/><Relationship Id="rId18" Type="http://schemas.openxmlformats.org/officeDocument/2006/relationships/image" Target="../media/image7.png"/><Relationship Id="rId19" Type="http://schemas.openxmlformats.org/officeDocument/2006/relationships/image" Target="../media/image8.svg"/><Relationship Id="rId20" Type="http://schemas.openxmlformats.org/officeDocument/2006/relationships/image" Target="../media/image9.png"/><Relationship Id="rId21" Type="http://schemas.openxmlformats.org/officeDocument/2006/relationships/image" Target="../media/image10.svg"/><Relationship Id="rId22" Type="http://schemas.openxmlformats.org/officeDocument/2006/relationships/image" Target="../media/image11.png"/><Relationship Id="rId23" Type="http://schemas.openxmlformats.org/officeDocument/2006/relationships/image" Target="../media/image12.svg"/><Relationship Id="rId24" Type="http://schemas.openxmlformats.org/officeDocument/2006/relationships/image" Target="../media/image33.png"/><Relationship Id="rId25" Type="http://schemas.openxmlformats.org/officeDocument/2006/relationships/image" Target="../media/image34.svg"/><Relationship Id="rId26" Type="http://schemas.openxmlformats.org/officeDocument/2006/relationships/image" Target="../media/image59.png"/><Relationship Id="rId27" Type="http://schemas.openxmlformats.org/officeDocument/2006/relationships/image" Target="../media/image60.svg"/><Relationship Id="rId28" Type="http://schemas.openxmlformats.org/officeDocument/2006/relationships/image" Target="../media/image61.png"/><Relationship Id="rId29" Type="http://schemas.openxmlformats.org/officeDocument/2006/relationships/image" Target="../media/image62.svg"/><Relationship Id="rId30" Type="http://schemas.openxmlformats.org/officeDocument/2006/relationships/image" Target="../media/image140.png"/><Relationship Id="rId31" Type="http://schemas.openxmlformats.org/officeDocument/2006/relationships/image" Target="../media/image143.png"/><Relationship Id="rId32" Type="http://schemas.openxmlformats.org/officeDocument/2006/relationships/image" Target="../media/image1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40.png"/><Relationship Id="rId9" Type="http://schemas.openxmlformats.org/officeDocument/2006/relationships/image" Target="../media/image41.svg"/><Relationship Id="rId10" Type="http://schemas.openxmlformats.org/officeDocument/2006/relationships/image" Target="../media/image6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29.png"/><Relationship Id="rId11" Type="http://schemas.openxmlformats.org/officeDocument/2006/relationships/image" Target="../media/image30.svg"/><Relationship Id="rId12" Type="http://schemas.openxmlformats.org/officeDocument/2006/relationships/image" Target="../media/image7.png"/><Relationship Id="rId13" Type="http://schemas.openxmlformats.org/officeDocument/2006/relationships/image" Target="../media/image8.svg"/><Relationship Id="rId14" Type="http://schemas.openxmlformats.org/officeDocument/2006/relationships/image" Target="../media/image9.png"/><Relationship Id="rId15" Type="http://schemas.openxmlformats.org/officeDocument/2006/relationships/image" Target="../media/image10.svg"/><Relationship Id="rId16" Type="http://schemas.openxmlformats.org/officeDocument/2006/relationships/image" Target="../media/image11.png"/><Relationship Id="rId17" Type="http://schemas.openxmlformats.org/officeDocument/2006/relationships/image" Target="../media/image12.svg"/><Relationship Id="rId18" Type="http://schemas.openxmlformats.org/officeDocument/2006/relationships/image" Target="../media/image139.png"/><Relationship Id="rId19" Type="http://schemas.openxmlformats.org/officeDocument/2006/relationships/image" Target="../media/image1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svg"/><Relationship Id="rId20" Type="http://schemas.openxmlformats.org/officeDocument/2006/relationships/image" Target="../media/image72.png"/><Relationship Id="rId21" Type="http://schemas.openxmlformats.org/officeDocument/2006/relationships/image" Target="../media/image7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82.png"/><Relationship Id="rId11" Type="http://schemas.openxmlformats.org/officeDocument/2006/relationships/image" Target="../media/image83.svg"/><Relationship Id="rId12" Type="http://schemas.openxmlformats.org/officeDocument/2006/relationships/image" Target="../media/image84.jpe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82.png"/><Relationship Id="rId13" Type="http://schemas.openxmlformats.org/officeDocument/2006/relationships/image" Target="../media/image83.sv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9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93.jpe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svg"/><Relationship Id="rId12" Type="http://schemas.openxmlformats.org/officeDocument/2006/relationships/image" Target="../media/image101.png"/><Relationship Id="rId13" Type="http://schemas.openxmlformats.org/officeDocument/2006/relationships/image" Target="../media/image102.svg"/><Relationship Id="rId14" Type="http://schemas.openxmlformats.org/officeDocument/2006/relationships/image" Target="../media/image33.png"/><Relationship Id="rId15" Type="http://schemas.openxmlformats.org/officeDocument/2006/relationships/image" Target="../media/image34.svg"/><Relationship Id="rId16" Type="http://schemas.openxmlformats.org/officeDocument/2006/relationships/image" Target="../media/image103.png"/><Relationship Id="rId17" Type="http://schemas.openxmlformats.org/officeDocument/2006/relationships/image" Target="../media/image10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29.png"/><Relationship Id="rId11" Type="http://schemas.openxmlformats.org/officeDocument/2006/relationships/image" Target="../media/image30.svg"/><Relationship Id="rId12" Type="http://schemas.openxmlformats.org/officeDocument/2006/relationships/image" Target="../media/image31.png"/><Relationship Id="rId13" Type="http://schemas.openxmlformats.org/officeDocument/2006/relationships/image" Target="../media/image32.svg"/><Relationship Id="rId14" Type="http://schemas.openxmlformats.org/officeDocument/2006/relationships/image" Target="../media/image105.png"/><Relationship Id="rId15" Type="http://schemas.openxmlformats.org/officeDocument/2006/relationships/image" Target="../media/image106.svg"/><Relationship Id="rId16" Type="http://schemas.openxmlformats.org/officeDocument/2006/relationships/image" Target="../media/image10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108.jpeg"/><Relationship Id="rId11" Type="http://schemas.openxmlformats.org/officeDocument/2006/relationships/image" Target="../media/image109.jpe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113.jpeg"/><Relationship Id="rId11" Type="http://schemas.openxmlformats.org/officeDocument/2006/relationships/image" Target="../media/image114.jpe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jpeg"/><Relationship Id="rId15" Type="http://schemas.openxmlformats.org/officeDocument/2006/relationships/image" Target="../media/image1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png"/><Relationship Id="rId13" Type="http://schemas.openxmlformats.org/officeDocument/2006/relationships/image" Target="../media/image122.png"/><Relationship Id="rId14" Type="http://schemas.openxmlformats.org/officeDocument/2006/relationships/image" Target="../media/image123.png"/><Relationship Id="rId15" Type="http://schemas.openxmlformats.org/officeDocument/2006/relationships/image" Target="../media/image124.png"/><Relationship Id="rId16" Type="http://schemas.openxmlformats.org/officeDocument/2006/relationships/image" Target="../media/image125.png"/><Relationship Id="rId17" Type="http://schemas.openxmlformats.org/officeDocument/2006/relationships/image" Target="../media/image1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40.png"/><Relationship Id="rId11" Type="http://schemas.openxmlformats.org/officeDocument/2006/relationships/image" Target="../media/image41.svg"/><Relationship Id="rId12" Type="http://schemas.openxmlformats.org/officeDocument/2006/relationships/image" Target="../media/image127.png"/><Relationship Id="rId13" Type="http://schemas.openxmlformats.org/officeDocument/2006/relationships/image" Target="../media/image128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129.png"/><Relationship Id="rId11" Type="http://schemas.openxmlformats.org/officeDocument/2006/relationships/image" Target="../media/image130.svg"/><Relationship Id="rId12" Type="http://schemas.openxmlformats.org/officeDocument/2006/relationships/image" Target="../media/image131.png"/><Relationship Id="rId13" Type="http://schemas.openxmlformats.org/officeDocument/2006/relationships/image" Target="../media/image132.svg"/><Relationship Id="rId14" Type="http://schemas.openxmlformats.org/officeDocument/2006/relationships/image" Target="../media/image133.png"/><Relationship Id="rId15" Type="http://schemas.openxmlformats.org/officeDocument/2006/relationships/image" Target="../media/image134.svg"/><Relationship Id="rId16" Type="http://schemas.openxmlformats.org/officeDocument/2006/relationships/image" Target="../media/image135.png"/><Relationship Id="rId17" Type="http://schemas.openxmlformats.org/officeDocument/2006/relationships/image" Target="../media/image136.svg"/><Relationship Id="rId18" Type="http://schemas.openxmlformats.org/officeDocument/2006/relationships/image" Target="../media/image4.png"/><Relationship Id="rId19" Type="http://schemas.openxmlformats.org/officeDocument/2006/relationships/image" Target="../media/image29.png"/><Relationship Id="rId20" Type="http://schemas.openxmlformats.org/officeDocument/2006/relationships/image" Target="../media/image30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15521"/>
            <a:ext cx="11245488" cy="7296301"/>
          </a:xfrm>
          <a:custGeom>
            <a:avLst/>
            <a:gdLst/>
            <a:ahLst/>
            <a:cxnLst/>
            <a:rect r="r" b="b" t="t" l="l"/>
            <a:pathLst>
              <a:path h="7296301" w="11245488">
                <a:moveTo>
                  <a:pt x="0" y="0"/>
                </a:moveTo>
                <a:lnTo>
                  <a:pt x="11245488" y="0"/>
                </a:lnTo>
                <a:lnTo>
                  <a:pt x="11245488" y="7296300"/>
                </a:lnTo>
                <a:lnTo>
                  <a:pt x="0" y="729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91" r="0" b="-139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05676" y="-23318715"/>
            <a:ext cx="13470305" cy="31004364"/>
            <a:chOff x="0" y="0"/>
            <a:chExt cx="4561373" cy="10498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61373" cy="10498832"/>
            </a:xfrm>
            <a:custGeom>
              <a:avLst/>
              <a:gdLst/>
              <a:ahLst/>
              <a:cxnLst/>
              <a:rect r="r" b="b" t="t" l="l"/>
              <a:pathLst>
                <a:path h="10498832" w="4561373">
                  <a:moveTo>
                    <a:pt x="0" y="0"/>
                  </a:moveTo>
                  <a:lnTo>
                    <a:pt x="4561373" y="0"/>
                  </a:lnTo>
                  <a:lnTo>
                    <a:pt x="4561373" y="10498832"/>
                  </a:lnTo>
                  <a:lnTo>
                    <a:pt x="0" y="10498832"/>
                  </a:lnTo>
                  <a:close/>
                </a:path>
              </a:pathLst>
            </a:custGeom>
            <a:gradFill rotWithShape="true">
              <a:gsLst>
                <a:gs pos="0">
                  <a:srgbClr val="076A59">
                    <a:alpha val="0"/>
                  </a:srgbClr>
                </a:gs>
                <a:gs pos="100000">
                  <a:srgbClr val="026553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561373" cy="10565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85248" y="-304456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80494" y="1695440"/>
            <a:ext cx="4003359" cy="775175"/>
          </a:xfrm>
          <a:custGeom>
            <a:avLst/>
            <a:gdLst/>
            <a:ahLst/>
            <a:cxnLst/>
            <a:rect r="r" b="b" t="t" l="l"/>
            <a:pathLst>
              <a:path h="775175" w="4003359">
                <a:moveTo>
                  <a:pt x="0" y="0"/>
                </a:moveTo>
                <a:lnTo>
                  <a:pt x="4003359" y="0"/>
                </a:lnTo>
                <a:lnTo>
                  <a:pt x="4003359" y="775175"/>
                </a:lnTo>
                <a:lnTo>
                  <a:pt x="0" y="775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39" r="-376" b="-43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4667" y="292906"/>
            <a:ext cx="5317927" cy="73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 Ens</a:t>
            </a:r>
            <a:r>
              <a:rPr lang="en-US" sz="20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ino Fundamental ao Ensino Médio</a:t>
            </a:r>
          </a:p>
          <a:p>
            <a:pPr algn="l">
              <a:lnSpc>
                <a:spcPts val="290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055806" y="3565460"/>
            <a:ext cx="6158496" cy="6158496"/>
          </a:xfrm>
          <a:custGeom>
            <a:avLst/>
            <a:gdLst/>
            <a:ahLst/>
            <a:cxnLst/>
            <a:rect r="r" b="b" t="t" l="l"/>
            <a:pathLst>
              <a:path h="6158496" w="6158496">
                <a:moveTo>
                  <a:pt x="0" y="0"/>
                </a:moveTo>
                <a:lnTo>
                  <a:pt x="6158496" y="0"/>
                </a:lnTo>
                <a:lnTo>
                  <a:pt x="6158496" y="6158496"/>
                </a:lnTo>
                <a:lnTo>
                  <a:pt x="0" y="6158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7370" y="2963776"/>
            <a:ext cx="6791840" cy="157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69"/>
              </a:lnSpc>
            </a:pPr>
            <a:r>
              <a:rPr lang="en-US" sz="9192">
                <a:solidFill>
                  <a:srgbClr val="C1FF72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PORTFÓLIO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16685" y="4558478"/>
            <a:ext cx="7324107" cy="5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b="true" sz="3958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ANOS FINAIS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9604" y="7236473"/>
            <a:ext cx="8046280" cy="3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25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Ensino Forte com Compromisso e</a:t>
            </a:r>
            <a:r>
              <a:rPr lang="en-US" b="true" sz="25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Qualidade!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55569" y="5149753"/>
            <a:ext cx="8046280" cy="37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2526">
                <a:solidFill>
                  <a:srgbClr val="C1FF72"/>
                </a:solidFill>
                <a:latin typeface="Poppins Bold"/>
                <a:ea typeface="Poppins Bold"/>
                <a:cs typeface="Poppins Bold"/>
                <a:sym typeface="Poppins Bold"/>
              </a:rPr>
              <a:t>6º ao 9º ano</a:t>
            </a:r>
          </a:p>
        </p:txBody>
      </p:sp>
      <p:pic>
        <p:nvPicPr>
          <p:cNvPr id="21" name="Picture 20" descr="compass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0520000">
            <a:off x="-228600" y="868680"/>
            <a:ext cx="1384930" cy="2286000"/>
          </a:xfrm>
          <a:prstGeom prst="rect">
            <a:avLst/>
          </a:prstGeom>
        </p:spPr>
      </p:pic>
      <p:pic>
        <p:nvPicPr>
          <p:cNvPr id="22" name="Picture 21" descr="transferid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-868680" y="3246120"/>
            <a:ext cx="2377440" cy="1238021"/>
          </a:xfrm>
          <a:prstGeom prst="rect">
            <a:avLst/>
          </a:prstGeom>
        </p:spPr>
      </p:pic>
      <p:pic>
        <p:nvPicPr>
          <p:cNvPr id="23" name="Picture 22" descr="erlenmey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720000">
            <a:off x="9646920" y="3154680"/>
            <a:ext cx="1580495" cy="2103120"/>
          </a:xfrm>
          <a:prstGeom prst="rect">
            <a:avLst/>
          </a:prstGeom>
        </p:spPr>
      </p:pic>
      <p:pic>
        <p:nvPicPr>
          <p:cNvPr id="24" name="Picture 23" descr="tubo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000000">
            <a:off x="9372600" y="5212080"/>
            <a:ext cx="1932347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8920" y="938021"/>
            <a:ext cx="10392393" cy="946701"/>
            <a:chOff x="0" y="0"/>
            <a:chExt cx="3519117" cy="3205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19117" cy="320576"/>
            </a:xfrm>
            <a:custGeom>
              <a:avLst/>
              <a:gdLst/>
              <a:ahLst/>
              <a:cxnLst/>
              <a:rect r="r" b="b" t="t" l="l"/>
              <a:pathLst>
                <a:path h="320576" w="3519117">
                  <a:moveTo>
                    <a:pt x="0" y="0"/>
                  </a:moveTo>
                  <a:lnTo>
                    <a:pt x="3519117" y="0"/>
                  </a:lnTo>
                  <a:lnTo>
                    <a:pt x="3519117" y="320576"/>
                  </a:lnTo>
                  <a:lnTo>
                    <a:pt x="0" y="320576"/>
                  </a:lnTo>
                  <a:close/>
                </a:path>
              </a:pathLst>
            </a:custGeom>
            <a:solidFill>
              <a:srgbClr val="026553"/>
            </a:solidFill>
            <a:ln w="47625" cap="sq">
              <a:solidFill>
                <a:srgbClr val="45AAB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519117" cy="387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3503" y="-63503"/>
            <a:ext cx="355597" cy="355597"/>
            <a:chOff x="0" y="0"/>
            <a:chExt cx="355600" cy="355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82575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282579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63503" y="7718422"/>
            <a:ext cx="355597" cy="339919"/>
            <a:chOff x="0" y="0"/>
            <a:chExt cx="355600" cy="339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82575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1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52147" y="7718422"/>
            <a:ext cx="339928" cy="339919"/>
            <a:chOff x="0" y="0"/>
            <a:chExt cx="339928" cy="339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1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77802" y="63501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846582" y="4281564"/>
            <a:ext cx="3892449" cy="2919336"/>
          </a:xfrm>
          <a:custGeom>
            <a:avLst/>
            <a:gdLst/>
            <a:ahLst/>
            <a:cxnLst/>
            <a:rect r="r" b="b" t="t" l="l"/>
            <a:pathLst>
              <a:path h="2919336" w="3892449">
                <a:moveTo>
                  <a:pt x="0" y="0"/>
                </a:moveTo>
                <a:lnTo>
                  <a:pt x="3892448" y="0"/>
                </a:lnTo>
                <a:lnTo>
                  <a:pt x="3892448" y="2919336"/>
                </a:lnTo>
                <a:lnTo>
                  <a:pt x="0" y="29193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386158" y="4281564"/>
            <a:ext cx="3912827" cy="2919336"/>
          </a:xfrm>
          <a:custGeom>
            <a:avLst/>
            <a:gdLst/>
            <a:ahLst/>
            <a:cxnLst/>
            <a:rect r="r" b="b" t="t" l="l"/>
            <a:pathLst>
              <a:path h="2919336" w="3912827">
                <a:moveTo>
                  <a:pt x="0" y="0"/>
                </a:moveTo>
                <a:lnTo>
                  <a:pt x="3912827" y="0"/>
                </a:lnTo>
                <a:lnTo>
                  <a:pt x="3912827" y="2919336"/>
                </a:lnTo>
                <a:lnTo>
                  <a:pt x="0" y="29193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3568" r="-3016" b="-28633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25" id="25"/>
          <p:cNvSpPr txBox="true"/>
          <p:nvPr/>
        </p:nvSpPr>
        <p:spPr>
          <a:xfrm rot="0">
            <a:off x="1804082" y="2155244"/>
            <a:ext cx="7517023" cy="192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b="true" sz="158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Há</a:t>
            </a:r>
            <a:r>
              <a:rPr lang="en-US" b="true" sz="158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mais de 40 anos</a:t>
            </a:r>
            <a:r>
              <a:rPr lang="en-US" sz="1587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o Colégio Integrado XV de Novembro se tornou referência em formar, com excelência acadêmica e cuidado humano, as novas gerações.</a:t>
            </a:r>
          </a:p>
          <a:p>
            <a:pPr algn="l">
              <a:lnSpc>
                <a:spcPts val="2178"/>
              </a:lnSpc>
            </a:pPr>
          </a:p>
          <a:p>
            <a:pPr algn="l">
              <a:lnSpc>
                <a:spcPts val="2178"/>
              </a:lnSpc>
            </a:pPr>
            <a:r>
              <a:rPr lang="en-US" sz="1587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Acreditamos que educar é mais do que ensinar conteúdo: é desenvolver a inteligência, o caráter e a autonomia de cada criança, em parceria com a família.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201662" y="2148636"/>
            <a:ext cx="1947883" cy="1431694"/>
          </a:xfrm>
          <a:custGeom>
            <a:avLst/>
            <a:gdLst/>
            <a:ahLst/>
            <a:cxnLst/>
            <a:rect r="r" b="b" t="t" l="l"/>
            <a:pathLst>
              <a:path h="1431694" w="1947883">
                <a:moveTo>
                  <a:pt x="0" y="0"/>
                </a:moveTo>
                <a:lnTo>
                  <a:pt x="1947882" y="0"/>
                </a:lnTo>
                <a:lnTo>
                  <a:pt x="1947882" y="1431694"/>
                </a:lnTo>
                <a:lnTo>
                  <a:pt x="0" y="14316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113271">
            <a:off x="-965484" y="4439736"/>
            <a:ext cx="2221946" cy="2794900"/>
          </a:xfrm>
          <a:custGeom>
            <a:avLst/>
            <a:gdLst/>
            <a:ahLst/>
            <a:cxnLst/>
            <a:rect r="r" b="b" t="t" l="l"/>
            <a:pathLst>
              <a:path h="2794900" w="2221946">
                <a:moveTo>
                  <a:pt x="0" y="0"/>
                </a:moveTo>
                <a:lnTo>
                  <a:pt x="2221946" y="0"/>
                </a:lnTo>
                <a:lnTo>
                  <a:pt x="2221946" y="2794900"/>
                </a:lnTo>
                <a:lnTo>
                  <a:pt x="0" y="2794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2176667" y="1753664"/>
            <a:ext cx="3351204" cy="3200400"/>
          </a:xfrm>
          <a:custGeom>
            <a:avLst/>
            <a:gdLst/>
            <a:ahLst/>
            <a:cxnLst/>
            <a:rect r="r" b="b" t="t" l="l"/>
            <a:pathLst>
              <a:path h="3200400" w="3351204">
                <a:moveTo>
                  <a:pt x="0" y="0"/>
                </a:moveTo>
                <a:lnTo>
                  <a:pt x="3351204" y="0"/>
                </a:lnTo>
                <a:lnTo>
                  <a:pt x="3351204" y="3200400"/>
                </a:lnTo>
                <a:lnTo>
                  <a:pt x="0" y="3200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828403" y="1071405"/>
            <a:ext cx="3180011" cy="613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8"/>
              </a:lnSpc>
            </a:pPr>
            <a:r>
              <a:rPr lang="en-US" sz="3605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Quem Somos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65084" y="6545398"/>
            <a:ext cx="1379934" cy="65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9"/>
              </a:lnSpc>
            </a:pPr>
            <a:r>
              <a:rPr lang="en-US" b="true" sz="3442">
                <a:solidFill>
                  <a:srgbClr val="02655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38424" y="6545398"/>
            <a:ext cx="1556593" cy="65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9"/>
              </a:lnSpc>
            </a:pPr>
            <a:r>
              <a:rPr lang="en-US" b="true" sz="3442">
                <a:solidFill>
                  <a:srgbClr val="026553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DEPOIS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6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0855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264912" y="-8636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62882" y="46307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42114" y="-3630355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0462">
            <a:off x="9713550" y="-2227139"/>
            <a:ext cx="4272594" cy="4662553"/>
          </a:xfrm>
          <a:custGeom>
            <a:avLst/>
            <a:gdLst/>
            <a:ahLst/>
            <a:cxnLst/>
            <a:rect r="r" b="b" t="t" l="l"/>
            <a:pathLst>
              <a:path h="4662553" w="4272594">
                <a:moveTo>
                  <a:pt x="0" y="0"/>
                </a:moveTo>
                <a:lnTo>
                  <a:pt x="4272594" y="0"/>
                </a:lnTo>
                <a:lnTo>
                  <a:pt x="4272594" y="4662553"/>
                </a:lnTo>
                <a:lnTo>
                  <a:pt x="0" y="46625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4610462">
            <a:off x="-3479212" y="5085974"/>
            <a:ext cx="4993059" cy="5448775"/>
          </a:xfrm>
          <a:custGeom>
            <a:avLst/>
            <a:gdLst/>
            <a:ahLst/>
            <a:cxnLst/>
            <a:rect r="r" b="b" t="t" l="l"/>
            <a:pathLst>
              <a:path h="5448775" w="4993059">
                <a:moveTo>
                  <a:pt x="0" y="0"/>
                </a:moveTo>
                <a:lnTo>
                  <a:pt x="4993059" y="0"/>
                </a:lnTo>
                <a:lnTo>
                  <a:pt x="4993059" y="5448775"/>
                </a:lnTo>
                <a:lnTo>
                  <a:pt x="0" y="5448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669401" y="982623"/>
            <a:ext cx="2032405" cy="2405213"/>
          </a:xfrm>
          <a:custGeom>
            <a:avLst/>
            <a:gdLst/>
            <a:ahLst/>
            <a:cxnLst/>
            <a:rect r="r" b="b" t="t" l="l"/>
            <a:pathLst>
              <a:path h="2405213" w="2032405">
                <a:moveTo>
                  <a:pt x="0" y="0"/>
                </a:moveTo>
                <a:lnTo>
                  <a:pt x="2032404" y="0"/>
                </a:lnTo>
                <a:lnTo>
                  <a:pt x="2032404" y="2405212"/>
                </a:lnTo>
                <a:lnTo>
                  <a:pt x="0" y="24052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4809" y="3042754"/>
            <a:ext cx="6898641" cy="275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Diferenciais</a:t>
            </a:r>
          </a:p>
          <a:p>
            <a:pPr algn="ctr">
              <a:lnSpc>
                <a:spcPts val="7154"/>
              </a:lnSpc>
            </a:pP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Pedagógicos</a:t>
            </a:r>
          </a:p>
          <a:p>
            <a:pPr algn="ctr">
              <a:lnSpc>
                <a:spcPts val="7154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60174" y="5551126"/>
            <a:ext cx="3244373" cy="1557299"/>
          </a:xfrm>
          <a:custGeom>
            <a:avLst/>
            <a:gdLst/>
            <a:ahLst/>
            <a:cxnLst/>
            <a:rect r="r" b="b" t="t" l="l"/>
            <a:pathLst>
              <a:path h="1557299" w="3244373">
                <a:moveTo>
                  <a:pt x="0" y="0"/>
                </a:moveTo>
                <a:lnTo>
                  <a:pt x="3244373" y="0"/>
                </a:lnTo>
                <a:lnTo>
                  <a:pt x="3244373" y="1557300"/>
                </a:lnTo>
                <a:lnTo>
                  <a:pt x="0" y="1557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8118" y="-53534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70188" y="500972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119736" y="6309650"/>
            <a:ext cx="17066641" cy="2831793"/>
            <a:chOff x="0" y="0"/>
            <a:chExt cx="5779180" cy="9589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79180" cy="958914"/>
            </a:xfrm>
            <a:custGeom>
              <a:avLst/>
              <a:gdLst/>
              <a:ahLst/>
              <a:cxnLst/>
              <a:rect r="r" b="b" t="t" l="l"/>
              <a:pathLst>
                <a:path h="958914" w="5779180">
                  <a:moveTo>
                    <a:pt x="0" y="0"/>
                  </a:moveTo>
                  <a:lnTo>
                    <a:pt x="5779180" y="0"/>
                  </a:lnTo>
                  <a:lnTo>
                    <a:pt x="5779180" y="958914"/>
                  </a:lnTo>
                  <a:lnTo>
                    <a:pt x="0" y="958914"/>
                  </a:lnTo>
                  <a:close/>
                </a:path>
              </a:pathLst>
            </a:custGeom>
            <a:solidFill>
              <a:srgbClr val="02655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5779180" cy="1025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106915" y="927813"/>
            <a:ext cx="5561020" cy="4865892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19050" cap="sq">
              <a:solidFill>
                <a:srgbClr val="C1FF72"/>
              </a:solidFill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04974" y="4728364"/>
            <a:ext cx="3057238" cy="691055"/>
            <a:chOff x="0" y="0"/>
            <a:chExt cx="812800" cy="183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83725"/>
            </a:xfrm>
            <a:custGeom>
              <a:avLst/>
              <a:gdLst/>
              <a:ahLst/>
              <a:cxnLst/>
              <a:rect r="r" b="b" t="t" l="l"/>
              <a:pathLst>
                <a:path h="18372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3725"/>
                  </a:lnTo>
                  <a:lnTo>
                    <a:pt x="0" y="183725"/>
                  </a:lnTo>
                  <a:close/>
                </a:path>
              </a:pathLst>
            </a:custGeom>
            <a:solidFill>
              <a:srgbClr val="FFCB9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12800" cy="25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54705" y="2609360"/>
            <a:ext cx="3057238" cy="691055"/>
            <a:chOff x="0" y="0"/>
            <a:chExt cx="812800" cy="183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83725"/>
            </a:xfrm>
            <a:custGeom>
              <a:avLst/>
              <a:gdLst/>
              <a:ahLst/>
              <a:cxnLst/>
              <a:rect r="r" b="b" t="t" l="l"/>
              <a:pathLst>
                <a:path h="18372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3725"/>
                  </a:lnTo>
                  <a:lnTo>
                    <a:pt x="0" y="183725"/>
                  </a:lnTo>
                  <a:close/>
                </a:path>
              </a:pathLst>
            </a:custGeom>
            <a:solidFill>
              <a:srgbClr val="94CBD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12800" cy="25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54705" y="1528738"/>
            <a:ext cx="3057238" cy="1123832"/>
            <a:chOff x="0" y="0"/>
            <a:chExt cx="4076317" cy="149844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076317" cy="1498442"/>
              <a:chOff x="0" y="0"/>
              <a:chExt cx="812800" cy="29878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298783"/>
              </a:xfrm>
              <a:custGeom>
                <a:avLst/>
                <a:gdLst/>
                <a:ahLst/>
                <a:cxnLst/>
                <a:rect r="r" b="b" t="t" l="l"/>
                <a:pathLst>
                  <a:path h="29878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98783"/>
                    </a:lnTo>
                    <a:lnTo>
                      <a:pt x="0" y="298783"/>
                    </a:lnTo>
                    <a:close/>
                  </a:path>
                </a:pathLst>
              </a:custGeom>
              <a:solidFill>
                <a:srgbClr val="0B0F5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812800" cy="3654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0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847043" y="0"/>
              <a:ext cx="1229273" cy="1498442"/>
              <a:chOff x="0" y="0"/>
              <a:chExt cx="245112" cy="29878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45112" cy="298783"/>
              </a:xfrm>
              <a:custGeom>
                <a:avLst/>
                <a:gdLst/>
                <a:ahLst/>
                <a:cxnLst/>
                <a:rect r="r" b="b" t="t" l="l"/>
                <a:pathLst>
                  <a:path h="298783" w="245112">
                    <a:moveTo>
                      <a:pt x="0" y="0"/>
                    </a:moveTo>
                    <a:lnTo>
                      <a:pt x="245112" y="0"/>
                    </a:lnTo>
                    <a:lnTo>
                      <a:pt x="245112" y="298783"/>
                    </a:lnTo>
                    <a:lnTo>
                      <a:pt x="0" y="298783"/>
                    </a:lnTo>
                    <a:close/>
                  </a:path>
                </a:pathLst>
              </a:custGeom>
              <a:solidFill>
                <a:srgbClr val="FCD80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245112" cy="3654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08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747154" y="0"/>
              <a:ext cx="2459196" cy="1498442"/>
            </a:xfrm>
            <a:custGeom>
              <a:avLst/>
              <a:gdLst/>
              <a:ahLst/>
              <a:cxnLst/>
              <a:rect r="r" b="b" t="t" l="l"/>
              <a:pathLst>
                <a:path h="1498442" w="2459196">
                  <a:moveTo>
                    <a:pt x="0" y="0"/>
                  </a:moveTo>
                  <a:lnTo>
                    <a:pt x="2459196" y="0"/>
                  </a:lnTo>
                  <a:lnTo>
                    <a:pt x="2459196" y="1498442"/>
                  </a:lnTo>
                  <a:lnTo>
                    <a:pt x="0" y="1498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138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504974" y="3647742"/>
            <a:ext cx="3057238" cy="1123832"/>
            <a:chOff x="0" y="0"/>
            <a:chExt cx="4076317" cy="149844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076317" cy="1498442"/>
              <a:chOff x="0" y="0"/>
              <a:chExt cx="812800" cy="29878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298783"/>
              </a:xfrm>
              <a:custGeom>
                <a:avLst/>
                <a:gdLst/>
                <a:ahLst/>
                <a:cxnLst/>
                <a:rect r="r" b="b" t="t" l="l"/>
                <a:pathLst>
                  <a:path h="29878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98783"/>
                    </a:lnTo>
                    <a:lnTo>
                      <a:pt x="0" y="2987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812800" cy="3654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08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996188" y="0"/>
              <a:ext cx="2083941" cy="1473097"/>
            </a:xfrm>
            <a:custGeom>
              <a:avLst/>
              <a:gdLst/>
              <a:ahLst/>
              <a:cxnLst/>
              <a:rect r="r" b="b" t="t" l="l"/>
              <a:pathLst>
                <a:path h="1473097" w="2083941">
                  <a:moveTo>
                    <a:pt x="0" y="0"/>
                  </a:moveTo>
                  <a:lnTo>
                    <a:pt x="2083941" y="0"/>
                  </a:lnTo>
                  <a:lnTo>
                    <a:pt x="2083941" y="1473097"/>
                  </a:lnTo>
                  <a:lnTo>
                    <a:pt x="0" y="1473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3108" r="0" b="-687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45017" y="4728364"/>
            <a:ext cx="3057238" cy="691055"/>
            <a:chOff x="0" y="0"/>
            <a:chExt cx="812800" cy="183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183725"/>
            </a:xfrm>
            <a:custGeom>
              <a:avLst/>
              <a:gdLst/>
              <a:ahLst/>
              <a:cxnLst/>
              <a:rect r="r" b="b" t="t" l="l"/>
              <a:pathLst>
                <a:path h="18372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3725"/>
                  </a:lnTo>
                  <a:lnTo>
                    <a:pt x="0" y="183725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812800" cy="25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73177" y="3627405"/>
            <a:ext cx="3548294" cy="1144169"/>
            <a:chOff x="0" y="0"/>
            <a:chExt cx="4731059" cy="1525559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29121" y="27117"/>
              <a:ext cx="4076317" cy="1498442"/>
              <a:chOff x="0" y="0"/>
              <a:chExt cx="812800" cy="29878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298783"/>
              </a:xfrm>
              <a:custGeom>
                <a:avLst/>
                <a:gdLst/>
                <a:ahLst/>
                <a:cxnLst/>
                <a:rect r="r" b="b" t="t" l="l"/>
                <a:pathLst>
                  <a:path h="29878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98783"/>
                    </a:lnTo>
                    <a:lnTo>
                      <a:pt x="0" y="29878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66675"/>
                <a:ext cx="812800" cy="3654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08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6977" cy="1500214"/>
            </a:xfrm>
            <a:custGeom>
              <a:avLst/>
              <a:gdLst/>
              <a:ahLst/>
              <a:cxnLst/>
              <a:rect r="r" b="b" t="t" l="l"/>
              <a:pathLst>
                <a:path h="1500214" w="2436977">
                  <a:moveTo>
                    <a:pt x="0" y="0"/>
                  </a:moveTo>
                  <a:lnTo>
                    <a:pt x="2436977" y="0"/>
                  </a:lnTo>
                  <a:lnTo>
                    <a:pt x="2436977" y="1500214"/>
                  </a:lnTo>
                  <a:lnTo>
                    <a:pt x="0" y="1500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1741" t="-7659" r="-16566" b="-51189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645714" y="318772"/>
              <a:ext cx="3085345" cy="1031638"/>
            </a:xfrm>
            <a:custGeom>
              <a:avLst/>
              <a:gdLst/>
              <a:ahLst/>
              <a:cxnLst/>
              <a:rect r="r" b="b" t="t" l="l"/>
              <a:pathLst>
                <a:path h="1031638" w="3085345">
                  <a:moveTo>
                    <a:pt x="0" y="0"/>
                  </a:moveTo>
                  <a:lnTo>
                    <a:pt x="3085345" y="0"/>
                  </a:lnTo>
                  <a:lnTo>
                    <a:pt x="3085345" y="1031639"/>
                  </a:lnTo>
                  <a:lnTo>
                    <a:pt x="0" y="1031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21741" t="-192456" r="-16566" b="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6562211" y="703543"/>
            <a:ext cx="562147" cy="562147"/>
          </a:xfrm>
          <a:custGeom>
            <a:avLst/>
            <a:gdLst/>
            <a:ahLst/>
            <a:cxnLst/>
            <a:rect r="r" b="b" t="t" l="l"/>
            <a:pathLst>
              <a:path h="562147" w="562147">
                <a:moveTo>
                  <a:pt x="0" y="0"/>
                </a:moveTo>
                <a:lnTo>
                  <a:pt x="562147" y="0"/>
                </a:lnTo>
                <a:lnTo>
                  <a:pt x="562147" y="562147"/>
                </a:lnTo>
                <a:lnTo>
                  <a:pt x="0" y="5621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939101" y="5499979"/>
            <a:ext cx="562147" cy="562147"/>
          </a:xfrm>
          <a:custGeom>
            <a:avLst/>
            <a:gdLst/>
            <a:ahLst/>
            <a:cxnLst/>
            <a:rect r="r" b="b" t="t" l="l"/>
            <a:pathLst>
              <a:path h="562147" w="562147">
                <a:moveTo>
                  <a:pt x="0" y="0"/>
                </a:moveTo>
                <a:lnTo>
                  <a:pt x="562146" y="0"/>
                </a:lnTo>
                <a:lnTo>
                  <a:pt x="562146" y="562146"/>
                </a:lnTo>
                <a:lnTo>
                  <a:pt x="0" y="562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514035" y="5499979"/>
            <a:ext cx="562147" cy="562147"/>
          </a:xfrm>
          <a:custGeom>
            <a:avLst/>
            <a:gdLst/>
            <a:ahLst/>
            <a:cxnLst/>
            <a:rect r="r" b="b" t="t" l="l"/>
            <a:pathLst>
              <a:path h="562147" w="562147">
                <a:moveTo>
                  <a:pt x="0" y="0"/>
                </a:moveTo>
                <a:lnTo>
                  <a:pt x="562146" y="0"/>
                </a:lnTo>
                <a:lnTo>
                  <a:pt x="562146" y="562146"/>
                </a:lnTo>
                <a:lnTo>
                  <a:pt x="0" y="562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-1525379" y="440495"/>
            <a:ext cx="4564626" cy="5898823"/>
          </a:xfrm>
          <a:custGeom>
            <a:avLst/>
            <a:gdLst/>
            <a:ahLst/>
            <a:cxnLst/>
            <a:rect r="r" b="b" t="t" l="l"/>
            <a:pathLst>
              <a:path h="5898823" w="4564626">
                <a:moveTo>
                  <a:pt x="0" y="0"/>
                </a:moveTo>
                <a:lnTo>
                  <a:pt x="4564626" y="0"/>
                </a:lnTo>
                <a:lnTo>
                  <a:pt x="4564626" y="5898823"/>
                </a:lnTo>
                <a:lnTo>
                  <a:pt x="0" y="58988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0849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28773" y="3769555"/>
            <a:ext cx="2053527" cy="1355328"/>
          </a:xfrm>
          <a:custGeom>
            <a:avLst/>
            <a:gdLst/>
            <a:ahLst/>
            <a:cxnLst/>
            <a:rect r="r" b="b" t="t" l="l"/>
            <a:pathLst>
              <a:path h="1355328" w="2053527">
                <a:moveTo>
                  <a:pt x="0" y="0"/>
                </a:moveTo>
                <a:lnTo>
                  <a:pt x="2053527" y="0"/>
                </a:lnTo>
                <a:lnTo>
                  <a:pt x="2053527" y="1355327"/>
                </a:lnTo>
                <a:lnTo>
                  <a:pt x="0" y="135532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7041366" y="4337647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0050" y="6548868"/>
            <a:ext cx="10325088" cy="60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7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É esse tripé que sustenta, todos os dias, o compromisso que assumimos com o seu filho.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754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Excelência acadêmica. Desenvolvimento socioemocional. Parceria com a família.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22226" y="1344906"/>
            <a:ext cx="1000274" cy="197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43"/>
              </a:lnSpc>
            </a:pPr>
            <a:r>
              <a:rPr lang="en-US" sz="11530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078517" y="2716807"/>
            <a:ext cx="1529534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249">
                <a:solidFill>
                  <a:srgbClr val="026553"/>
                </a:solidFill>
                <a:latin typeface="Codec Pro"/>
                <a:ea typeface="Codec Pro"/>
                <a:cs typeface="Codec Pro"/>
                <a:sym typeface="Codec Pro"/>
              </a:rPr>
              <a:t>Ensino forte, resultados reais</a:t>
            </a:r>
          </a:p>
          <a:p>
            <a:pPr algn="ctr">
              <a:lnSpc>
                <a:spcPts val="1749"/>
              </a:lnSpc>
              <a:spcBef>
                <a:spcPct val="0"/>
              </a:spcBef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3939101" y="4808046"/>
            <a:ext cx="2259460" cy="45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9"/>
              </a:lnSpc>
              <a:spcBef>
                <a:spcPct val="0"/>
              </a:spcBef>
            </a:pPr>
            <a:r>
              <a:rPr lang="en-US" sz="1235">
                <a:solidFill>
                  <a:srgbClr val="026553"/>
                </a:solidFill>
                <a:latin typeface="Codec Pro"/>
                <a:ea typeface="Codec Pro"/>
                <a:cs typeface="Codec Pro"/>
                <a:sym typeface="Codec Pro"/>
              </a:rPr>
              <a:t>Maior e melhor programa de educação socioemocional.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415956" y="4857299"/>
            <a:ext cx="2915359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249">
                <a:solidFill>
                  <a:srgbClr val="026553"/>
                </a:solidFill>
                <a:latin typeface="Codec Pro"/>
                <a:ea typeface="Codec Pro"/>
                <a:cs typeface="Codec Pro"/>
                <a:sym typeface="Codec Pro"/>
              </a:rPr>
              <a:t>Ponte entre escola</a:t>
            </a:r>
          </a:p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249">
                <a:solidFill>
                  <a:srgbClr val="026553"/>
                </a:solidFill>
                <a:latin typeface="Codec Pro"/>
                <a:ea typeface="Codec Pro"/>
                <a:cs typeface="Codec Pro"/>
                <a:sym typeface="Codec Pro"/>
              </a:rPr>
              <a:t>e família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31067" y="1990088"/>
            <a:ext cx="2747814" cy="87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9"/>
              </a:lnSpc>
            </a:pPr>
            <a:r>
              <a:rPr lang="en-US" sz="5078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PILARES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58118" y="-53534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0188" y="500972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8">
              <a:alphaModFix amt="8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816">
            <a:off x="9535388" y="4386412"/>
            <a:ext cx="2496312" cy="3200400"/>
          </a:xfrm>
          <a:custGeom>
            <a:avLst/>
            <a:gdLst/>
            <a:ahLst/>
            <a:cxnLst/>
            <a:rect r="r" b="b" t="t" l="l"/>
            <a:pathLst>
              <a:path h="3200400" w="2496312">
                <a:moveTo>
                  <a:pt x="0" y="0"/>
                </a:moveTo>
                <a:lnTo>
                  <a:pt x="2496312" y="0"/>
                </a:lnTo>
                <a:lnTo>
                  <a:pt x="2496312" y="3200400"/>
                </a:lnTo>
                <a:lnTo>
                  <a:pt x="0" y="3200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41366" y="4337647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5459" y="2364096"/>
            <a:ext cx="8868963" cy="1661230"/>
            <a:chOff x="0" y="0"/>
            <a:chExt cx="3003247" cy="5625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03247" cy="562533"/>
            </a:xfrm>
            <a:custGeom>
              <a:avLst/>
              <a:gdLst/>
              <a:ahLst/>
              <a:cxnLst/>
              <a:rect r="r" b="b" t="t" l="l"/>
              <a:pathLst>
                <a:path h="562533" w="3003247">
                  <a:moveTo>
                    <a:pt x="0" y="0"/>
                  </a:moveTo>
                  <a:lnTo>
                    <a:pt x="3003247" y="0"/>
                  </a:lnTo>
                  <a:lnTo>
                    <a:pt x="3003247" y="562533"/>
                  </a:lnTo>
                  <a:lnTo>
                    <a:pt x="0" y="562533"/>
                  </a:lnTo>
                  <a:close/>
                </a:path>
              </a:pathLst>
            </a:custGeom>
            <a:solidFill>
              <a:srgbClr val="026553"/>
            </a:solidFill>
            <a:ln w="47625" cap="sq">
              <a:solidFill>
                <a:srgbClr val="F482A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3003247" cy="629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151247" y="724890"/>
            <a:ext cx="1947883" cy="1431694"/>
          </a:xfrm>
          <a:custGeom>
            <a:avLst/>
            <a:gdLst/>
            <a:ahLst/>
            <a:cxnLst/>
            <a:rect r="r" b="b" t="t" l="l"/>
            <a:pathLst>
              <a:path h="1431694" w="1947883">
                <a:moveTo>
                  <a:pt x="0" y="0"/>
                </a:moveTo>
                <a:lnTo>
                  <a:pt x="1947882" y="0"/>
                </a:lnTo>
                <a:lnTo>
                  <a:pt x="1947882" y="1431694"/>
                </a:lnTo>
                <a:lnTo>
                  <a:pt x="0" y="14316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113271">
            <a:off x="-1069516" y="4318365"/>
            <a:ext cx="2221946" cy="2794900"/>
          </a:xfrm>
          <a:custGeom>
            <a:avLst/>
            <a:gdLst/>
            <a:ahLst/>
            <a:cxnLst/>
            <a:rect r="r" b="b" t="t" l="l"/>
            <a:pathLst>
              <a:path h="2794900" w="2221946">
                <a:moveTo>
                  <a:pt x="0" y="0"/>
                </a:moveTo>
                <a:lnTo>
                  <a:pt x="2221946" y="0"/>
                </a:lnTo>
                <a:lnTo>
                  <a:pt x="2221946" y="2794900"/>
                </a:lnTo>
                <a:lnTo>
                  <a:pt x="0" y="2794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39361" y="4406326"/>
            <a:ext cx="7981122" cy="3075744"/>
          </a:xfrm>
          <a:custGeom>
            <a:avLst/>
            <a:gdLst/>
            <a:ahLst/>
            <a:cxnLst/>
            <a:rect r="r" b="b" t="t" l="l"/>
            <a:pathLst>
              <a:path h="3075744" w="7981122">
                <a:moveTo>
                  <a:pt x="0" y="0"/>
                </a:moveTo>
                <a:lnTo>
                  <a:pt x="7981122" y="0"/>
                </a:lnTo>
                <a:lnTo>
                  <a:pt x="7981122" y="3075744"/>
                </a:lnTo>
                <a:lnTo>
                  <a:pt x="0" y="307574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56615" y="2507722"/>
            <a:ext cx="7786650" cy="151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175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 Ensino Fundamental Anos Finais (6º ao 9º ano),</a:t>
            </a:r>
          </a:p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175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seu filho utilizará um material moderno e envolvente que aplica o método Espiral Crescente, onde os conceitos são revisitados constantemente, criando uma base sólida para o Ensino Médio.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43760" y="1183487"/>
            <a:ext cx="4448421" cy="79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9"/>
              </a:lnSpc>
            </a:pPr>
            <a:r>
              <a:rPr lang="en-US" sz="4707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ANOS FINAIS</a:t>
            </a:r>
          </a:p>
        </p:txBody>
      </p:sp>
      <p:pic>
        <p:nvPicPr>
          <p:cNvPr id="24" name="Picture 23" descr="microscopio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120000">
            <a:off x="45720" y="411480"/>
            <a:ext cx="1470258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8118" y="-53534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70188" y="500972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41366" y="4337647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6763585" y="336656"/>
            <a:ext cx="5538216" cy="7156983"/>
          </a:xfrm>
          <a:custGeom>
            <a:avLst/>
            <a:gdLst/>
            <a:ahLst/>
            <a:cxnLst/>
            <a:rect r="r" b="b" t="t" l="l"/>
            <a:pathLst>
              <a:path h="7156983" w="5538216">
                <a:moveTo>
                  <a:pt x="5538216" y="0"/>
                </a:moveTo>
                <a:lnTo>
                  <a:pt x="0" y="0"/>
                </a:lnTo>
                <a:lnTo>
                  <a:pt x="0" y="7156983"/>
                </a:lnTo>
                <a:lnTo>
                  <a:pt x="5538216" y="7156983"/>
                </a:lnTo>
                <a:lnTo>
                  <a:pt x="553821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849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0100" y="3294684"/>
            <a:ext cx="4500353" cy="1439441"/>
            <a:chOff x="0" y="0"/>
            <a:chExt cx="1523929" cy="4874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57150" cap="sq">
              <a:solidFill>
                <a:srgbClr val="F482A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12417" y="5009721"/>
            <a:ext cx="4500353" cy="1439441"/>
            <a:chOff x="0" y="0"/>
            <a:chExt cx="1523929" cy="4874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76200" cap="sq">
              <a:solidFill>
                <a:srgbClr val="C1FF72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651158" y="3294684"/>
            <a:ext cx="4500353" cy="1439441"/>
            <a:chOff x="0" y="0"/>
            <a:chExt cx="6000471" cy="1919255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000471" cy="1919255"/>
              <a:chOff x="0" y="0"/>
              <a:chExt cx="1523929" cy="4874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523929" cy="487430"/>
              </a:xfrm>
              <a:custGeom>
                <a:avLst/>
                <a:gdLst/>
                <a:ahLst/>
                <a:cxnLst/>
                <a:rect r="r" b="b" t="t" l="l"/>
                <a:pathLst>
                  <a:path h="487430" w="1523929">
                    <a:moveTo>
                      <a:pt x="0" y="0"/>
                    </a:moveTo>
                    <a:lnTo>
                      <a:pt x="1523929" y="0"/>
                    </a:lnTo>
                    <a:lnTo>
                      <a:pt x="1523929" y="487430"/>
                    </a:lnTo>
                    <a:lnTo>
                      <a:pt x="0" y="487430"/>
                    </a:lnTo>
                    <a:close/>
                  </a:path>
                </a:pathLst>
              </a:custGeom>
              <a:solidFill>
                <a:srgbClr val="026553"/>
              </a:solidFill>
              <a:ln w="47625" cap="sq">
                <a:solidFill>
                  <a:srgbClr val="45AAB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1523929" cy="5541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08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40611" y="256259"/>
              <a:ext cx="5505254" cy="457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</a:pPr>
              <a:r>
                <a:rPr lang="en-US" b="true" sz="2462">
                  <a:solidFill>
                    <a:srgbClr val="FFFFF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LABORATÓRIO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07124" y="713044"/>
              <a:ext cx="5528008" cy="1079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1"/>
                </a:lnSpc>
                <a:spcBef>
                  <a:spcPct val="0"/>
                </a:spcBef>
              </a:pPr>
              <a:r>
                <a:rPr lang="en-US" sz="1593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atividades práticas para um aprendizado dinâmico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484571" y="4535023"/>
            <a:ext cx="2386139" cy="1145347"/>
          </a:xfrm>
          <a:custGeom>
            <a:avLst/>
            <a:gdLst/>
            <a:ahLst/>
            <a:cxnLst/>
            <a:rect r="r" b="b" t="t" l="l"/>
            <a:pathLst>
              <a:path h="1145347" w="2386139">
                <a:moveTo>
                  <a:pt x="0" y="0"/>
                </a:moveTo>
                <a:lnTo>
                  <a:pt x="2386139" y="0"/>
                </a:lnTo>
                <a:lnTo>
                  <a:pt x="2386139" y="1145347"/>
                </a:lnTo>
                <a:lnTo>
                  <a:pt x="0" y="114534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271333" y="5279366"/>
            <a:ext cx="2001598" cy="1921534"/>
          </a:xfrm>
          <a:custGeom>
            <a:avLst/>
            <a:gdLst/>
            <a:ahLst/>
            <a:cxnLst/>
            <a:rect r="r" b="b" t="t" l="l"/>
            <a:pathLst>
              <a:path h="1921534" w="2001598">
                <a:moveTo>
                  <a:pt x="0" y="0"/>
                </a:moveTo>
                <a:lnTo>
                  <a:pt x="2001599" y="0"/>
                </a:lnTo>
                <a:lnTo>
                  <a:pt x="2001599" y="1921534"/>
                </a:lnTo>
                <a:lnTo>
                  <a:pt x="0" y="1921534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492418" y="5220310"/>
            <a:ext cx="4780514" cy="3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b="true" sz="2462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AVALIAÇÃO CONTÍNUA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92418" y="5546230"/>
            <a:ext cx="3469349" cy="54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que o hábito de estudo seja consolidado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0210" y="3497685"/>
            <a:ext cx="4224399" cy="3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b="true" sz="2462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CIÊNCIAS DA NATUREZA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00210" y="3899232"/>
            <a:ext cx="3469349" cy="54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Química, Física e Biologia com professores especialistas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914400"/>
            <a:ext cx="7589520" cy="90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1751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 partir do 6º ano, nossos alunos têm aulas de Química, Física e Biologia com professores especialistas e atividades práticas de laboratório para aprendizado dinâmico, além das demais disciplinas da grade curricular, todas com professores especialistas.</a:t>
            </a:r>
          </a:p>
        </p:txBody>
      </p:sp>
      <p:pic>
        <p:nvPicPr>
          <p:cNvPr id="46" name="Picture 45" descr="tubos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840000">
            <a:off x="9189720" y="45720"/>
            <a:ext cx="1794322" cy="1783080"/>
          </a:xfrm>
          <a:prstGeom prst="rect">
            <a:avLst/>
          </a:prstGeom>
        </p:spPr>
      </p:pic>
      <p:pic>
        <p:nvPicPr>
          <p:cNvPr id="47" name="Picture 46" descr="atomo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829800" y="1920240"/>
            <a:ext cx="1143000" cy="1028330"/>
          </a:xfrm>
          <a:prstGeom prst="rect">
            <a:avLst/>
          </a:prstGeom>
        </p:spPr>
      </p:pic>
      <p:pic>
        <p:nvPicPr>
          <p:cNvPr id="48" name="Picture 47" descr="caderno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0640000">
            <a:off x="-411480" y="5623560"/>
            <a:ext cx="1806672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3503" y="-63503"/>
            <a:ext cx="355597" cy="355597"/>
            <a:chOff x="0" y="0"/>
            <a:chExt cx="355600" cy="35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82575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282579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63503" y="7718422"/>
            <a:ext cx="355597" cy="339919"/>
            <a:chOff x="0" y="0"/>
            <a:chExt cx="355600" cy="339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82575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1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52147" y="7718422"/>
            <a:ext cx="339928" cy="339919"/>
            <a:chOff x="0" y="0"/>
            <a:chExt cx="339928" cy="339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1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7802" y="63501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sp>
        <p:nvSpPr>
          <p:cNvPr name="Freeform 14" id="14"/>
          <p:cNvSpPr/>
          <p:nvPr/>
        </p:nvSpPr>
        <p:spPr>
          <a:xfrm flipH="true" flipV="false" rot="0">
            <a:off x="6763585" y="336656"/>
            <a:ext cx="5538216" cy="7156983"/>
          </a:xfrm>
          <a:custGeom>
            <a:avLst/>
            <a:gdLst/>
            <a:ahLst/>
            <a:cxnLst/>
            <a:rect r="r" b="b" t="t" l="l"/>
            <a:pathLst>
              <a:path h="7156983" w="5538216">
                <a:moveTo>
                  <a:pt x="5538216" y="0"/>
                </a:moveTo>
                <a:lnTo>
                  <a:pt x="0" y="0"/>
                </a:lnTo>
                <a:lnTo>
                  <a:pt x="0" y="7156983"/>
                </a:lnTo>
                <a:lnTo>
                  <a:pt x="5538216" y="7156983"/>
                </a:lnTo>
                <a:lnTo>
                  <a:pt x="55382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0849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98559" y="684118"/>
            <a:ext cx="8499192" cy="6374394"/>
          </a:xfrm>
          <a:custGeom>
            <a:avLst/>
            <a:gdLst/>
            <a:ahLst/>
            <a:cxnLst/>
            <a:rect r="r" b="b" t="t" l="l"/>
            <a:pathLst>
              <a:path h="6374394" w="8499192">
                <a:moveTo>
                  <a:pt x="0" y="0"/>
                </a:moveTo>
                <a:lnTo>
                  <a:pt x="8499192" y="0"/>
                </a:lnTo>
                <a:lnTo>
                  <a:pt x="8499192" y="6374393"/>
                </a:lnTo>
                <a:lnTo>
                  <a:pt x="0" y="6374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123825" cap="rnd">
            <a:solidFill>
              <a:srgbClr val="45AABF"/>
            </a:solidFill>
            <a:prstDash val="solid"/>
            <a:round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6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0855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264912" y="-8636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62882" y="46307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42114" y="-3630355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0462">
            <a:off x="9713550" y="-2227139"/>
            <a:ext cx="4272594" cy="4662553"/>
          </a:xfrm>
          <a:custGeom>
            <a:avLst/>
            <a:gdLst/>
            <a:ahLst/>
            <a:cxnLst/>
            <a:rect r="r" b="b" t="t" l="l"/>
            <a:pathLst>
              <a:path h="4662553" w="4272594">
                <a:moveTo>
                  <a:pt x="0" y="0"/>
                </a:moveTo>
                <a:lnTo>
                  <a:pt x="4272594" y="0"/>
                </a:lnTo>
                <a:lnTo>
                  <a:pt x="4272594" y="4662553"/>
                </a:lnTo>
                <a:lnTo>
                  <a:pt x="0" y="46625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4610462">
            <a:off x="-3479212" y="5085974"/>
            <a:ext cx="4993059" cy="5448775"/>
          </a:xfrm>
          <a:custGeom>
            <a:avLst/>
            <a:gdLst/>
            <a:ahLst/>
            <a:cxnLst/>
            <a:rect r="r" b="b" t="t" l="l"/>
            <a:pathLst>
              <a:path h="5448775" w="4993059">
                <a:moveTo>
                  <a:pt x="0" y="0"/>
                </a:moveTo>
                <a:lnTo>
                  <a:pt x="4993059" y="0"/>
                </a:lnTo>
                <a:lnTo>
                  <a:pt x="4993059" y="5448775"/>
                </a:lnTo>
                <a:lnTo>
                  <a:pt x="0" y="5448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090969" y="2773550"/>
            <a:ext cx="6898641" cy="184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S</a:t>
            </a: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istema </a:t>
            </a:r>
            <a:r>
              <a:rPr lang="en-US" sz="6833">
                <a:solidFill>
                  <a:srgbClr val="FED905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Etapa</a:t>
            </a: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 e Resulta</a:t>
            </a: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3519" y="2707160"/>
            <a:ext cx="6898641" cy="9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S</a:t>
            </a: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istema </a:t>
            </a:r>
          </a:p>
        </p:txBody>
      </p:sp>
      <p:pic>
        <p:nvPicPr>
          <p:cNvPr id="11" name="Picture 10" descr="erlenmey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840000">
            <a:off x="9464040" y="182880"/>
            <a:ext cx="1580495" cy="2103120"/>
          </a:xfrm>
          <a:prstGeom prst="rect">
            <a:avLst/>
          </a:prstGeom>
        </p:spPr>
      </p:pic>
      <p:pic>
        <p:nvPicPr>
          <p:cNvPr id="12" name="Picture 11" descr="compasso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0160000">
            <a:off x="8366760" y="-228600"/>
            <a:ext cx="12187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7312" y="-1269422"/>
            <a:ext cx="5634283" cy="5634283"/>
          </a:xfrm>
          <a:custGeom>
            <a:avLst/>
            <a:gdLst/>
            <a:ahLst/>
            <a:cxnLst/>
            <a:rect r="r" b="b" t="t" l="l"/>
            <a:pathLst>
              <a:path h="5634283" w="5634283">
                <a:moveTo>
                  <a:pt x="0" y="0"/>
                </a:moveTo>
                <a:lnTo>
                  <a:pt x="5634283" y="0"/>
                </a:lnTo>
                <a:lnTo>
                  <a:pt x="5634283" y="5634283"/>
                </a:lnTo>
                <a:lnTo>
                  <a:pt x="0" y="563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3503" y="-63503"/>
            <a:ext cx="355597" cy="355597"/>
            <a:chOff x="0" y="0"/>
            <a:chExt cx="355600" cy="35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82575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282579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63503" y="7718422"/>
            <a:ext cx="355597" cy="339919"/>
            <a:chOff x="0" y="0"/>
            <a:chExt cx="355600" cy="339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82575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1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52147" y="-63503"/>
            <a:ext cx="339928" cy="355597"/>
            <a:chOff x="0" y="0"/>
            <a:chExt cx="339928" cy="35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1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7802" y="282579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52147" y="7718422"/>
            <a:ext cx="339928" cy="339919"/>
            <a:chOff x="0" y="0"/>
            <a:chExt cx="339928" cy="339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1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77802" y="63501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sp>
        <p:nvSpPr>
          <p:cNvPr name="Freeform 18" id="18"/>
          <p:cNvSpPr/>
          <p:nvPr/>
        </p:nvSpPr>
        <p:spPr>
          <a:xfrm flipH="true" flipV="false" rot="0">
            <a:off x="6763585" y="336656"/>
            <a:ext cx="5538216" cy="7156983"/>
          </a:xfrm>
          <a:custGeom>
            <a:avLst/>
            <a:gdLst/>
            <a:ahLst/>
            <a:cxnLst/>
            <a:rect r="r" b="b" t="t" l="l"/>
            <a:pathLst>
              <a:path h="7156983" w="5538216">
                <a:moveTo>
                  <a:pt x="5538216" y="0"/>
                </a:moveTo>
                <a:lnTo>
                  <a:pt x="0" y="0"/>
                </a:lnTo>
                <a:lnTo>
                  <a:pt x="0" y="7156983"/>
                </a:lnTo>
                <a:lnTo>
                  <a:pt x="5538216" y="7156983"/>
                </a:lnTo>
                <a:lnTo>
                  <a:pt x="553821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849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-713018" y="-530193"/>
            <a:ext cx="12660918" cy="970688"/>
            <a:chOff x="0" y="0"/>
            <a:chExt cx="6167537" cy="472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7537" cy="472853"/>
            </a:xfrm>
            <a:custGeom>
              <a:avLst/>
              <a:gdLst/>
              <a:ahLst/>
              <a:cxnLst/>
              <a:rect r="r" b="b" t="t" l="l"/>
              <a:pathLst>
                <a:path h="472853" w="6167537">
                  <a:moveTo>
                    <a:pt x="3669" y="0"/>
                  </a:moveTo>
                  <a:lnTo>
                    <a:pt x="6163868" y="0"/>
                  </a:lnTo>
                  <a:cubicBezTo>
                    <a:pt x="6164841" y="0"/>
                    <a:pt x="6165774" y="387"/>
                    <a:pt x="6166462" y="1075"/>
                  </a:cubicBezTo>
                  <a:cubicBezTo>
                    <a:pt x="6167151" y="1763"/>
                    <a:pt x="6167537" y="2696"/>
                    <a:pt x="6167537" y="3669"/>
                  </a:cubicBezTo>
                  <a:lnTo>
                    <a:pt x="6167537" y="469184"/>
                  </a:lnTo>
                  <a:cubicBezTo>
                    <a:pt x="6167537" y="471210"/>
                    <a:pt x="6165895" y="472853"/>
                    <a:pt x="6163868" y="472853"/>
                  </a:cubicBezTo>
                  <a:lnTo>
                    <a:pt x="3669" y="472853"/>
                  </a:lnTo>
                  <a:cubicBezTo>
                    <a:pt x="2696" y="472853"/>
                    <a:pt x="1763" y="472467"/>
                    <a:pt x="1075" y="471778"/>
                  </a:cubicBezTo>
                  <a:cubicBezTo>
                    <a:pt x="387" y="471090"/>
                    <a:pt x="0" y="470157"/>
                    <a:pt x="0" y="469184"/>
                  </a:cubicBezTo>
                  <a:lnTo>
                    <a:pt x="0" y="3669"/>
                  </a:lnTo>
                  <a:cubicBezTo>
                    <a:pt x="0" y="2696"/>
                    <a:pt x="387" y="1763"/>
                    <a:pt x="1075" y="1075"/>
                  </a:cubicBezTo>
                  <a:cubicBezTo>
                    <a:pt x="1763" y="387"/>
                    <a:pt x="2696" y="0"/>
                    <a:pt x="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167537" cy="482378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1000831" y="7475401"/>
            <a:ext cx="12192906" cy="1886514"/>
            <a:chOff x="0" y="0"/>
            <a:chExt cx="5909088" cy="9142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09088" cy="914268"/>
            </a:xfrm>
            <a:custGeom>
              <a:avLst/>
              <a:gdLst/>
              <a:ahLst/>
              <a:cxnLst/>
              <a:rect r="r" b="b" t="t" l="l"/>
              <a:pathLst>
                <a:path h="914268" w="5909088">
                  <a:moveTo>
                    <a:pt x="3810" y="0"/>
                  </a:moveTo>
                  <a:lnTo>
                    <a:pt x="5905278" y="0"/>
                  </a:lnTo>
                  <a:cubicBezTo>
                    <a:pt x="5906289" y="0"/>
                    <a:pt x="5907258" y="401"/>
                    <a:pt x="5907972" y="1116"/>
                  </a:cubicBezTo>
                  <a:cubicBezTo>
                    <a:pt x="5908687" y="1830"/>
                    <a:pt x="5909088" y="2799"/>
                    <a:pt x="5909088" y="3810"/>
                  </a:cubicBezTo>
                  <a:lnTo>
                    <a:pt x="5909088" y="910458"/>
                  </a:lnTo>
                  <a:cubicBezTo>
                    <a:pt x="5909088" y="911468"/>
                    <a:pt x="5908687" y="912437"/>
                    <a:pt x="5907972" y="913152"/>
                  </a:cubicBezTo>
                  <a:cubicBezTo>
                    <a:pt x="5907258" y="913866"/>
                    <a:pt x="5906289" y="914268"/>
                    <a:pt x="5905278" y="914268"/>
                  </a:cubicBezTo>
                  <a:lnTo>
                    <a:pt x="3810" y="914268"/>
                  </a:lnTo>
                  <a:cubicBezTo>
                    <a:pt x="2799" y="914268"/>
                    <a:pt x="1830" y="913866"/>
                    <a:pt x="1116" y="913152"/>
                  </a:cubicBezTo>
                  <a:cubicBezTo>
                    <a:pt x="401" y="912437"/>
                    <a:pt x="0" y="911468"/>
                    <a:pt x="0" y="910458"/>
                  </a:cubicBezTo>
                  <a:lnTo>
                    <a:pt x="0" y="3810"/>
                  </a:lnTo>
                  <a:cubicBezTo>
                    <a:pt x="0" y="2799"/>
                    <a:pt x="401" y="1830"/>
                    <a:pt x="1116" y="1116"/>
                  </a:cubicBezTo>
                  <a:cubicBezTo>
                    <a:pt x="1830" y="401"/>
                    <a:pt x="2799" y="0"/>
                    <a:pt x="3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909088" cy="923793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511085" y="2953360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2187544">
            <a:off x="-762502" y="1587108"/>
            <a:ext cx="5081096" cy="1506937"/>
          </a:xfrm>
          <a:custGeom>
            <a:avLst/>
            <a:gdLst/>
            <a:ahLst/>
            <a:cxnLst/>
            <a:rect r="r" b="b" t="t" l="l"/>
            <a:pathLst>
              <a:path h="1506937" w="5081096">
                <a:moveTo>
                  <a:pt x="0" y="0"/>
                </a:moveTo>
                <a:lnTo>
                  <a:pt x="5081095" y="0"/>
                </a:lnTo>
                <a:lnTo>
                  <a:pt x="5081095" y="1506937"/>
                </a:lnTo>
                <a:lnTo>
                  <a:pt x="0" y="1506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84357" r="-55365" b="-77574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927748">
            <a:off x="5736362" y="3988020"/>
            <a:ext cx="5081096" cy="1506937"/>
          </a:xfrm>
          <a:custGeom>
            <a:avLst/>
            <a:gdLst/>
            <a:ahLst/>
            <a:cxnLst/>
            <a:rect r="r" b="b" t="t" l="l"/>
            <a:pathLst>
              <a:path h="1506937" w="5081096">
                <a:moveTo>
                  <a:pt x="5081095" y="0"/>
                </a:moveTo>
                <a:lnTo>
                  <a:pt x="0" y="0"/>
                </a:lnTo>
                <a:lnTo>
                  <a:pt x="0" y="1506937"/>
                </a:lnTo>
                <a:lnTo>
                  <a:pt x="5081095" y="1506937"/>
                </a:lnTo>
                <a:lnTo>
                  <a:pt x="5081095" y="0"/>
                </a:lnTo>
                <a:close/>
              </a:path>
            </a:pathLst>
          </a:custGeom>
          <a:blipFill>
            <a:blip r:embed="rId12"/>
            <a:stretch>
              <a:fillRect l="0" t="-84357" r="-55365" b="-77574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1088455">
            <a:off x="-1034904" y="5985901"/>
            <a:ext cx="3043065" cy="3947147"/>
          </a:xfrm>
          <a:custGeom>
            <a:avLst/>
            <a:gdLst/>
            <a:ahLst/>
            <a:cxnLst/>
            <a:rect r="r" b="b" t="t" l="l"/>
            <a:pathLst>
              <a:path h="3947147" w="3043065">
                <a:moveTo>
                  <a:pt x="0" y="0"/>
                </a:moveTo>
                <a:lnTo>
                  <a:pt x="3043065" y="0"/>
                </a:lnTo>
                <a:lnTo>
                  <a:pt x="3043065" y="3947147"/>
                </a:lnTo>
                <a:lnTo>
                  <a:pt x="0" y="39471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9419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07303" y="1138469"/>
            <a:ext cx="7016737" cy="3833105"/>
            <a:chOff x="0" y="0"/>
            <a:chExt cx="2376038" cy="12979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76038" cy="1297983"/>
            </a:xfrm>
            <a:custGeom>
              <a:avLst/>
              <a:gdLst/>
              <a:ahLst/>
              <a:cxnLst/>
              <a:rect r="r" b="b" t="t" l="l"/>
              <a:pathLst>
                <a:path h="1297983" w="2376038">
                  <a:moveTo>
                    <a:pt x="0" y="0"/>
                  </a:moveTo>
                  <a:lnTo>
                    <a:pt x="2376038" y="0"/>
                  </a:lnTo>
                  <a:lnTo>
                    <a:pt x="2376038" y="1297983"/>
                  </a:lnTo>
                  <a:lnTo>
                    <a:pt x="0" y="1297983"/>
                  </a:lnTo>
                  <a:close/>
                </a:path>
              </a:pathLst>
            </a:custGeom>
            <a:solidFill>
              <a:srgbClr val="026553"/>
            </a:solidFill>
            <a:ln w="66675" cap="sq">
              <a:solidFill>
                <a:srgbClr val="C1FF72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2376038" cy="1364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309653" y="3745126"/>
            <a:ext cx="3730275" cy="3730275"/>
          </a:xfrm>
          <a:custGeom>
            <a:avLst/>
            <a:gdLst/>
            <a:ahLst/>
            <a:cxnLst/>
            <a:rect r="r" b="b" t="t" l="l"/>
            <a:pathLst>
              <a:path h="3730275" w="3730275">
                <a:moveTo>
                  <a:pt x="0" y="0"/>
                </a:moveTo>
                <a:lnTo>
                  <a:pt x="3730275" y="0"/>
                </a:lnTo>
                <a:lnTo>
                  <a:pt x="3730275" y="3730275"/>
                </a:lnTo>
                <a:lnTo>
                  <a:pt x="0" y="3730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7602255" y="908151"/>
            <a:ext cx="12301540" cy="6919616"/>
          </a:xfrm>
          <a:custGeom>
            <a:avLst/>
            <a:gdLst/>
            <a:ahLst/>
            <a:cxnLst/>
            <a:rect r="r" b="b" t="t" l="l"/>
            <a:pathLst>
              <a:path h="6919616" w="12301540">
                <a:moveTo>
                  <a:pt x="0" y="0"/>
                </a:moveTo>
                <a:lnTo>
                  <a:pt x="12301540" y="0"/>
                </a:lnTo>
                <a:lnTo>
                  <a:pt x="12301540" y="6919617"/>
                </a:lnTo>
                <a:lnTo>
                  <a:pt x="0" y="69196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50402" y="1585052"/>
            <a:ext cx="6492454" cy="312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 </a:t>
            </a:r>
            <a:r>
              <a:rPr lang="en-US" b="true" sz="167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Sist</a:t>
            </a:r>
            <a:r>
              <a:rPr lang="en-US" b="true" sz="167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ema Etapa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é reconhecido nacionalmente pela solidez do seu material didático e pela consistência da preparação acadêmica que oferece, uma base que acompanha o aluno durante toda a sua trajetória no Colégio Integrado XV de Novembro.</a:t>
            </a:r>
          </a:p>
          <a:p>
            <a:pPr algn="l">
              <a:lnSpc>
                <a:spcPts val="2291"/>
              </a:lnSpc>
            </a:pPr>
          </a:p>
          <a:p>
            <a:pPr algn="l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 tr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adição desse trabalho se reflete nos resultados: todos os anos, nossos alunos são medalhistas nas principais provas do país provando que os fundamentos construídos já nos Anos Iniciais preparam o caminho para essas conquistas.</a:t>
            </a:r>
          </a:p>
          <a:p>
            <a:pPr algn="l">
              <a:lnSpc>
                <a:spcPts val="2291"/>
              </a:lnSpc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068529" y="440495"/>
            <a:ext cx="2135598" cy="1395948"/>
          </a:xfrm>
          <a:custGeom>
            <a:avLst/>
            <a:gdLst/>
            <a:ahLst/>
            <a:cxnLst/>
            <a:rect r="r" b="b" t="t" l="l"/>
            <a:pathLst>
              <a:path h="1395948" w="2135598">
                <a:moveTo>
                  <a:pt x="0" y="0"/>
                </a:moveTo>
                <a:lnTo>
                  <a:pt x="2135598" y="0"/>
                </a:lnTo>
                <a:lnTo>
                  <a:pt x="2135598" y="1395949"/>
                </a:lnTo>
                <a:lnTo>
                  <a:pt x="0" y="13959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</a:blip>
            <a:stretch>
              <a:fillRect l="0" t="-159926" r="-104886" b="-53521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2900799" y="440495"/>
            <a:ext cx="4375563" cy="2307244"/>
          </a:xfrm>
          <a:custGeom>
            <a:avLst/>
            <a:gdLst/>
            <a:ahLst/>
            <a:cxnLst/>
            <a:rect r="r" b="b" t="t" l="l"/>
            <a:pathLst>
              <a:path h="2307244" w="4375563">
                <a:moveTo>
                  <a:pt x="0" y="0"/>
                </a:moveTo>
                <a:lnTo>
                  <a:pt x="4375563" y="0"/>
                </a:lnTo>
                <a:lnTo>
                  <a:pt x="4375563" y="2307244"/>
                </a:lnTo>
                <a:lnTo>
                  <a:pt x="0" y="230724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26000"/>
            </a:blip>
            <a:stretch>
              <a:fillRect l="0" t="-89644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797131" y="440495"/>
            <a:ext cx="12301540" cy="2739883"/>
          </a:xfrm>
          <a:custGeom>
            <a:avLst/>
            <a:gdLst/>
            <a:ahLst/>
            <a:cxnLst/>
            <a:rect r="r" b="b" t="t" l="l"/>
            <a:pathLst>
              <a:path h="2739883" w="12301540">
                <a:moveTo>
                  <a:pt x="0" y="0"/>
                </a:moveTo>
                <a:lnTo>
                  <a:pt x="12301540" y="0"/>
                </a:lnTo>
                <a:lnTo>
                  <a:pt x="12301540" y="2739883"/>
                </a:lnTo>
                <a:lnTo>
                  <a:pt x="0" y="273988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52551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true" flipV="false" rot="0">
            <a:off x="7361118" y="3448293"/>
            <a:ext cx="3897070" cy="6704636"/>
          </a:xfrm>
          <a:custGeom>
            <a:avLst/>
            <a:gdLst/>
            <a:ahLst/>
            <a:cxnLst/>
            <a:rect r="r" b="b" t="t" l="l"/>
            <a:pathLst>
              <a:path h="6704636" w="3897070">
                <a:moveTo>
                  <a:pt x="3897070" y="0"/>
                </a:moveTo>
                <a:lnTo>
                  <a:pt x="0" y="0"/>
                </a:lnTo>
                <a:lnTo>
                  <a:pt x="0" y="6704637"/>
                </a:lnTo>
                <a:lnTo>
                  <a:pt x="3897070" y="6704637"/>
                </a:lnTo>
                <a:lnTo>
                  <a:pt x="389707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8326035">
            <a:off x="7112151" y="4438581"/>
            <a:ext cx="1217753" cy="1053356"/>
          </a:xfrm>
          <a:custGeom>
            <a:avLst/>
            <a:gdLst/>
            <a:ahLst/>
            <a:cxnLst/>
            <a:rect r="r" b="b" t="t" l="l"/>
            <a:pathLst>
              <a:path h="1053356" w="1217753">
                <a:moveTo>
                  <a:pt x="0" y="0"/>
                </a:moveTo>
                <a:lnTo>
                  <a:pt x="1217753" y="0"/>
                </a:lnTo>
                <a:lnTo>
                  <a:pt x="1217753" y="1053356"/>
                </a:lnTo>
                <a:lnTo>
                  <a:pt x="0" y="10533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8326035">
            <a:off x="6943782" y="4277000"/>
            <a:ext cx="1296151" cy="1121171"/>
          </a:xfrm>
          <a:custGeom>
            <a:avLst/>
            <a:gdLst/>
            <a:ahLst/>
            <a:cxnLst/>
            <a:rect r="r" b="b" t="t" l="l"/>
            <a:pathLst>
              <a:path h="1121171" w="1296151">
                <a:moveTo>
                  <a:pt x="0" y="0"/>
                </a:moveTo>
                <a:lnTo>
                  <a:pt x="1296152" y="0"/>
                </a:lnTo>
                <a:lnTo>
                  <a:pt x="1296152" y="1121171"/>
                </a:lnTo>
                <a:lnTo>
                  <a:pt x="0" y="11211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4496629" y="5453424"/>
            <a:ext cx="3615843" cy="102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2975">
                <a:solidFill>
                  <a:srgbClr val="026553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Quin</a:t>
            </a:r>
          </a:p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26553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Mascote do XV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7312" y="-1269422"/>
            <a:ext cx="5634283" cy="5634283"/>
          </a:xfrm>
          <a:custGeom>
            <a:avLst/>
            <a:gdLst/>
            <a:ahLst/>
            <a:cxnLst/>
            <a:rect r="r" b="b" t="t" l="l"/>
            <a:pathLst>
              <a:path h="5634283" w="5634283">
                <a:moveTo>
                  <a:pt x="0" y="0"/>
                </a:moveTo>
                <a:lnTo>
                  <a:pt x="5634283" y="0"/>
                </a:lnTo>
                <a:lnTo>
                  <a:pt x="5634283" y="5634283"/>
                </a:lnTo>
                <a:lnTo>
                  <a:pt x="0" y="563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3503" y="-63503"/>
            <a:ext cx="355597" cy="355597"/>
            <a:chOff x="0" y="0"/>
            <a:chExt cx="355600" cy="355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82575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282579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63503" y="7718422"/>
            <a:ext cx="355597" cy="339919"/>
            <a:chOff x="0" y="0"/>
            <a:chExt cx="355600" cy="339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82575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1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52147" y="-63503"/>
            <a:ext cx="339928" cy="355597"/>
            <a:chOff x="0" y="0"/>
            <a:chExt cx="339928" cy="35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1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7802" y="282579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52147" y="7718422"/>
            <a:ext cx="339928" cy="339919"/>
            <a:chOff x="0" y="0"/>
            <a:chExt cx="339928" cy="339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1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77802" y="63501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713018" y="-530193"/>
            <a:ext cx="12660918" cy="970688"/>
            <a:chOff x="0" y="0"/>
            <a:chExt cx="6167537" cy="4728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67537" cy="472853"/>
            </a:xfrm>
            <a:custGeom>
              <a:avLst/>
              <a:gdLst/>
              <a:ahLst/>
              <a:cxnLst/>
              <a:rect r="r" b="b" t="t" l="l"/>
              <a:pathLst>
                <a:path h="472853" w="6167537">
                  <a:moveTo>
                    <a:pt x="3669" y="0"/>
                  </a:moveTo>
                  <a:lnTo>
                    <a:pt x="6163868" y="0"/>
                  </a:lnTo>
                  <a:cubicBezTo>
                    <a:pt x="6164841" y="0"/>
                    <a:pt x="6165774" y="387"/>
                    <a:pt x="6166462" y="1075"/>
                  </a:cubicBezTo>
                  <a:cubicBezTo>
                    <a:pt x="6167151" y="1763"/>
                    <a:pt x="6167537" y="2696"/>
                    <a:pt x="6167537" y="3669"/>
                  </a:cubicBezTo>
                  <a:lnTo>
                    <a:pt x="6167537" y="469184"/>
                  </a:lnTo>
                  <a:cubicBezTo>
                    <a:pt x="6167537" y="471210"/>
                    <a:pt x="6165895" y="472853"/>
                    <a:pt x="6163868" y="472853"/>
                  </a:cubicBezTo>
                  <a:lnTo>
                    <a:pt x="3669" y="472853"/>
                  </a:lnTo>
                  <a:cubicBezTo>
                    <a:pt x="2696" y="472853"/>
                    <a:pt x="1763" y="472467"/>
                    <a:pt x="1075" y="471778"/>
                  </a:cubicBezTo>
                  <a:cubicBezTo>
                    <a:pt x="387" y="471090"/>
                    <a:pt x="0" y="470157"/>
                    <a:pt x="0" y="469184"/>
                  </a:cubicBezTo>
                  <a:lnTo>
                    <a:pt x="0" y="3669"/>
                  </a:lnTo>
                  <a:cubicBezTo>
                    <a:pt x="0" y="2696"/>
                    <a:pt x="387" y="1763"/>
                    <a:pt x="1075" y="1075"/>
                  </a:cubicBezTo>
                  <a:cubicBezTo>
                    <a:pt x="1763" y="387"/>
                    <a:pt x="2696" y="0"/>
                    <a:pt x="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167537" cy="482378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000831" y="7475401"/>
            <a:ext cx="12192906" cy="1886514"/>
            <a:chOff x="0" y="0"/>
            <a:chExt cx="5909088" cy="9142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09088" cy="914268"/>
            </a:xfrm>
            <a:custGeom>
              <a:avLst/>
              <a:gdLst/>
              <a:ahLst/>
              <a:cxnLst/>
              <a:rect r="r" b="b" t="t" l="l"/>
              <a:pathLst>
                <a:path h="914268" w="5909088">
                  <a:moveTo>
                    <a:pt x="3810" y="0"/>
                  </a:moveTo>
                  <a:lnTo>
                    <a:pt x="5905278" y="0"/>
                  </a:lnTo>
                  <a:cubicBezTo>
                    <a:pt x="5906289" y="0"/>
                    <a:pt x="5907258" y="401"/>
                    <a:pt x="5907972" y="1116"/>
                  </a:cubicBezTo>
                  <a:cubicBezTo>
                    <a:pt x="5908687" y="1830"/>
                    <a:pt x="5909088" y="2799"/>
                    <a:pt x="5909088" y="3810"/>
                  </a:cubicBezTo>
                  <a:lnTo>
                    <a:pt x="5909088" y="910458"/>
                  </a:lnTo>
                  <a:cubicBezTo>
                    <a:pt x="5909088" y="911468"/>
                    <a:pt x="5908687" y="912437"/>
                    <a:pt x="5907972" y="913152"/>
                  </a:cubicBezTo>
                  <a:cubicBezTo>
                    <a:pt x="5907258" y="913866"/>
                    <a:pt x="5906289" y="914268"/>
                    <a:pt x="5905278" y="914268"/>
                  </a:cubicBezTo>
                  <a:lnTo>
                    <a:pt x="3810" y="914268"/>
                  </a:lnTo>
                  <a:cubicBezTo>
                    <a:pt x="2799" y="914268"/>
                    <a:pt x="1830" y="913866"/>
                    <a:pt x="1116" y="913152"/>
                  </a:cubicBezTo>
                  <a:cubicBezTo>
                    <a:pt x="401" y="912437"/>
                    <a:pt x="0" y="911468"/>
                    <a:pt x="0" y="910458"/>
                  </a:cubicBezTo>
                  <a:lnTo>
                    <a:pt x="0" y="3810"/>
                  </a:lnTo>
                  <a:cubicBezTo>
                    <a:pt x="0" y="2799"/>
                    <a:pt x="401" y="1830"/>
                    <a:pt x="1116" y="1116"/>
                  </a:cubicBezTo>
                  <a:cubicBezTo>
                    <a:pt x="1830" y="401"/>
                    <a:pt x="2799" y="0"/>
                    <a:pt x="3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909088" cy="923793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511085" y="2953360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5610" y="1912330"/>
            <a:ext cx="4500353" cy="1439441"/>
            <a:chOff x="0" y="0"/>
            <a:chExt cx="1523929" cy="4874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729225" y="1912330"/>
            <a:ext cx="4500353" cy="1439441"/>
            <a:chOff x="0" y="0"/>
            <a:chExt cx="1523929" cy="4874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38100" cap="sq">
              <a:solidFill>
                <a:srgbClr val="45AAB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95610" y="3643902"/>
            <a:ext cx="4500353" cy="1439441"/>
            <a:chOff x="0" y="0"/>
            <a:chExt cx="1523929" cy="4874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38100" cap="sq">
              <a:solidFill>
                <a:srgbClr val="F482A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729225" y="3643902"/>
            <a:ext cx="4500353" cy="1439441"/>
            <a:chOff x="0" y="0"/>
            <a:chExt cx="1523929" cy="4874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5610" y="5378618"/>
            <a:ext cx="4500353" cy="1439441"/>
            <a:chOff x="0" y="0"/>
            <a:chExt cx="1523929" cy="4874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38100" cap="sq">
              <a:solidFill>
                <a:srgbClr val="45AAB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729225" y="5378618"/>
            <a:ext cx="4500353" cy="1439441"/>
            <a:chOff x="0" y="0"/>
            <a:chExt cx="1523929" cy="4874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23929" cy="487430"/>
            </a:xfrm>
            <a:custGeom>
              <a:avLst/>
              <a:gdLst/>
              <a:ahLst/>
              <a:cxnLst/>
              <a:rect r="r" b="b" t="t" l="l"/>
              <a:pathLst>
                <a:path h="487430" w="1523929">
                  <a:moveTo>
                    <a:pt x="0" y="0"/>
                  </a:moveTo>
                  <a:lnTo>
                    <a:pt x="1523929" y="0"/>
                  </a:lnTo>
                  <a:lnTo>
                    <a:pt x="1523929" y="487430"/>
                  </a:lnTo>
                  <a:lnTo>
                    <a:pt x="0" y="487430"/>
                  </a:lnTo>
                  <a:close/>
                </a:path>
              </a:pathLst>
            </a:custGeom>
            <a:solidFill>
              <a:srgbClr val="026553"/>
            </a:solidFill>
            <a:ln w="38100" cap="sq">
              <a:solidFill>
                <a:srgbClr val="F482A9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523929" cy="55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905361" y="1816036"/>
            <a:ext cx="977714" cy="767558"/>
          </a:xfrm>
          <a:custGeom>
            <a:avLst/>
            <a:gdLst/>
            <a:ahLst/>
            <a:cxnLst/>
            <a:rect r="r" b="b" t="t" l="l"/>
            <a:pathLst>
              <a:path h="767558" w="977714">
                <a:moveTo>
                  <a:pt x="0" y="0"/>
                </a:moveTo>
                <a:lnTo>
                  <a:pt x="977715" y="0"/>
                </a:lnTo>
                <a:lnTo>
                  <a:pt x="977715" y="767558"/>
                </a:lnTo>
                <a:lnTo>
                  <a:pt x="0" y="767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61243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77986" y="2335045"/>
            <a:ext cx="3422392" cy="57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OLIMPÍADA DE ASTRONOMIA E ASTRONÁUTICA. 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3716603" y="2280353"/>
            <a:ext cx="1529410" cy="1180388"/>
          </a:xfrm>
          <a:custGeom>
            <a:avLst/>
            <a:gdLst/>
            <a:ahLst/>
            <a:cxnLst/>
            <a:rect r="r" b="b" t="t" l="l"/>
            <a:pathLst>
              <a:path h="1180388" w="1529410">
                <a:moveTo>
                  <a:pt x="0" y="0"/>
                </a:moveTo>
                <a:lnTo>
                  <a:pt x="1529410" y="0"/>
                </a:lnTo>
                <a:lnTo>
                  <a:pt x="1529410" y="1180388"/>
                </a:lnTo>
                <a:lnTo>
                  <a:pt x="0" y="1180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8519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815497" y="4137444"/>
            <a:ext cx="2466380" cy="57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OLIMPÍADA CANGURU</a:t>
            </a:r>
          </a:p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DE MATEMÁTICA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5773488" y="2199815"/>
            <a:ext cx="905168" cy="1110711"/>
          </a:xfrm>
          <a:custGeom>
            <a:avLst/>
            <a:gdLst/>
            <a:ahLst/>
            <a:cxnLst/>
            <a:rect r="r" b="b" t="t" l="l"/>
            <a:pathLst>
              <a:path h="1110711" w="905168">
                <a:moveTo>
                  <a:pt x="0" y="0"/>
                </a:moveTo>
                <a:lnTo>
                  <a:pt x="905168" y="0"/>
                </a:lnTo>
                <a:lnTo>
                  <a:pt x="905168" y="1110712"/>
                </a:lnTo>
                <a:lnTo>
                  <a:pt x="0" y="11107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890" t="0" r="0" b="-343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46661" y="3643902"/>
            <a:ext cx="1626037" cy="1264249"/>
          </a:xfrm>
          <a:custGeom>
            <a:avLst/>
            <a:gdLst/>
            <a:ahLst/>
            <a:cxnLst/>
            <a:rect r="r" b="b" t="t" l="l"/>
            <a:pathLst>
              <a:path h="1264249" w="1626037">
                <a:moveTo>
                  <a:pt x="0" y="0"/>
                </a:moveTo>
                <a:lnTo>
                  <a:pt x="1626038" y="0"/>
                </a:lnTo>
                <a:lnTo>
                  <a:pt x="1626038" y="1264248"/>
                </a:lnTo>
                <a:lnTo>
                  <a:pt x="0" y="126424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3077" t="-9212" r="-13530" b="-12283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017509" y="3731498"/>
            <a:ext cx="1327403" cy="1264249"/>
          </a:xfrm>
          <a:custGeom>
            <a:avLst/>
            <a:gdLst/>
            <a:ahLst/>
            <a:cxnLst/>
            <a:rect r="r" b="b" t="t" l="l"/>
            <a:pathLst>
              <a:path h="1264249" w="1327403">
                <a:moveTo>
                  <a:pt x="0" y="0"/>
                </a:moveTo>
                <a:lnTo>
                  <a:pt x="1327403" y="0"/>
                </a:lnTo>
                <a:lnTo>
                  <a:pt x="1327403" y="1264249"/>
                </a:lnTo>
                <a:lnTo>
                  <a:pt x="0" y="12642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573" t="-9212" r="-124265" b="-12283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590803" y="4043978"/>
            <a:ext cx="595017" cy="1003365"/>
          </a:xfrm>
          <a:custGeom>
            <a:avLst/>
            <a:gdLst/>
            <a:ahLst/>
            <a:cxnLst/>
            <a:rect r="r" b="b" t="t" l="l"/>
            <a:pathLst>
              <a:path h="1003365" w="595017">
                <a:moveTo>
                  <a:pt x="0" y="0"/>
                </a:moveTo>
                <a:lnTo>
                  <a:pt x="595017" y="0"/>
                </a:lnTo>
                <a:lnTo>
                  <a:pt x="595017" y="1003365"/>
                </a:lnTo>
                <a:lnTo>
                  <a:pt x="0" y="10033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3736" t="-27215" r="-498836" b="-60349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670898" y="5864393"/>
            <a:ext cx="3088184" cy="28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OLIMPÍADA DE PORTUGUÊS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895610" y="5318881"/>
            <a:ext cx="775288" cy="1555823"/>
          </a:xfrm>
          <a:custGeom>
            <a:avLst/>
            <a:gdLst/>
            <a:ahLst/>
            <a:cxnLst/>
            <a:rect r="r" b="b" t="t" l="l"/>
            <a:pathLst>
              <a:path h="1555823" w="775288">
                <a:moveTo>
                  <a:pt x="0" y="0"/>
                </a:moveTo>
                <a:lnTo>
                  <a:pt x="775288" y="0"/>
                </a:lnTo>
                <a:lnTo>
                  <a:pt x="775288" y="1555823"/>
                </a:lnTo>
                <a:lnTo>
                  <a:pt x="0" y="15558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-100676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6678656" y="2502526"/>
            <a:ext cx="2768054" cy="28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OLIMPÍADA DE CIÊNCIAS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27632" y="4209005"/>
            <a:ext cx="3303538" cy="28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OLIMPÍADA DE  MATEMÁTICA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515065" y="5941691"/>
            <a:ext cx="3153370" cy="28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C1FF7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OLIMPÍADA SISTEMA ETAPA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4649629" y="5316594"/>
            <a:ext cx="746334" cy="1555823"/>
          </a:xfrm>
          <a:custGeom>
            <a:avLst/>
            <a:gdLst/>
            <a:ahLst/>
            <a:cxnLst/>
            <a:rect r="r" b="b" t="t" l="l"/>
            <a:pathLst>
              <a:path h="1555823" w="746334">
                <a:moveTo>
                  <a:pt x="0" y="0"/>
                </a:moveTo>
                <a:lnTo>
                  <a:pt x="746334" y="0"/>
                </a:lnTo>
                <a:lnTo>
                  <a:pt x="746334" y="1555823"/>
                </a:lnTo>
                <a:lnTo>
                  <a:pt x="0" y="15558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08461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773488" y="5415215"/>
            <a:ext cx="1806588" cy="1368417"/>
          </a:xfrm>
          <a:custGeom>
            <a:avLst/>
            <a:gdLst/>
            <a:ahLst/>
            <a:cxnLst/>
            <a:rect r="r" b="b" t="t" l="l"/>
            <a:pathLst>
              <a:path h="1368417" w="1806588">
                <a:moveTo>
                  <a:pt x="0" y="0"/>
                </a:moveTo>
                <a:lnTo>
                  <a:pt x="1806588" y="0"/>
                </a:lnTo>
                <a:lnTo>
                  <a:pt x="1806588" y="1368417"/>
                </a:lnTo>
                <a:lnTo>
                  <a:pt x="0" y="136841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83782" t="-21246" r="-65879" b="-64155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598995" y="4750954"/>
            <a:ext cx="1586825" cy="2032679"/>
          </a:xfrm>
          <a:custGeom>
            <a:avLst/>
            <a:gdLst/>
            <a:ahLst/>
            <a:cxnLst/>
            <a:rect r="r" b="b" t="t" l="l"/>
            <a:pathLst>
              <a:path h="2032679" w="1586825">
                <a:moveTo>
                  <a:pt x="0" y="0"/>
                </a:moveTo>
                <a:lnTo>
                  <a:pt x="1586825" y="0"/>
                </a:lnTo>
                <a:lnTo>
                  <a:pt x="1586825" y="2032678"/>
                </a:lnTo>
                <a:lnTo>
                  <a:pt x="0" y="20326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88884" t="0" r="-95353" b="-24814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159184" y="936418"/>
            <a:ext cx="8786333" cy="87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9"/>
              </a:lnSpc>
            </a:pPr>
            <a:r>
              <a:rPr lang="en-US" sz="5078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Olimpíadas </a:t>
            </a:r>
            <a:r>
              <a:rPr lang="en-US" sz="5078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Acadêmicas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408" y="2882406"/>
            <a:ext cx="3469349" cy="2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C1FF72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(OBA)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244727" y="2767602"/>
            <a:ext cx="3469349" cy="2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C1FF72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(ONC)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244727" y="4441061"/>
            <a:ext cx="3469349" cy="2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C1FF72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(OBMEP)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57076" y="6203302"/>
            <a:ext cx="3469349" cy="2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C1FF72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(OSE)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94219" y="6145053"/>
            <a:ext cx="3469349" cy="2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sz="1593">
                <a:solidFill>
                  <a:srgbClr val="C1FF72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(OP)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180165" y="6955145"/>
            <a:ext cx="4237274" cy="33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ENTRE OUTRAS...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2303893">
            <a:off x="10297014" y="3637283"/>
            <a:ext cx="1562168" cy="2366922"/>
          </a:xfrm>
          <a:custGeom>
            <a:avLst/>
            <a:gdLst/>
            <a:ahLst/>
            <a:cxnLst/>
            <a:rect r="r" b="b" t="t" l="l"/>
            <a:pathLst>
              <a:path h="2366922" w="1562168">
                <a:moveTo>
                  <a:pt x="0" y="0"/>
                </a:moveTo>
                <a:lnTo>
                  <a:pt x="1562168" y="0"/>
                </a:lnTo>
                <a:lnTo>
                  <a:pt x="1562168" y="2366922"/>
                </a:lnTo>
                <a:lnTo>
                  <a:pt x="0" y="236692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-1393126">
            <a:off x="-503573" y="527605"/>
            <a:ext cx="1562168" cy="2366922"/>
          </a:xfrm>
          <a:custGeom>
            <a:avLst/>
            <a:gdLst/>
            <a:ahLst/>
            <a:cxnLst/>
            <a:rect r="r" b="b" t="t" l="l"/>
            <a:pathLst>
              <a:path h="2366922" w="1562168">
                <a:moveTo>
                  <a:pt x="0" y="0"/>
                </a:moveTo>
                <a:lnTo>
                  <a:pt x="1562169" y="0"/>
                </a:lnTo>
                <a:lnTo>
                  <a:pt x="1562169" y="2366921"/>
                </a:lnTo>
                <a:lnTo>
                  <a:pt x="0" y="23669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865803" y="4266150"/>
            <a:ext cx="5634283" cy="5634283"/>
          </a:xfrm>
          <a:custGeom>
            <a:avLst/>
            <a:gdLst/>
            <a:ahLst/>
            <a:cxnLst/>
            <a:rect r="r" b="b" t="t" l="l"/>
            <a:pathLst>
              <a:path h="5634283" w="5634283">
                <a:moveTo>
                  <a:pt x="0" y="0"/>
                </a:moveTo>
                <a:lnTo>
                  <a:pt x="5634283" y="0"/>
                </a:lnTo>
                <a:lnTo>
                  <a:pt x="5634283" y="5634283"/>
                </a:lnTo>
                <a:lnTo>
                  <a:pt x="0" y="563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07312" y="-1269422"/>
            <a:ext cx="5634283" cy="5634283"/>
          </a:xfrm>
          <a:custGeom>
            <a:avLst/>
            <a:gdLst/>
            <a:ahLst/>
            <a:cxnLst/>
            <a:rect r="r" b="b" t="t" l="l"/>
            <a:pathLst>
              <a:path h="5634283" w="5634283">
                <a:moveTo>
                  <a:pt x="0" y="0"/>
                </a:moveTo>
                <a:lnTo>
                  <a:pt x="5634283" y="0"/>
                </a:lnTo>
                <a:lnTo>
                  <a:pt x="5634283" y="5634283"/>
                </a:lnTo>
                <a:lnTo>
                  <a:pt x="0" y="563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713018" y="-530193"/>
            <a:ext cx="12660918" cy="970688"/>
            <a:chOff x="0" y="0"/>
            <a:chExt cx="6167537" cy="4728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67537" cy="472853"/>
            </a:xfrm>
            <a:custGeom>
              <a:avLst/>
              <a:gdLst/>
              <a:ahLst/>
              <a:cxnLst/>
              <a:rect r="r" b="b" t="t" l="l"/>
              <a:pathLst>
                <a:path h="472853" w="6167537">
                  <a:moveTo>
                    <a:pt x="3669" y="0"/>
                  </a:moveTo>
                  <a:lnTo>
                    <a:pt x="6163868" y="0"/>
                  </a:lnTo>
                  <a:cubicBezTo>
                    <a:pt x="6164841" y="0"/>
                    <a:pt x="6165774" y="387"/>
                    <a:pt x="6166462" y="1075"/>
                  </a:cubicBezTo>
                  <a:cubicBezTo>
                    <a:pt x="6167151" y="1763"/>
                    <a:pt x="6167537" y="2696"/>
                    <a:pt x="6167537" y="3669"/>
                  </a:cubicBezTo>
                  <a:lnTo>
                    <a:pt x="6167537" y="469184"/>
                  </a:lnTo>
                  <a:cubicBezTo>
                    <a:pt x="6167537" y="471210"/>
                    <a:pt x="6165895" y="472853"/>
                    <a:pt x="6163868" y="472853"/>
                  </a:cubicBezTo>
                  <a:lnTo>
                    <a:pt x="3669" y="472853"/>
                  </a:lnTo>
                  <a:cubicBezTo>
                    <a:pt x="2696" y="472853"/>
                    <a:pt x="1763" y="472467"/>
                    <a:pt x="1075" y="471778"/>
                  </a:cubicBezTo>
                  <a:cubicBezTo>
                    <a:pt x="387" y="471090"/>
                    <a:pt x="0" y="470157"/>
                    <a:pt x="0" y="469184"/>
                  </a:cubicBezTo>
                  <a:lnTo>
                    <a:pt x="0" y="3669"/>
                  </a:lnTo>
                  <a:cubicBezTo>
                    <a:pt x="0" y="2696"/>
                    <a:pt x="387" y="1763"/>
                    <a:pt x="1075" y="1075"/>
                  </a:cubicBezTo>
                  <a:cubicBezTo>
                    <a:pt x="1763" y="387"/>
                    <a:pt x="2696" y="0"/>
                    <a:pt x="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167537" cy="482378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000831" y="7475401"/>
            <a:ext cx="12192906" cy="1886514"/>
            <a:chOff x="0" y="0"/>
            <a:chExt cx="5909088" cy="9142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09088" cy="914268"/>
            </a:xfrm>
            <a:custGeom>
              <a:avLst/>
              <a:gdLst/>
              <a:ahLst/>
              <a:cxnLst/>
              <a:rect r="r" b="b" t="t" l="l"/>
              <a:pathLst>
                <a:path h="914268" w="5909088">
                  <a:moveTo>
                    <a:pt x="3810" y="0"/>
                  </a:moveTo>
                  <a:lnTo>
                    <a:pt x="5905278" y="0"/>
                  </a:lnTo>
                  <a:cubicBezTo>
                    <a:pt x="5906289" y="0"/>
                    <a:pt x="5907258" y="401"/>
                    <a:pt x="5907972" y="1116"/>
                  </a:cubicBezTo>
                  <a:cubicBezTo>
                    <a:pt x="5908687" y="1830"/>
                    <a:pt x="5909088" y="2799"/>
                    <a:pt x="5909088" y="3810"/>
                  </a:cubicBezTo>
                  <a:lnTo>
                    <a:pt x="5909088" y="910458"/>
                  </a:lnTo>
                  <a:cubicBezTo>
                    <a:pt x="5909088" y="911468"/>
                    <a:pt x="5908687" y="912437"/>
                    <a:pt x="5907972" y="913152"/>
                  </a:cubicBezTo>
                  <a:cubicBezTo>
                    <a:pt x="5907258" y="913866"/>
                    <a:pt x="5906289" y="914268"/>
                    <a:pt x="5905278" y="914268"/>
                  </a:cubicBezTo>
                  <a:lnTo>
                    <a:pt x="3810" y="914268"/>
                  </a:lnTo>
                  <a:cubicBezTo>
                    <a:pt x="2799" y="914268"/>
                    <a:pt x="1830" y="913866"/>
                    <a:pt x="1116" y="913152"/>
                  </a:cubicBezTo>
                  <a:cubicBezTo>
                    <a:pt x="401" y="912437"/>
                    <a:pt x="0" y="911468"/>
                    <a:pt x="0" y="910458"/>
                  </a:cubicBezTo>
                  <a:lnTo>
                    <a:pt x="0" y="3810"/>
                  </a:lnTo>
                  <a:cubicBezTo>
                    <a:pt x="0" y="2799"/>
                    <a:pt x="401" y="1830"/>
                    <a:pt x="1116" y="1116"/>
                  </a:cubicBezTo>
                  <a:cubicBezTo>
                    <a:pt x="1830" y="401"/>
                    <a:pt x="2799" y="0"/>
                    <a:pt x="3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909088" cy="923793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11085" y="2953360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2303893">
            <a:off x="10056209" y="4777093"/>
            <a:ext cx="1562168" cy="2366922"/>
          </a:xfrm>
          <a:custGeom>
            <a:avLst/>
            <a:gdLst/>
            <a:ahLst/>
            <a:cxnLst/>
            <a:rect r="r" b="b" t="t" l="l"/>
            <a:pathLst>
              <a:path h="2366922" w="1562168">
                <a:moveTo>
                  <a:pt x="0" y="0"/>
                </a:moveTo>
                <a:lnTo>
                  <a:pt x="1562168" y="0"/>
                </a:lnTo>
                <a:lnTo>
                  <a:pt x="1562168" y="2366922"/>
                </a:lnTo>
                <a:lnTo>
                  <a:pt x="0" y="2366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44125" y="3021277"/>
            <a:ext cx="3240434" cy="32404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108393" t="-65586" r="-110799" b="-2144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78972" y="1548962"/>
            <a:ext cx="2989626" cy="3843860"/>
          </a:xfrm>
          <a:custGeom>
            <a:avLst/>
            <a:gdLst/>
            <a:ahLst/>
            <a:cxnLst/>
            <a:rect r="r" b="b" t="t" l="l"/>
            <a:pathLst>
              <a:path h="3843860" w="2989626">
                <a:moveTo>
                  <a:pt x="0" y="0"/>
                </a:moveTo>
                <a:lnTo>
                  <a:pt x="2989626" y="0"/>
                </a:lnTo>
                <a:lnTo>
                  <a:pt x="2989626" y="3843859"/>
                </a:lnTo>
                <a:lnTo>
                  <a:pt x="0" y="38438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8987" t="-19741" r="-135770" b="-4193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373113" y="2922418"/>
            <a:ext cx="3240434" cy="32404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4"/>
              <a:stretch>
                <a:fillRect l="-142079" t="-77605" r="-148997" b="-5150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99660" y="3021277"/>
            <a:ext cx="3240434" cy="324043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-148535" t="-82206" r="-128982" b="-38956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097856" y="997363"/>
            <a:ext cx="4027332" cy="5771520"/>
          </a:xfrm>
          <a:custGeom>
            <a:avLst/>
            <a:gdLst/>
            <a:ahLst/>
            <a:cxnLst/>
            <a:rect r="r" b="b" t="t" l="l"/>
            <a:pathLst>
              <a:path h="5771520" w="4027332">
                <a:moveTo>
                  <a:pt x="0" y="0"/>
                </a:moveTo>
                <a:lnTo>
                  <a:pt x="4027332" y="0"/>
                </a:lnTo>
                <a:lnTo>
                  <a:pt x="4027332" y="5771520"/>
                </a:lnTo>
                <a:lnTo>
                  <a:pt x="0" y="57715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06021" t="-9842" r="-105566" b="-1753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325287" y="1853758"/>
            <a:ext cx="3262330" cy="4106796"/>
          </a:xfrm>
          <a:custGeom>
            <a:avLst/>
            <a:gdLst/>
            <a:ahLst/>
            <a:cxnLst/>
            <a:rect r="r" b="b" t="t" l="l"/>
            <a:pathLst>
              <a:path h="4106796" w="3262330">
                <a:moveTo>
                  <a:pt x="0" y="0"/>
                </a:moveTo>
                <a:lnTo>
                  <a:pt x="3262330" y="0"/>
                </a:lnTo>
                <a:lnTo>
                  <a:pt x="3262330" y="4106796"/>
                </a:lnTo>
                <a:lnTo>
                  <a:pt x="0" y="41067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23913" t="-36178" r="-146619" b="-3625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78389" y="841609"/>
            <a:ext cx="9073455" cy="101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C1FF72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ENS</a:t>
            </a:r>
            <a:r>
              <a:rPr lang="en-US" sz="2901">
                <a:solidFill>
                  <a:srgbClr val="C1FF72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INO FORTE HOJE, VITÓRIA CERTA AMANHÃ.</a:t>
            </a:r>
          </a:p>
          <a:p>
            <a:pPr algn="l">
              <a:lnSpc>
                <a:spcPts val="406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51877" y="6438559"/>
            <a:ext cx="9221435" cy="81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3"/>
              </a:lnSpc>
              <a:spcBef>
                <a:spcPct val="0"/>
              </a:spcBef>
            </a:pPr>
            <a:r>
              <a:rPr lang="en-US" b="true" sz="2380">
                <a:solidFill>
                  <a:srgbClr val="004F3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Só em 2026, conquistamos mais de 60 medalhas!</a:t>
            </a:r>
          </a:p>
          <a:p>
            <a:pPr algn="ctr">
              <a:lnSpc>
                <a:spcPts val="3333"/>
              </a:lnSpc>
              <a:spcBef>
                <a:spcPct val="0"/>
              </a:spcBef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-1393126">
            <a:off x="-504350" y="936012"/>
            <a:ext cx="1562168" cy="2366922"/>
          </a:xfrm>
          <a:custGeom>
            <a:avLst/>
            <a:gdLst/>
            <a:ahLst/>
            <a:cxnLst/>
            <a:rect r="r" b="b" t="t" l="l"/>
            <a:pathLst>
              <a:path h="2366922" w="1562168">
                <a:moveTo>
                  <a:pt x="0" y="0"/>
                </a:moveTo>
                <a:lnTo>
                  <a:pt x="1562168" y="0"/>
                </a:lnTo>
                <a:lnTo>
                  <a:pt x="1562168" y="2366922"/>
                </a:lnTo>
                <a:lnTo>
                  <a:pt x="0" y="23669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64949" y="4126962"/>
            <a:ext cx="5634283" cy="5634283"/>
          </a:xfrm>
          <a:custGeom>
            <a:avLst/>
            <a:gdLst/>
            <a:ahLst/>
            <a:cxnLst/>
            <a:rect r="r" b="b" t="t" l="l"/>
            <a:pathLst>
              <a:path h="5634283" w="5634283">
                <a:moveTo>
                  <a:pt x="0" y="0"/>
                </a:moveTo>
                <a:lnTo>
                  <a:pt x="5634282" y="0"/>
                </a:lnTo>
                <a:lnTo>
                  <a:pt x="5634282" y="5634282"/>
                </a:lnTo>
                <a:lnTo>
                  <a:pt x="0" y="56342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07312" y="-1269422"/>
            <a:ext cx="5634283" cy="5634283"/>
          </a:xfrm>
          <a:custGeom>
            <a:avLst/>
            <a:gdLst/>
            <a:ahLst/>
            <a:cxnLst/>
            <a:rect r="r" b="b" t="t" l="l"/>
            <a:pathLst>
              <a:path h="5634283" w="5634283">
                <a:moveTo>
                  <a:pt x="0" y="0"/>
                </a:moveTo>
                <a:lnTo>
                  <a:pt x="5634283" y="0"/>
                </a:lnTo>
                <a:lnTo>
                  <a:pt x="5634283" y="5634283"/>
                </a:lnTo>
                <a:lnTo>
                  <a:pt x="0" y="5634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7240094" y="440495"/>
            <a:ext cx="5443750" cy="7034906"/>
          </a:xfrm>
          <a:custGeom>
            <a:avLst/>
            <a:gdLst/>
            <a:ahLst/>
            <a:cxnLst/>
            <a:rect r="r" b="b" t="t" l="l"/>
            <a:pathLst>
              <a:path h="7034906" w="5443750">
                <a:moveTo>
                  <a:pt x="5443750" y="0"/>
                </a:moveTo>
                <a:lnTo>
                  <a:pt x="0" y="0"/>
                </a:lnTo>
                <a:lnTo>
                  <a:pt x="0" y="7034906"/>
                </a:lnTo>
                <a:lnTo>
                  <a:pt x="5443750" y="7034906"/>
                </a:lnTo>
                <a:lnTo>
                  <a:pt x="544375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849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713018" y="-530193"/>
            <a:ext cx="12660918" cy="970688"/>
            <a:chOff x="0" y="0"/>
            <a:chExt cx="6167537" cy="472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7537" cy="472853"/>
            </a:xfrm>
            <a:custGeom>
              <a:avLst/>
              <a:gdLst/>
              <a:ahLst/>
              <a:cxnLst/>
              <a:rect r="r" b="b" t="t" l="l"/>
              <a:pathLst>
                <a:path h="472853" w="6167537">
                  <a:moveTo>
                    <a:pt x="3669" y="0"/>
                  </a:moveTo>
                  <a:lnTo>
                    <a:pt x="6163868" y="0"/>
                  </a:lnTo>
                  <a:cubicBezTo>
                    <a:pt x="6164841" y="0"/>
                    <a:pt x="6165774" y="387"/>
                    <a:pt x="6166462" y="1075"/>
                  </a:cubicBezTo>
                  <a:cubicBezTo>
                    <a:pt x="6167151" y="1763"/>
                    <a:pt x="6167537" y="2696"/>
                    <a:pt x="6167537" y="3669"/>
                  </a:cubicBezTo>
                  <a:lnTo>
                    <a:pt x="6167537" y="469184"/>
                  </a:lnTo>
                  <a:cubicBezTo>
                    <a:pt x="6167537" y="471210"/>
                    <a:pt x="6165895" y="472853"/>
                    <a:pt x="6163868" y="472853"/>
                  </a:cubicBezTo>
                  <a:lnTo>
                    <a:pt x="3669" y="472853"/>
                  </a:lnTo>
                  <a:cubicBezTo>
                    <a:pt x="2696" y="472853"/>
                    <a:pt x="1763" y="472467"/>
                    <a:pt x="1075" y="471778"/>
                  </a:cubicBezTo>
                  <a:cubicBezTo>
                    <a:pt x="387" y="471090"/>
                    <a:pt x="0" y="470157"/>
                    <a:pt x="0" y="469184"/>
                  </a:cubicBezTo>
                  <a:lnTo>
                    <a:pt x="0" y="3669"/>
                  </a:lnTo>
                  <a:cubicBezTo>
                    <a:pt x="0" y="2696"/>
                    <a:pt x="387" y="1763"/>
                    <a:pt x="1075" y="1075"/>
                  </a:cubicBezTo>
                  <a:cubicBezTo>
                    <a:pt x="1763" y="387"/>
                    <a:pt x="2696" y="0"/>
                    <a:pt x="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167537" cy="482378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00831" y="7475401"/>
            <a:ext cx="12192906" cy="1886514"/>
            <a:chOff x="0" y="0"/>
            <a:chExt cx="5909088" cy="9142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09088" cy="914268"/>
            </a:xfrm>
            <a:custGeom>
              <a:avLst/>
              <a:gdLst/>
              <a:ahLst/>
              <a:cxnLst/>
              <a:rect r="r" b="b" t="t" l="l"/>
              <a:pathLst>
                <a:path h="914268" w="5909088">
                  <a:moveTo>
                    <a:pt x="3810" y="0"/>
                  </a:moveTo>
                  <a:lnTo>
                    <a:pt x="5905278" y="0"/>
                  </a:lnTo>
                  <a:cubicBezTo>
                    <a:pt x="5906289" y="0"/>
                    <a:pt x="5907258" y="401"/>
                    <a:pt x="5907972" y="1116"/>
                  </a:cubicBezTo>
                  <a:cubicBezTo>
                    <a:pt x="5908687" y="1830"/>
                    <a:pt x="5909088" y="2799"/>
                    <a:pt x="5909088" y="3810"/>
                  </a:cubicBezTo>
                  <a:lnTo>
                    <a:pt x="5909088" y="910458"/>
                  </a:lnTo>
                  <a:cubicBezTo>
                    <a:pt x="5909088" y="911468"/>
                    <a:pt x="5908687" y="912437"/>
                    <a:pt x="5907972" y="913152"/>
                  </a:cubicBezTo>
                  <a:cubicBezTo>
                    <a:pt x="5907258" y="913866"/>
                    <a:pt x="5906289" y="914268"/>
                    <a:pt x="5905278" y="914268"/>
                  </a:cubicBezTo>
                  <a:lnTo>
                    <a:pt x="3810" y="914268"/>
                  </a:lnTo>
                  <a:cubicBezTo>
                    <a:pt x="2799" y="914268"/>
                    <a:pt x="1830" y="913866"/>
                    <a:pt x="1116" y="913152"/>
                  </a:cubicBezTo>
                  <a:cubicBezTo>
                    <a:pt x="401" y="912437"/>
                    <a:pt x="0" y="911468"/>
                    <a:pt x="0" y="910458"/>
                  </a:cubicBezTo>
                  <a:lnTo>
                    <a:pt x="0" y="3810"/>
                  </a:lnTo>
                  <a:cubicBezTo>
                    <a:pt x="0" y="2799"/>
                    <a:pt x="401" y="1830"/>
                    <a:pt x="1116" y="1116"/>
                  </a:cubicBezTo>
                  <a:cubicBezTo>
                    <a:pt x="1830" y="401"/>
                    <a:pt x="2799" y="0"/>
                    <a:pt x="3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909088" cy="923793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11085" y="2953360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303893">
            <a:off x="10194954" y="5271003"/>
            <a:ext cx="1562168" cy="2366922"/>
          </a:xfrm>
          <a:custGeom>
            <a:avLst/>
            <a:gdLst/>
            <a:ahLst/>
            <a:cxnLst/>
            <a:rect r="r" b="b" t="t" l="l"/>
            <a:pathLst>
              <a:path h="2366922" w="1562168">
                <a:moveTo>
                  <a:pt x="0" y="0"/>
                </a:moveTo>
                <a:lnTo>
                  <a:pt x="1562169" y="0"/>
                </a:lnTo>
                <a:lnTo>
                  <a:pt x="1562169" y="2366922"/>
                </a:lnTo>
                <a:lnTo>
                  <a:pt x="0" y="2366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063540">
            <a:off x="-528949" y="-383361"/>
            <a:ext cx="1562168" cy="2366922"/>
          </a:xfrm>
          <a:custGeom>
            <a:avLst/>
            <a:gdLst/>
            <a:ahLst/>
            <a:cxnLst/>
            <a:rect r="r" b="b" t="t" l="l"/>
            <a:pathLst>
              <a:path h="2366922" w="1562168">
                <a:moveTo>
                  <a:pt x="0" y="0"/>
                </a:moveTo>
                <a:lnTo>
                  <a:pt x="1562168" y="0"/>
                </a:lnTo>
                <a:lnTo>
                  <a:pt x="1562168" y="2366922"/>
                </a:lnTo>
                <a:lnTo>
                  <a:pt x="0" y="2366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52135" y="1547720"/>
            <a:ext cx="10620918" cy="4906744"/>
            <a:chOff x="0" y="0"/>
            <a:chExt cx="3596501" cy="1661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6501" cy="1661543"/>
            </a:xfrm>
            <a:custGeom>
              <a:avLst/>
              <a:gdLst/>
              <a:ahLst/>
              <a:cxnLst/>
              <a:rect r="r" b="b" t="t" l="l"/>
              <a:pathLst>
                <a:path h="1661543" w="3596501">
                  <a:moveTo>
                    <a:pt x="0" y="0"/>
                  </a:moveTo>
                  <a:lnTo>
                    <a:pt x="3596501" y="0"/>
                  </a:lnTo>
                  <a:lnTo>
                    <a:pt x="3596501" y="1661543"/>
                  </a:lnTo>
                  <a:lnTo>
                    <a:pt x="0" y="1661543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3596501" cy="1728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0965" y="1705744"/>
            <a:ext cx="3442134" cy="4589512"/>
          </a:xfrm>
          <a:custGeom>
            <a:avLst/>
            <a:gdLst/>
            <a:ahLst/>
            <a:cxnLst/>
            <a:rect r="r" b="b" t="t" l="l"/>
            <a:pathLst>
              <a:path h="4589512" w="3442134">
                <a:moveTo>
                  <a:pt x="0" y="0"/>
                </a:moveTo>
                <a:lnTo>
                  <a:pt x="3442134" y="0"/>
                </a:lnTo>
                <a:lnTo>
                  <a:pt x="3442134" y="4589512"/>
                </a:lnTo>
                <a:lnTo>
                  <a:pt x="0" y="45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275234" y="1705744"/>
            <a:ext cx="3442134" cy="4589512"/>
          </a:xfrm>
          <a:custGeom>
            <a:avLst/>
            <a:gdLst/>
            <a:ahLst/>
            <a:cxnLst/>
            <a:rect r="r" b="b" t="t" l="l"/>
            <a:pathLst>
              <a:path h="4589512" w="3442134">
                <a:moveTo>
                  <a:pt x="0" y="0"/>
                </a:moveTo>
                <a:lnTo>
                  <a:pt x="3442134" y="0"/>
                </a:lnTo>
                <a:lnTo>
                  <a:pt x="3442134" y="4589512"/>
                </a:lnTo>
                <a:lnTo>
                  <a:pt x="0" y="45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833099" y="1705744"/>
            <a:ext cx="3442134" cy="4589512"/>
          </a:xfrm>
          <a:custGeom>
            <a:avLst/>
            <a:gdLst/>
            <a:ahLst/>
            <a:cxnLst/>
            <a:rect r="r" b="b" t="t" l="l"/>
            <a:pathLst>
              <a:path h="4589512" w="3442134">
                <a:moveTo>
                  <a:pt x="0" y="0"/>
                </a:moveTo>
                <a:lnTo>
                  <a:pt x="3442135" y="0"/>
                </a:lnTo>
                <a:lnTo>
                  <a:pt x="3442135" y="4589512"/>
                </a:lnTo>
                <a:lnTo>
                  <a:pt x="0" y="45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3503" y="-63503"/>
            <a:ext cx="355597" cy="355597"/>
            <a:chOff x="0" y="0"/>
            <a:chExt cx="355600" cy="35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82575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282579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63503" y="7718422"/>
            <a:ext cx="355597" cy="339919"/>
            <a:chOff x="0" y="0"/>
            <a:chExt cx="355600" cy="339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82575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1"/>
              <a:ext cx="104775" cy="9525"/>
            </a:xfrm>
            <a:custGeom>
              <a:avLst/>
              <a:gdLst/>
              <a:ahLst/>
              <a:cxnLst/>
              <a:rect r="r" b="b" t="t" l="l"/>
              <a:pathLst>
                <a:path h="9525" w="104775">
                  <a:moveTo>
                    <a:pt x="0" y="9525"/>
                  </a:moveTo>
                  <a:lnTo>
                    <a:pt x="104775" y="9525"/>
                  </a:lnTo>
                  <a:lnTo>
                    <a:pt x="104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52147" y="-63503"/>
            <a:ext cx="339928" cy="355597"/>
            <a:chOff x="0" y="0"/>
            <a:chExt cx="339928" cy="35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1" y="63501"/>
              <a:ext cx="9525" cy="104776"/>
            </a:xfrm>
            <a:custGeom>
              <a:avLst/>
              <a:gdLst/>
              <a:ahLst/>
              <a:cxnLst/>
              <a:rect r="r" b="b" t="t" l="l"/>
              <a:pathLst>
                <a:path h="104776" w="9525">
                  <a:moveTo>
                    <a:pt x="0" y="0"/>
                  </a:moveTo>
                  <a:lnTo>
                    <a:pt x="0" y="104776"/>
                  </a:lnTo>
                  <a:lnTo>
                    <a:pt x="9525" y="1047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7802" y="282579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52147" y="7718422"/>
            <a:ext cx="339928" cy="339919"/>
            <a:chOff x="0" y="0"/>
            <a:chExt cx="339928" cy="339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1" y="177803"/>
              <a:ext cx="9525" cy="98680"/>
            </a:xfrm>
            <a:custGeom>
              <a:avLst/>
              <a:gdLst/>
              <a:ahLst/>
              <a:cxnLst/>
              <a:rect r="r" b="b" t="t" l="l"/>
              <a:pathLst>
                <a:path h="98680" w="9525">
                  <a:moveTo>
                    <a:pt x="0" y="0"/>
                  </a:moveTo>
                  <a:lnTo>
                    <a:pt x="0" y="98680"/>
                  </a:lnTo>
                  <a:lnTo>
                    <a:pt x="9525" y="9868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77802" y="63501"/>
              <a:ext cx="98680" cy="9525"/>
            </a:xfrm>
            <a:custGeom>
              <a:avLst/>
              <a:gdLst/>
              <a:ahLst/>
              <a:cxnLst/>
              <a:rect r="r" b="b" t="t" l="l"/>
              <a:pathLst>
                <a:path h="9525" w="98680">
                  <a:moveTo>
                    <a:pt x="0" y="0"/>
                  </a:moveTo>
                  <a:lnTo>
                    <a:pt x="0" y="9525"/>
                  </a:lnTo>
                  <a:lnTo>
                    <a:pt x="98680" y="9525"/>
                  </a:lnTo>
                  <a:lnTo>
                    <a:pt x="98680" y="0"/>
                  </a:lnTo>
                  <a:close/>
                </a:path>
              </a:pathLst>
            </a:custGeom>
            <a:solidFill>
              <a:srgbClr val="00010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713018" y="-530193"/>
            <a:ext cx="12660918" cy="970688"/>
            <a:chOff x="0" y="0"/>
            <a:chExt cx="6167537" cy="4728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67537" cy="472853"/>
            </a:xfrm>
            <a:custGeom>
              <a:avLst/>
              <a:gdLst/>
              <a:ahLst/>
              <a:cxnLst/>
              <a:rect r="r" b="b" t="t" l="l"/>
              <a:pathLst>
                <a:path h="472853" w="6167537">
                  <a:moveTo>
                    <a:pt x="3669" y="0"/>
                  </a:moveTo>
                  <a:lnTo>
                    <a:pt x="6163868" y="0"/>
                  </a:lnTo>
                  <a:cubicBezTo>
                    <a:pt x="6164841" y="0"/>
                    <a:pt x="6165774" y="387"/>
                    <a:pt x="6166462" y="1075"/>
                  </a:cubicBezTo>
                  <a:cubicBezTo>
                    <a:pt x="6167151" y="1763"/>
                    <a:pt x="6167537" y="2696"/>
                    <a:pt x="6167537" y="3669"/>
                  </a:cubicBezTo>
                  <a:lnTo>
                    <a:pt x="6167537" y="469184"/>
                  </a:lnTo>
                  <a:cubicBezTo>
                    <a:pt x="6167537" y="471210"/>
                    <a:pt x="6165895" y="472853"/>
                    <a:pt x="6163868" y="472853"/>
                  </a:cubicBezTo>
                  <a:lnTo>
                    <a:pt x="3669" y="472853"/>
                  </a:lnTo>
                  <a:cubicBezTo>
                    <a:pt x="2696" y="472853"/>
                    <a:pt x="1763" y="472467"/>
                    <a:pt x="1075" y="471778"/>
                  </a:cubicBezTo>
                  <a:cubicBezTo>
                    <a:pt x="387" y="471090"/>
                    <a:pt x="0" y="470157"/>
                    <a:pt x="0" y="469184"/>
                  </a:cubicBezTo>
                  <a:lnTo>
                    <a:pt x="0" y="3669"/>
                  </a:lnTo>
                  <a:cubicBezTo>
                    <a:pt x="0" y="2696"/>
                    <a:pt x="387" y="1763"/>
                    <a:pt x="1075" y="1075"/>
                  </a:cubicBezTo>
                  <a:cubicBezTo>
                    <a:pt x="1763" y="387"/>
                    <a:pt x="2696" y="0"/>
                    <a:pt x="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167537" cy="482378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000831" y="7475401"/>
            <a:ext cx="12192906" cy="1886514"/>
            <a:chOff x="0" y="0"/>
            <a:chExt cx="5909088" cy="9142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09088" cy="914268"/>
            </a:xfrm>
            <a:custGeom>
              <a:avLst/>
              <a:gdLst/>
              <a:ahLst/>
              <a:cxnLst/>
              <a:rect r="r" b="b" t="t" l="l"/>
              <a:pathLst>
                <a:path h="914268" w="5909088">
                  <a:moveTo>
                    <a:pt x="3810" y="0"/>
                  </a:moveTo>
                  <a:lnTo>
                    <a:pt x="5905278" y="0"/>
                  </a:lnTo>
                  <a:cubicBezTo>
                    <a:pt x="5906289" y="0"/>
                    <a:pt x="5907258" y="401"/>
                    <a:pt x="5907972" y="1116"/>
                  </a:cubicBezTo>
                  <a:cubicBezTo>
                    <a:pt x="5908687" y="1830"/>
                    <a:pt x="5909088" y="2799"/>
                    <a:pt x="5909088" y="3810"/>
                  </a:cubicBezTo>
                  <a:lnTo>
                    <a:pt x="5909088" y="910458"/>
                  </a:lnTo>
                  <a:cubicBezTo>
                    <a:pt x="5909088" y="911468"/>
                    <a:pt x="5908687" y="912437"/>
                    <a:pt x="5907972" y="913152"/>
                  </a:cubicBezTo>
                  <a:cubicBezTo>
                    <a:pt x="5907258" y="913866"/>
                    <a:pt x="5906289" y="914268"/>
                    <a:pt x="5905278" y="914268"/>
                  </a:cubicBezTo>
                  <a:lnTo>
                    <a:pt x="3810" y="914268"/>
                  </a:lnTo>
                  <a:cubicBezTo>
                    <a:pt x="2799" y="914268"/>
                    <a:pt x="1830" y="913866"/>
                    <a:pt x="1116" y="913152"/>
                  </a:cubicBezTo>
                  <a:cubicBezTo>
                    <a:pt x="401" y="912437"/>
                    <a:pt x="0" y="911468"/>
                    <a:pt x="0" y="910458"/>
                  </a:cubicBezTo>
                  <a:lnTo>
                    <a:pt x="0" y="3810"/>
                  </a:lnTo>
                  <a:cubicBezTo>
                    <a:pt x="0" y="2799"/>
                    <a:pt x="401" y="1830"/>
                    <a:pt x="1116" y="1116"/>
                  </a:cubicBezTo>
                  <a:cubicBezTo>
                    <a:pt x="1830" y="401"/>
                    <a:pt x="2799" y="0"/>
                    <a:pt x="3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909088" cy="923793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11085" y="2953360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3303" y="1465433"/>
            <a:ext cx="4646327" cy="284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Um dos três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pilares da nossa proposta pedagógica, ao lado do Sistema Etapa e da Integra Escola de Pais. Com a metodologia do Dr.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August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 Cury, trabalhamos o desenvolvimento socioemocional dos alunos desde os Anos Iniciais, formando crianças mais seguras, resilientes e preparadas para lidar com os próprios sentimentos.</a:t>
            </a:r>
          </a:p>
          <a:p>
            <a:pPr algn="l">
              <a:lnSpc>
                <a:spcPts val="2291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23303" y="4233696"/>
            <a:ext cx="4817727" cy="2941186"/>
          </a:xfrm>
          <a:custGeom>
            <a:avLst/>
            <a:gdLst/>
            <a:ahLst/>
            <a:cxnLst/>
            <a:rect r="r" b="b" t="t" l="l"/>
            <a:pathLst>
              <a:path h="2941186" w="4817727">
                <a:moveTo>
                  <a:pt x="0" y="0"/>
                </a:moveTo>
                <a:lnTo>
                  <a:pt x="4817727" y="0"/>
                </a:lnTo>
                <a:lnTo>
                  <a:pt x="4817727" y="2941186"/>
                </a:lnTo>
                <a:lnTo>
                  <a:pt x="0" y="29411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619" t="-49413" r="-44291" b="-64348"/>
            </a:stretch>
          </a:blipFill>
          <a:ln w="76200" cap="rnd">
            <a:solidFill>
              <a:srgbClr val="F482A9"/>
            </a:solidFill>
            <a:prstDash val="solid"/>
            <a:round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5869674" y="1798073"/>
            <a:ext cx="4821735" cy="5402827"/>
          </a:xfrm>
          <a:custGeom>
            <a:avLst/>
            <a:gdLst/>
            <a:ahLst/>
            <a:cxnLst/>
            <a:rect r="r" b="b" t="t" l="l"/>
            <a:pathLst>
              <a:path h="5402827" w="4821735">
                <a:moveTo>
                  <a:pt x="0" y="0"/>
                </a:moveTo>
                <a:lnTo>
                  <a:pt x="4821735" y="0"/>
                </a:lnTo>
                <a:lnTo>
                  <a:pt x="4821735" y="5402827"/>
                </a:lnTo>
                <a:lnTo>
                  <a:pt x="0" y="54028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099" t="-6267" r="-53875" b="-28020"/>
            </a:stretch>
          </a:blipFill>
          <a:ln w="76200" cap="rnd">
            <a:solidFill>
              <a:srgbClr val="45AABF"/>
            </a:solidFill>
            <a:prstDash val="solid"/>
            <a:round/>
          </a:ln>
        </p:spPr>
      </p:sp>
      <p:grpSp>
        <p:nvGrpSpPr>
          <p:cNvPr name="Group 27" id="27"/>
          <p:cNvGrpSpPr/>
          <p:nvPr/>
        </p:nvGrpSpPr>
        <p:grpSpPr>
          <a:xfrm rot="0">
            <a:off x="5361540" y="1276691"/>
            <a:ext cx="161650" cy="2400300"/>
            <a:chOff x="0" y="0"/>
            <a:chExt cx="54739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739" cy="812800"/>
            </a:xfrm>
            <a:custGeom>
              <a:avLst/>
              <a:gdLst/>
              <a:ahLst/>
              <a:cxnLst/>
              <a:rect r="r" b="b" t="t" l="l"/>
              <a:pathLst>
                <a:path h="812800" w="54739">
                  <a:moveTo>
                    <a:pt x="0" y="0"/>
                  </a:moveTo>
                  <a:lnTo>
                    <a:pt x="54739" y="0"/>
                  </a:lnTo>
                  <a:lnTo>
                    <a:pt x="5473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54739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05347" y="364091"/>
            <a:ext cx="1362981" cy="1156010"/>
          </a:xfrm>
          <a:custGeom>
            <a:avLst/>
            <a:gdLst/>
            <a:ahLst/>
            <a:cxnLst/>
            <a:rect r="r" b="b" t="t" l="l"/>
            <a:pathLst>
              <a:path h="1156010" w="1362981">
                <a:moveTo>
                  <a:pt x="0" y="0"/>
                </a:moveTo>
                <a:lnTo>
                  <a:pt x="1362981" y="0"/>
                </a:lnTo>
                <a:lnTo>
                  <a:pt x="1362981" y="1156010"/>
                </a:lnTo>
                <a:lnTo>
                  <a:pt x="0" y="1156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50033" y="677792"/>
            <a:ext cx="3029803" cy="72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677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Escola da Inte</a:t>
            </a:r>
            <a:r>
              <a:rPr lang="en-US" sz="2677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ligência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16212" y="2552511"/>
            <a:ext cx="4008876" cy="222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414" b="true">
                <a:solidFill>
                  <a:srgbClr val="545454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Sabemos que educar é uma tarefa que a escola não faz sozinha. Por isso, oferecemos gratuitamente a </a:t>
            </a:r>
            <a:r>
              <a:rPr lang="en-US" b="true" sz="1414">
                <a:solidFill>
                  <a:srgbClr val="545454">
                    <a:alpha val="54902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 Escola de Pais, um programa exclusivo que prepara as famílias para exercer sua função educativa com amor e limites, porque os melhores resultados acontecem quando escola e família caminham juntas.</a:t>
            </a:r>
          </a:p>
          <a:p>
            <a:pPr algn="ctr">
              <a:lnSpc>
                <a:spcPts val="1980"/>
              </a:lnSpc>
            </a:pP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5890616" y="531102"/>
            <a:ext cx="1017212" cy="917238"/>
          </a:xfrm>
          <a:custGeom>
            <a:avLst/>
            <a:gdLst/>
            <a:ahLst/>
            <a:cxnLst/>
            <a:rect r="r" b="b" t="t" l="l"/>
            <a:pathLst>
              <a:path h="917238" w="1017212">
                <a:moveTo>
                  <a:pt x="0" y="0"/>
                </a:moveTo>
                <a:lnTo>
                  <a:pt x="1017212" y="0"/>
                </a:lnTo>
                <a:lnTo>
                  <a:pt x="1017212" y="917238"/>
                </a:lnTo>
                <a:lnTo>
                  <a:pt x="0" y="9172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38077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277533" y="725417"/>
            <a:ext cx="3047555" cy="107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677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Integra — Escola de Pa</a:t>
            </a:r>
            <a:r>
              <a:rPr lang="en-US" sz="2677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is</a:t>
            </a:r>
          </a:p>
          <a:p>
            <a:pPr algn="l">
              <a:lnSpc>
                <a:spcPts val="280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713018" y="-530193"/>
            <a:ext cx="12660918" cy="970688"/>
            <a:chOff x="0" y="0"/>
            <a:chExt cx="6167537" cy="472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67537" cy="472853"/>
            </a:xfrm>
            <a:custGeom>
              <a:avLst/>
              <a:gdLst/>
              <a:ahLst/>
              <a:cxnLst/>
              <a:rect r="r" b="b" t="t" l="l"/>
              <a:pathLst>
                <a:path h="472853" w="6167537">
                  <a:moveTo>
                    <a:pt x="3669" y="0"/>
                  </a:moveTo>
                  <a:lnTo>
                    <a:pt x="6163868" y="0"/>
                  </a:lnTo>
                  <a:cubicBezTo>
                    <a:pt x="6164841" y="0"/>
                    <a:pt x="6165774" y="387"/>
                    <a:pt x="6166462" y="1075"/>
                  </a:cubicBezTo>
                  <a:cubicBezTo>
                    <a:pt x="6167151" y="1763"/>
                    <a:pt x="6167537" y="2696"/>
                    <a:pt x="6167537" y="3669"/>
                  </a:cubicBezTo>
                  <a:lnTo>
                    <a:pt x="6167537" y="469184"/>
                  </a:lnTo>
                  <a:cubicBezTo>
                    <a:pt x="6167537" y="471210"/>
                    <a:pt x="6165895" y="472853"/>
                    <a:pt x="6163868" y="472853"/>
                  </a:cubicBezTo>
                  <a:lnTo>
                    <a:pt x="3669" y="472853"/>
                  </a:lnTo>
                  <a:cubicBezTo>
                    <a:pt x="2696" y="472853"/>
                    <a:pt x="1763" y="472467"/>
                    <a:pt x="1075" y="471778"/>
                  </a:cubicBezTo>
                  <a:cubicBezTo>
                    <a:pt x="387" y="471090"/>
                    <a:pt x="0" y="470157"/>
                    <a:pt x="0" y="469184"/>
                  </a:cubicBezTo>
                  <a:lnTo>
                    <a:pt x="0" y="3669"/>
                  </a:lnTo>
                  <a:cubicBezTo>
                    <a:pt x="0" y="2696"/>
                    <a:pt x="387" y="1763"/>
                    <a:pt x="1075" y="1075"/>
                  </a:cubicBezTo>
                  <a:cubicBezTo>
                    <a:pt x="1763" y="387"/>
                    <a:pt x="2696" y="0"/>
                    <a:pt x="36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6167537" cy="482378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00831" y="7475401"/>
            <a:ext cx="12192906" cy="1886514"/>
            <a:chOff x="0" y="0"/>
            <a:chExt cx="5909088" cy="9142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09088" cy="914268"/>
            </a:xfrm>
            <a:custGeom>
              <a:avLst/>
              <a:gdLst/>
              <a:ahLst/>
              <a:cxnLst/>
              <a:rect r="r" b="b" t="t" l="l"/>
              <a:pathLst>
                <a:path h="914268" w="5909088">
                  <a:moveTo>
                    <a:pt x="3810" y="0"/>
                  </a:moveTo>
                  <a:lnTo>
                    <a:pt x="5905278" y="0"/>
                  </a:lnTo>
                  <a:cubicBezTo>
                    <a:pt x="5906289" y="0"/>
                    <a:pt x="5907258" y="401"/>
                    <a:pt x="5907972" y="1116"/>
                  </a:cubicBezTo>
                  <a:cubicBezTo>
                    <a:pt x="5908687" y="1830"/>
                    <a:pt x="5909088" y="2799"/>
                    <a:pt x="5909088" y="3810"/>
                  </a:cubicBezTo>
                  <a:lnTo>
                    <a:pt x="5909088" y="910458"/>
                  </a:lnTo>
                  <a:cubicBezTo>
                    <a:pt x="5909088" y="911468"/>
                    <a:pt x="5908687" y="912437"/>
                    <a:pt x="5907972" y="913152"/>
                  </a:cubicBezTo>
                  <a:cubicBezTo>
                    <a:pt x="5907258" y="913866"/>
                    <a:pt x="5906289" y="914268"/>
                    <a:pt x="5905278" y="914268"/>
                  </a:cubicBezTo>
                  <a:lnTo>
                    <a:pt x="3810" y="914268"/>
                  </a:lnTo>
                  <a:cubicBezTo>
                    <a:pt x="2799" y="914268"/>
                    <a:pt x="1830" y="913866"/>
                    <a:pt x="1116" y="913152"/>
                  </a:cubicBezTo>
                  <a:cubicBezTo>
                    <a:pt x="401" y="912437"/>
                    <a:pt x="0" y="911468"/>
                    <a:pt x="0" y="910458"/>
                  </a:cubicBezTo>
                  <a:lnTo>
                    <a:pt x="0" y="3810"/>
                  </a:lnTo>
                  <a:cubicBezTo>
                    <a:pt x="0" y="2799"/>
                    <a:pt x="401" y="1830"/>
                    <a:pt x="1116" y="1116"/>
                  </a:cubicBezTo>
                  <a:cubicBezTo>
                    <a:pt x="1830" y="401"/>
                    <a:pt x="2799" y="0"/>
                    <a:pt x="38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909088" cy="923793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584828" y="4147973"/>
            <a:ext cx="2817652" cy="2808260"/>
          </a:xfrm>
          <a:custGeom>
            <a:avLst/>
            <a:gdLst/>
            <a:ahLst/>
            <a:cxnLst/>
            <a:rect r="r" b="b" t="t" l="l"/>
            <a:pathLst>
              <a:path h="2808260" w="2817652">
                <a:moveTo>
                  <a:pt x="0" y="0"/>
                </a:moveTo>
                <a:lnTo>
                  <a:pt x="2817652" y="0"/>
                </a:lnTo>
                <a:lnTo>
                  <a:pt x="2817652" y="2808260"/>
                </a:lnTo>
                <a:lnTo>
                  <a:pt x="0" y="2808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34971" y="4316012"/>
            <a:ext cx="1888472" cy="2472182"/>
          </a:xfrm>
          <a:custGeom>
            <a:avLst/>
            <a:gdLst/>
            <a:ahLst/>
            <a:cxnLst/>
            <a:rect r="r" b="b" t="t" l="l"/>
            <a:pathLst>
              <a:path h="2472182" w="1888472">
                <a:moveTo>
                  <a:pt x="0" y="0"/>
                </a:moveTo>
                <a:lnTo>
                  <a:pt x="1888472" y="0"/>
                </a:lnTo>
                <a:lnTo>
                  <a:pt x="1888472" y="2472182"/>
                </a:lnTo>
                <a:lnTo>
                  <a:pt x="0" y="24721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1502" y="1064633"/>
            <a:ext cx="9883586" cy="102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3"/>
              </a:lnSpc>
            </a:pPr>
            <a:r>
              <a:rPr lang="en-US" sz="3814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Programa Aluno e</a:t>
            </a:r>
            <a:r>
              <a:rPr lang="en-US" sz="3814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 </a:t>
            </a:r>
          </a:p>
          <a:p>
            <a:pPr algn="ctr">
              <a:lnSpc>
                <a:spcPts val="3993"/>
              </a:lnSpc>
            </a:pPr>
            <a:r>
              <a:rPr lang="en-US" sz="3814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Escola Seguros (PAES)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545124">
            <a:off x="-1624394" y="4528137"/>
            <a:ext cx="2234280" cy="2586720"/>
          </a:xfrm>
          <a:custGeom>
            <a:avLst/>
            <a:gdLst/>
            <a:ahLst/>
            <a:cxnLst/>
            <a:rect r="r" b="b" t="t" l="l"/>
            <a:pathLst>
              <a:path h="2586720" w="2234280">
                <a:moveTo>
                  <a:pt x="0" y="0"/>
                </a:moveTo>
                <a:lnTo>
                  <a:pt x="2234279" y="0"/>
                </a:lnTo>
                <a:lnTo>
                  <a:pt x="2234279" y="2586720"/>
                </a:lnTo>
                <a:lnTo>
                  <a:pt x="0" y="2586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81434" y="488973"/>
            <a:ext cx="1966467" cy="1841105"/>
          </a:xfrm>
          <a:custGeom>
            <a:avLst/>
            <a:gdLst/>
            <a:ahLst/>
            <a:cxnLst/>
            <a:rect r="r" b="b" t="t" l="l"/>
            <a:pathLst>
              <a:path h="1841105" w="1966467">
                <a:moveTo>
                  <a:pt x="0" y="0"/>
                </a:moveTo>
                <a:lnTo>
                  <a:pt x="1966467" y="0"/>
                </a:lnTo>
                <a:lnTo>
                  <a:pt x="1966467" y="1841105"/>
                </a:lnTo>
                <a:lnTo>
                  <a:pt x="0" y="18411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11085" y="2953360"/>
            <a:ext cx="71857" cy="39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077">
                <a:solidFill>
                  <a:srgbClr val="213C8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509" y="2666721"/>
            <a:ext cx="10011866" cy="112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 parceria com a Porto Seguro, o Programa Aluno e Escola Seguros (PAES), garante seguro contra acidentes que possam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acontecer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dentro ou fora da escola, em qualquer lugar do Brasil ou do mundo. Tranquilidade para você, segurança para o seu filho.</a:t>
            </a:r>
          </a:p>
          <a:p>
            <a:pPr algn="l">
              <a:lnSpc>
                <a:spcPts val="2291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-1285803" y="928447"/>
            <a:ext cx="3244373" cy="1557299"/>
          </a:xfrm>
          <a:custGeom>
            <a:avLst/>
            <a:gdLst/>
            <a:ahLst/>
            <a:cxnLst/>
            <a:rect r="r" b="b" t="t" l="l"/>
            <a:pathLst>
              <a:path h="1557299" w="3244373">
                <a:moveTo>
                  <a:pt x="0" y="0"/>
                </a:moveTo>
                <a:lnTo>
                  <a:pt x="3244374" y="0"/>
                </a:lnTo>
                <a:lnTo>
                  <a:pt x="3244374" y="1557299"/>
                </a:lnTo>
                <a:lnTo>
                  <a:pt x="0" y="15572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84695" y="4382831"/>
            <a:ext cx="1877359" cy="1783491"/>
          </a:xfrm>
          <a:custGeom>
            <a:avLst/>
            <a:gdLst/>
            <a:ahLst/>
            <a:cxnLst/>
            <a:rect r="r" b="b" t="t" l="l"/>
            <a:pathLst>
              <a:path h="1783491" w="1877359">
                <a:moveTo>
                  <a:pt x="0" y="0"/>
                </a:moveTo>
                <a:lnTo>
                  <a:pt x="1877359" y="0"/>
                </a:lnTo>
                <a:lnTo>
                  <a:pt x="1877359" y="1783491"/>
                </a:lnTo>
                <a:lnTo>
                  <a:pt x="0" y="178349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6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0855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3264912" y="-8636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62882" y="46307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42114" y="-3630355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0462">
            <a:off x="-3479212" y="5085974"/>
            <a:ext cx="4993059" cy="5448775"/>
          </a:xfrm>
          <a:custGeom>
            <a:avLst/>
            <a:gdLst/>
            <a:ahLst/>
            <a:cxnLst/>
            <a:rect r="r" b="b" t="t" l="l"/>
            <a:pathLst>
              <a:path h="5448775" w="4993059">
                <a:moveTo>
                  <a:pt x="0" y="0"/>
                </a:moveTo>
                <a:lnTo>
                  <a:pt x="4993059" y="0"/>
                </a:lnTo>
                <a:lnTo>
                  <a:pt x="4993059" y="5448775"/>
                </a:lnTo>
                <a:lnTo>
                  <a:pt x="0" y="5448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524312">
            <a:off x="585234" y="917212"/>
            <a:ext cx="2032405" cy="2405213"/>
          </a:xfrm>
          <a:custGeom>
            <a:avLst/>
            <a:gdLst/>
            <a:ahLst/>
            <a:cxnLst/>
            <a:rect r="r" b="b" t="t" l="l"/>
            <a:pathLst>
              <a:path h="2405213" w="2032405">
                <a:moveTo>
                  <a:pt x="0" y="0"/>
                </a:moveTo>
                <a:lnTo>
                  <a:pt x="2032405" y="0"/>
                </a:lnTo>
                <a:lnTo>
                  <a:pt x="2032405" y="2405212"/>
                </a:lnTo>
                <a:lnTo>
                  <a:pt x="0" y="24052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610462">
            <a:off x="9713550" y="-2227139"/>
            <a:ext cx="4272594" cy="4662553"/>
          </a:xfrm>
          <a:custGeom>
            <a:avLst/>
            <a:gdLst/>
            <a:ahLst/>
            <a:cxnLst/>
            <a:rect r="r" b="b" t="t" l="l"/>
            <a:pathLst>
              <a:path h="4662553" w="4272594">
                <a:moveTo>
                  <a:pt x="0" y="0"/>
                </a:moveTo>
                <a:lnTo>
                  <a:pt x="4272594" y="0"/>
                </a:lnTo>
                <a:lnTo>
                  <a:pt x="4272594" y="4662553"/>
                </a:lnTo>
                <a:lnTo>
                  <a:pt x="0" y="46625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735363" y="4819207"/>
            <a:ext cx="2933082" cy="2381693"/>
          </a:xfrm>
          <a:custGeom>
            <a:avLst/>
            <a:gdLst/>
            <a:ahLst/>
            <a:cxnLst/>
            <a:rect r="r" b="b" t="t" l="l"/>
            <a:pathLst>
              <a:path h="2381693" w="2933082">
                <a:moveTo>
                  <a:pt x="0" y="0"/>
                </a:moveTo>
                <a:lnTo>
                  <a:pt x="2933082" y="0"/>
                </a:lnTo>
                <a:lnTo>
                  <a:pt x="2933082" y="2381693"/>
                </a:lnTo>
                <a:lnTo>
                  <a:pt x="0" y="238169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02716" y="3425555"/>
            <a:ext cx="8024802" cy="94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In</a:t>
            </a: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fraestrutur</a:t>
            </a:r>
            <a:r>
              <a:rPr lang="en-US" sz="6833">
                <a:solidFill>
                  <a:srgbClr val="FFFFFF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9372" y="555836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695094" y="-506390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83807" y="3890088"/>
            <a:ext cx="3387106" cy="3616913"/>
          </a:xfrm>
          <a:custGeom>
            <a:avLst/>
            <a:gdLst/>
            <a:ahLst/>
            <a:cxnLst/>
            <a:rect r="r" b="b" t="t" l="l"/>
            <a:pathLst>
              <a:path h="3616913" w="3387106">
                <a:moveTo>
                  <a:pt x="0" y="0"/>
                </a:moveTo>
                <a:lnTo>
                  <a:pt x="3387105" y="0"/>
                </a:lnTo>
                <a:lnTo>
                  <a:pt x="3387105" y="3616914"/>
                </a:lnTo>
                <a:lnTo>
                  <a:pt x="0" y="36169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276" t="0" r="-21276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54276" y="3915438"/>
            <a:ext cx="3285387" cy="3591563"/>
          </a:xfrm>
          <a:custGeom>
            <a:avLst/>
            <a:gdLst/>
            <a:ahLst/>
            <a:cxnLst/>
            <a:rect r="r" b="b" t="t" l="l"/>
            <a:pathLst>
              <a:path h="3591563" w="3285387">
                <a:moveTo>
                  <a:pt x="0" y="0"/>
                </a:moveTo>
                <a:lnTo>
                  <a:pt x="3285387" y="0"/>
                </a:lnTo>
                <a:lnTo>
                  <a:pt x="3285387" y="3591564"/>
                </a:lnTo>
                <a:lnTo>
                  <a:pt x="0" y="35915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601" t="0" r="-8601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817843" y="3890088"/>
            <a:ext cx="3387106" cy="3616913"/>
          </a:xfrm>
          <a:custGeom>
            <a:avLst/>
            <a:gdLst/>
            <a:ahLst/>
            <a:cxnLst/>
            <a:rect r="r" b="b" t="t" l="l"/>
            <a:pathLst>
              <a:path h="3616913" w="3387106">
                <a:moveTo>
                  <a:pt x="0" y="0"/>
                </a:moveTo>
                <a:lnTo>
                  <a:pt x="3387105" y="0"/>
                </a:lnTo>
                <a:lnTo>
                  <a:pt x="3387105" y="3616914"/>
                </a:lnTo>
                <a:lnTo>
                  <a:pt x="0" y="36169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4749" t="0" r="-24749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2274157">
            <a:off x="-464437" y="1258065"/>
            <a:ext cx="1637426" cy="1839804"/>
          </a:xfrm>
          <a:custGeom>
            <a:avLst/>
            <a:gdLst/>
            <a:ahLst/>
            <a:cxnLst/>
            <a:rect r="r" b="b" t="t" l="l"/>
            <a:pathLst>
              <a:path h="1839804" w="1637426">
                <a:moveTo>
                  <a:pt x="0" y="0"/>
                </a:moveTo>
                <a:lnTo>
                  <a:pt x="1637425" y="0"/>
                </a:lnTo>
                <a:lnTo>
                  <a:pt x="1637425" y="1839804"/>
                </a:lnTo>
                <a:lnTo>
                  <a:pt x="0" y="18398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0863" y="1070966"/>
            <a:ext cx="8808509" cy="7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7"/>
              </a:lnSpc>
            </a:pPr>
            <a:r>
              <a:rPr lang="en-US" sz="5155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Arena XV de Novembro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1945" y="1870288"/>
            <a:ext cx="8136515" cy="198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 verdadeiro oásis em meio à cidade: quadra de areia sanitizada, playground e árvores frutíferas.</a:t>
            </a:r>
          </a:p>
          <a:p>
            <a:pPr algn="l">
              <a:lnSpc>
                <a:spcPts val="2291"/>
              </a:lnSpc>
            </a:pPr>
          </a:p>
          <a:p>
            <a:pPr algn="l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Um espaço pensado com carinho para que as crianças possam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divertir e aprender em contato com a natureza.</a:t>
            </a:r>
          </a:p>
          <a:p>
            <a:pPr algn="l">
              <a:lnSpc>
                <a:spcPts val="2291"/>
              </a:lnSpc>
            </a:pPr>
          </a:p>
          <a:p>
            <a:pPr algn="l">
              <a:lnSpc>
                <a:spcPts val="229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9372" y="555836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695094" y="-506390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46885" y="1066527"/>
            <a:ext cx="10620918" cy="5785898"/>
            <a:chOff x="0" y="0"/>
            <a:chExt cx="3596501" cy="1959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96501" cy="1959246"/>
            </a:xfrm>
            <a:custGeom>
              <a:avLst/>
              <a:gdLst/>
              <a:ahLst/>
              <a:cxnLst/>
              <a:rect r="r" b="b" t="t" l="l"/>
              <a:pathLst>
                <a:path h="1959246" w="3596501">
                  <a:moveTo>
                    <a:pt x="0" y="0"/>
                  </a:moveTo>
                  <a:lnTo>
                    <a:pt x="3596501" y="0"/>
                  </a:lnTo>
                  <a:lnTo>
                    <a:pt x="3596501" y="1959246"/>
                  </a:lnTo>
                  <a:lnTo>
                    <a:pt x="0" y="1959246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3596501" cy="2025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785715" y="1063471"/>
            <a:ext cx="3550784" cy="2875547"/>
          </a:xfrm>
          <a:custGeom>
            <a:avLst/>
            <a:gdLst/>
            <a:ahLst/>
            <a:cxnLst/>
            <a:rect r="r" b="b" t="t" l="l"/>
            <a:pathLst>
              <a:path h="2875547" w="3550784">
                <a:moveTo>
                  <a:pt x="0" y="0"/>
                </a:moveTo>
                <a:lnTo>
                  <a:pt x="3550785" y="0"/>
                </a:lnTo>
                <a:lnTo>
                  <a:pt x="3550785" y="2875547"/>
                </a:lnTo>
                <a:lnTo>
                  <a:pt x="0" y="2875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88" t="0" r="-5135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46885" y="1063471"/>
            <a:ext cx="3538831" cy="2875547"/>
          </a:xfrm>
          <a:custGeom>
            <a:avLst/>
            <a:gdLst/>
            <a:ahLst/>
            <a:cxnLst/>
            <a:rect r="r" b="b" t="t" l="l"/>
            <a:pathLst>
              <a:path h="2875547" w="3538831">
                <a:moveTo>
                  <a:pt x="0" y="0"/>
                </a:moveTo>
                <a:lnTo>
                  <a:pt x="3538830" y="0"/>
                </a:lnTo>
                <a:lnTo>
                  <a:pt x="3538830" y="2875547"/>
                </a:lnTo>
                <a:lnTo>
                  <a:pt x="0" y="28755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558" t="0" r="-11558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313771" y="3464270"/>
            <a:ext cx="1414039" cy="3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39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Laborátorio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46885" y="3939018"/>
            <a:ext cx="3547811" cy="2913408"/>
          </a:xfrm>
          <a:custGeom>
            <a:avLst/>
            <a:gdLst/>
            <a:ahLst/>
            <a:cxnLst/>
            <a:rect r="r" b="b" t="t" l="l"/>
            <a:pathLst>
              <a:path h="2913408" w="3547811">
                <a:moveTo>
                  <a:pt x="0" y="0"/>
                </a:moveTo>
                <a:lnTo>
                  <a:pt x="3547811" y="0"/>
                </a:lnTo>
                <a:lnTo>
                  <a:pt x="3547811" y="2913407"/>
                </a:lnTo>
                <a:lnTo>
                  <a:pt x="0" y="2913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109" r="0" b="-26109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336500" y="1063471"/>
            <a:ext cx="3538831" cy="2875547"/>
          </a:xfrm>
          <a:custGeom>
            <a:avLst/>
            <a:gdLst/>
            <a:ahLst/>
            <a:cxnLst/>
            <a:rect r="r" b="b" t="t" l="l"/>
            <a:pathLst>
              <a:path h="2875547" w="3538831">
                <a:moveTo>
                  <a:pt x="0" y="0"/>
                </a:moveTo>
                <a:lnTo>
                  <a:pt x="3538831" y="0"/>
                </a:lnTo>
                <a:lnTo>
                  <a:pt x="3538831" y="2875547"/>
                </a:lnTo>
                <a:lnTo>
                  <a:pt x="0" y="28755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0722" t="0" r="-24080" b="-3357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3788688" y="3939018"/>
            <a:ext cx="3547811" cy="2913408"/>
          </a:xfrm>
          <a:custGeom>
            <a:avLst/>
            <a:gdLst/>
            <a:ahLst/>
            <a:cxnLst/>
            <a:rect r="r" b="b" t="t" l="l"/>
            <a:pathLst>
              <a:path h="2913408" w="3547811">
                <a:moveTo>
                  <a:pt x="0" y="0"/>
                </a:moveTo>
                <a:lnTo>
                  <a:pt x="3547812" y="0"/>
                </a:lnTo>
                <a:lnTo>
                  <a:pt x="3547812" y="2913407"/>
                </a:lnTo>
                <a:lnTo>
                  <a:pt x="0" y="29134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31183" r="0" b="-31183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7330492" y="3939018"/>
            <a:ext cx="3547811" cy="2913408"/>
          </a:xfrm>
          <a:custGeom>
            <a:avLst/>
            <a:gdLst/>
            <a:ahLst/>
            <a:cxnLst/>
            <a:rect r="r" b="b" t="t" l="l"/>
            <a:pathLst>
              <a:path h="2913408" w="3547811">
                <a:moveTo>
                  <a:pt x="0" y="0"/>
                </a:moveTo>
                <a:lnTo>
                  <a:pt x="3547811" y="0"/>
                </a:lnTo>
                <a:lnTo>
                  <a:pt x="3547811" y="2913407"/>
                </a:lnTo>
                <a:lnTo>
                  <a:pt x="0" y="2913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9484" t="0" r="-19484" b="0"/>
            </a:stretch>
          </a:blipFill>
          <a:ln w="76200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4850324" y="3464270"/>
            <a:ext cx="1414039" cy="3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39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Secretaria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6878" y="3464270"/>
            <a:ext cx="1414039" cy="3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39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Pátio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057" y="6401873"/>
            <a:ext cx="1984485" cy="3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39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Quadra Coberta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36384" y="6401873"/>
            <a:ext cx="1641919" cy="3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39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Sala de Artes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89372" y="6401873"/>
            <a:ext cx="1641919" cy="31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1839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Sala de Aula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9372" y="555836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695094" y="-506390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05617" y="3528902"/>
            <a:ext cx="5036955" cy="3418500"/>
          </a:xfrm>
          <a:custGeom>
            <a:avLst/>
            <a:gdLst/>
            <a:ahLst/>
            <a:cxnLst/>
            <a:rect r="r" b="b" t="t" l="l"/>
            <a:pathLst>
              <a:path h="3418500" w="5036955">
                <a:moveTo>
                  <a:pt x="0" y="0"/>
                </a:moveTo>
                <a:lnTo>
                  <a:pt x="5036955" y="0"/>
                </a:lnTo>
                <a:lnTo>
                  <a:pt x="5036955" y="3418500"/>
                </a:lnTo>
                <a:lnTo>
                  <a:pt x="0" y="3418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8229" r="0" b="-48229"/>
            </a:stretch>
          </a:blipFill>
          <a:ln w="76200" cap="rnd">
            <a:solidFill>
              <a:srgbClr val="45AABF"/>
            </a:solidFill>
            <a:prstDash val="solid"/>
            <a:round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504072" y="4229735"/>
            <a:ext cx="2183911" cy="2055446"/>
          </a:xfrm>
          <a:custGeom>
            <a:avLst/>
            <a:gdLst/>
            <a:ahLst/>
            <a:cxnLst/>
            <a:rect r="r" b="b" t="t" l="l"/>
            <a:pathLst>
              <a:path h="2055446" w="2183911">
                <a:moveTo>
                  <a:pt x="0" y="0"/>
                </a:moveTo>
                <a:lnTo>
                  <a:pt x="2183911" y="0"/>
                </a:lnTo>
                <a:lnTo>
                  <a:pt x="2183911" y="2055446"/>
                </a:lnTo>
                <a:lnTo>
                  <a:pt x="0" y="20554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698670">
            <a:off x="6564051" y="4455251"/>
            <a:ext cx="1422635" cy="1869884"/>
          </a:xfrm>
          <a:custGeom>
            <a:avLst/>
            <a:gdLst/>
            <a:ahLst/>
            <a:cxnLst/>
            <a:rect r="r" b="b" t="t" l="l"/>
            <a:pathLst>
              <a:path h="1869884" w="1422635">
                <a:moveTo>
                  <a:pt x="0" y="0"/>
                </a:moveTo>
                <a:lnTo>
                  <a:pt x="1422635" y="0"/>
                </a:lnTo>
                <a:lnTo>
                  <a:pt x="1422635" y="1869885"/>
                </a:lnTo>
                <a:lnTo>
                  <a:pt x="0" y="1869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25849">
            <a:off x="8625702" y="5460951"/>
            <a:ext cx="1574427" cy="1648460"/>
          </a:xfrm>
          <a:custGeom>
            <a:avLst/>
            <a:gdLst/>
            <a:ahLst/>
            <a:cxnLst/>
            <a:rect r="r" b="b" t="t" l="l"/>
            <a:pathLst>
              <a:path h="1648460" w="1574427">
                <a:moveTo>
                  <a:pt x="0" y="0"/>
                </a:moveTo>
                <a:lnTo>
                  <a:pt x="1574427" y="0"/>
                </a:lnTo>
                <a:lnTo>
                  <a:pt x="1574427" y="1648459"/>
                </a:lnTo>
                <a:lnTo>
                  <a:pt x="0" y="16484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353227">
            <a:off x="6048217" y="5607221"/>
            <a:ext cx="1427393" cy="1774725"/>
          </a:xfrm>
          <a:custGeom>
            <a:avLst/>
            <a:gdLst/>
            <a:ahLst/>
            <a:cxnLst/>
            <a:rect r="r" b="b" t="t" l="l"/>
            <a:pathLst>
              <a:path h="1774725" w="1427393">
                <a:moveTo>
                  <a:pt x="0" y="0"/>
                </a:moveTo>
                <a:lnTo>
                  <a:pt x="1427393" y="0"/>
                </a:lnTo>
                <a:lnTo>
                  <a:pt x="1427393" y="1774725"/>
                </a:lnTo>
                <a:lnTo>
                  <a:pt x="0" y="17747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97837" y="5609860"/>
            <a:ext cx="2088751" cy="1589164"/>
          </a:xfrm>
          <a:custGeom>
            <a:avLst/>
            <a:gdLst/>
            <a:ahLst/>
            <a:cxnLst/>
            <a:rect r="r" b="b" t="t" l="l"/>
            <a:pathLst>
              <a:path h="1589164" w="2088751">
                <a:moveTo>
                  <a:pt x="0" y="0"/>
                </a:moveTo>
                <a:lnTo>
                  <a:pt x="2088751" y="0"/>
                </a:lnTo>
                <a:lnTo>
                  <a:pt x="2088751" y="1589164"/>
                </a:lnTo>
                <a:lnTo>
                  <a:pt x="0" y="158916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729882">
            <a:off x="1673485" y="726513"/>
            <a:ext cx="1522552" cy="1308443"/>
          </a:xfrm>
          <a:custGeom>
            <a:avLst/>
            <a:gdLst/>
            <a:ahLst/>
            <a:cxnLst/>
            <a:rect r="r" b="b" t="t" l="l"/>
            <a:pathLst>
              <a:path h="1308443" w="1522552">
                <a:moveTo>
                  <a:pt x="0" y="0"/>
                </a:moveTo>
                <a:lnTo>
                  <a:pt x="1522552" y="0"/>
                </a:lnTo>
                <a:lnTo>
                  <a:pt x="1522552" y="1308443"/>
                </a:lnTo>
                <a:lnTo>
                  <a:pt x="0" y="13084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97654" y="5812904"/>
            <a:ext cx="290237" cy="280721"/>
          </a:xfrm>
          <a:custGeom>
            <a:avLst/>
            <a:gdLst/>
            <a:ahLst/>
            <a:cxnLst/>
            <a:rect r="r" b="b" t="t" l="l"/>
            <a:pathLst>
              <a:path h="280721" w="290237">
                <a:moveTo>
                  <a:pt x="0" y="0"/>
                </a:moveTo>
                <a:lnTo>
                  <a:pt x="290236" y="0"/>
                </a:lnTo>
                <a:lnTo>
                  <a:pt x="290236" y="280720"/>
                </a:lnTo>
                <a:lnTo>
                  <a:pt x="0" y="2807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10863" y="1070966"/>
            <a:ext cx="8808509" cy="7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7"/>
              </a:lnSpc>
            </a:pPr>
            <a:r>
              <a:rPr lang="en-US" sz="5155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Alimentação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2305" y="2361368"/>
            <a:ext cx="10011866" cy="83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91"/>
              </a:lnSpc>
            </a:pP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Colégio Integrado XV de Novembro, o aluno pode adquirir seu lanche diariamente na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canti</a:t>
            </a:r>
            <a:r>
              <a:rPr lang="en-US" sz="167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na do colégio, sempre fresquinho e de qualidade, ou trazer seu lanche preparado em casa pela família.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485482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179665" y="31552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6">
              <a:alphaModFix amt="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9372" y="5558361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695094" y="-506390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403313" y="440495"/>
            <a:ext cx="5443750" cy="7034906"/>
          </a:xfrm>
          <a:custGeom>
            <a:avLst/>
            <a:gdLst/>
            <a:ahLst/>
            <a:cxnLst/>
            <a:rect r="r" b="b" t="t" l="l"/>
            <a:pathLst>
              <a:path h="7034906" w="5443750">
                <a:moveTo>
                  <a:pt x="5443750" y="0"/>
                </a:moveTo>
                <a:lnTo>
                  <a:pt x="0" y="0"/>
                </a:lnTo>
                <a:lnTo>
                  <a:pt x="0" y="7034906"/>
                </a:lnTo>
                <a:lnTo>
                  <a:pt x="5443750" y="7034906"/>
                </a:lnTo>
                <a:lnTo>
                  <a:pt x="544375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0849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494523" y="-1090487"/>
            <a:ext cx="13090601" cy="1530983"/>
            <a:chOff x="0" y="0"/>
            <a:chExt cx="6376849" cy="745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76849" cy="745790"/>
            </a:xfrm>
            <a:custGeom>
              <a:avLst/>
              <a:gdLst/>
              <a:ahLst/>
              <a:cxnLst/>
              <a:rect r="r" b="b" t="t" l="l"/>
              <a:pathLst>
                <a:path h="745790" w="6376849">
                  <a:moveTo>
                    <a:pt x="3548" y="0"/>
                  </a:moveTo>
                  <a:lnTo>
                    <a:pt x="6373301" y="0"/>
                  </a:lnTo>
                  <a:cubicBezTo>
                    <a:pt x="6375260" y="0"/>
                    <a:pt x="6376849" y="1589"/>
                    <a:pt x="6376849" y="3548"/>
                  </a:cubicBezTo>
                  <a:lnTo>
                    <a:pt x="6376849" y="742242"/>
                  </a:lnTo>
                  <a:cubicBezTo>
                    <a:pt x="6376849" y="744202"/>
                    <a:pt x="6375260" y="745790"/>
                    <a:pt x="6373301" y="745790"/>
                  </a:cubicBezTo>
                  <a:lnTo>
                    <a:pt x="3548" y="745790"/>
                  </a:lnTo>
                  <a:cubicBezTo>
                    <a:pt x="1589" y="745790"/>
                    <a:pt x="0" y="744202"/>
                    <a:pt x="0" y="742242"/>
                  </a:cubicBezTo>
                  <a:lnTo>
                    <a:pt x="0" y="3548"/>
                  </a:lnTo>
                  <a:cubicBezTo>
                    <a:pt x="0" y="1589"/>
                    <a:pt x="1589" y="0"/>
                    <a:pt x="35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376849" cy="755315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98495" y="7475401"/>
            <a:ext cx="12532932" cy="936720"/>
            <a:chOff x="0" y="0"/>
            <a:chExt cx="6073876" cy="453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73876" cy="453966"/>
            </a:xfrm>
            <a:custGeom>
              <a:avLst/>
              <a:gdLst/>
              <a:ahLst/>
              <a:cxnLst/>
              <a:rect r="r" b="b" t="t" l="l"/>
              <a:pathLst>
                <a:path h="453966" w="6073876">
                  <a:moveTo>
                    <a:pt x="3706" y="0"/>
                  </a:moveTo>
                  <a:lnTo>
                    <a:pt x="6070170" y="0"/>
                  </a:lnTo>
                  <a:cubicBezTo>
                    <a:pt x="6072217" y="0"/>
                    <a:pt x="6073876" y="1659"/>
                    <a:pt x="6073876" y="3706"/>
                  </a:cubicBezTo>
                  <a:lnTo>
                    <a:pt x="6073876" y="450259"/>
                  </a:lnTo>
                  <a:cubicBezTo>
                    <a:pt x="6073876" y="452306"/>
                    <a:pt x="6072217" y="453966"/>
                    <a:pt x="6070170" y="453966"/>
                  </a:cubicBezTo>
                  <a:lnTo>
                    <a:pt x="3706" y="453966"/>
                  </a:lnTo>
                  <a:cubicBezTo>
                    <a:pt x="1659" y="453966"/>
                    <a:pt x="0" y="452306"/>
                    <a:pt x="0" y="450259"/>
                  </a:cubicBezTo>
                  <a:lnTo>
                    <a:pt x="0" y="3706"/>
                  </a:lnTo>
                  <a:cubicBezTo>
                    <a:pt x="0" y="1659"/>
                    <a:pt x="1659" y="0"/>
                    <a:pt x="37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073876" cy="463491"/>
            </a:xfrm>
            <a:prstGeom prst="rect">
              <a:avLst/>
            </a:prstGeom>
          </p:spPr>
          <p:txBody>
            <a:bodyPr anchor="ctr" rtlCol="false" tIns="36076" lIns="36076" bIns="36076" rIns="36076"/>
            <a:lstStyle/>
            <a:p>
              <a:pPr algn="ctr">
                <a:lnSpc>
                  <a:spcPts val="99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68547" y="838185"/>
            <a:ext cx="2302076" cy="2676832"/>
          </a:xfrm>
          <a:custGeom>
            <a:avLst/>
            <a:gdLst/>
            <a:ahLst/>
            <a:cxnLst/>
            <a:rect r="r" b="b" t="t" l="l"/>
            <a:pathLst>
              <a:path h="2676832" w="2302076">
                <a:moveTo>
                  <a:pt x="0" y="0"/>
                </a:moveTo>
                <a:lnTo>
                  <a:pt x="2302075" y="0"/>
                </a:lnTo>
                <a:lnTo>
                  <a:pt x="2302075" y="2676833"/>
                </a:lnTo>
                <a:lnTo>
                  <a:pt x="0" y="2676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79508" y="3848878"/>
            <a:ext cx="4450962" cy="2496100"/>
            <a:chOff x="0" y="0"/>
            <a:chExt cx="5934616" cy="332813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34616" cy="3200400"/>
              <a:chOff x="0" y="0"/>
              <a:chExt cx="1507204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50720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07204">
                    <a:moveTo>
                      <a:pt x="67836" y="0"/>
                    </a:moveTo>
                    <a:lnTo>
                      <a:pt x="1439368" y="0"/>
                    </a:lnTo>
                    <a:cubicBezTo>
                      <a:pt x="1476833" y="0"/>
                      <a:pt x="1507204" y="30371"/>
                      <a:pt x="1507204" y="67836"/>
                    </a:cubicBezTo>
                    <a:lnTo>
                      <a:pt x="1507204" y="744964"/>
                    </a:lnTo>
                    <a:cubicBezTo>
                      <a:pt x="1507204" y="782429"/>
                      <a:pt x="1476833" y="812800"/>
                      <a:pt x="1439368" y="812800"/>
                    </a:cubicBezTo>
                    <a:lnTo>
                      <a:pt x="67836" y="812800"/>
                    </a:lnTo>
                    <a:cubicBezTo>
                      <a:pt x="30371" y="812800"/>
                      <a:pt x="0" y="782429"/>
                      <a:pt x="0" y="744964"/>
                    </a:cubicBezTo>
                    <a:lnTo>
                      <a:pt x="0" y="67836"/>
                    </a:lnTo>
                    <a:cubicBezTo>
                      <a:pt x="0" y="30371"/>
                      <a:pt x="30371" y="0"/>
                      <a:pt x="67836" y="0"/>
                    </a:cubicBezTo>
                    <a:close/>
                  </a:path>
                </a:pathLst>
              </a:custGeom>
              <a:solidFill>
                <a:srgbClr val="02655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507204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70526" y="247715"/>
              <a:ext cx="4697227" cy="3080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702" b="true">
                  <a:solidFill>
                    <a:srgbClr val="FFF8BD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Período da Manhã</a:t>
              </a:r>
            </a:p>
            <a:p>
              <a:pPr algn="l">
                <a:lnSpc>
                  <a:spcPts val="3707"/>
                </a:lnSpc>
              </a:pPr>
            </a:p>
            <a:p>
              <a:pPr algn="l">
                <a:lnSpc>
                  <a:spcPts val="3707"/>
                </a:lnSpc>
              </a:pPr>
              <a:r>
                <a:rPr lang="en-US" sz="2702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Entrada: 7h25</a:t>
              </a:r>
            </a:p>
            <a:p>
              <a:pPr algn="l">
                <a:lnSpc>
                  <a:spcPts val="3707"/>
                </a:lnSpc>
              </a:pPr>
              <a:r>
                <a:rPr lang="en-US" sz="2702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Saída: 12h</a:t>
              </a:r>
            </a:p>
            <a:p>
              <a:pPr algn="l">
                <a:lnSpc>
                  <a:spcPts val="370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25210" y="1919905"/>
            <a:ext cx="8461880" cy="70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7"/>
              </a:lnSpc>
            </a:pPr>
            <a:r>
              <a:rPr lang="en-US" sz="5155">
                <a:solidFill>
                  <a:srgbClr val="026553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Horários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738483" y="3848878"/>
            <a:ext cx="4450962" cy="2400300"/>
            <a:chOff x="0" y="0"/>
            <a:chExt cx="5934616" cy="32004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5934616" cy="3200400"/>
              <a:chOff x="0" y="0"/>
              <a:chExt cx="1507204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0720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07204">
                    <a:moveTo>
                      <a:pt x="67836" y="0"/>
                    </a:moveTo>
                    <a:lnTo>
                      <a:pt x="1439368" y="0"/>
                    </a:lnTo>
                    <a:cubicBezTo>
                      <a:pt x="1476833" y="0"/>
                      <a:pt x="1507204" y="30371"/>
                      <a:pt x="1507204" y="67836"/>
                    </a:cubicBezTo>
                    <a:lnTo>
                      <a:pt x="1507204" y="744964"/>
                    </a:lnTo>
                    <a:cubicBezTo>
                      <a:pt x="1507204" y="782429"/>
                      <a:pt x="1476833" y="812800"/>
                      <a:pt x="1439368" y="812800"/>
                    </a:cubicBezTo>
                    <a:lnTo>
                      <a:pt x="67836" y="812800"/>
                    </a:lnTo>
                    <a:cubicBezTo>
                      <a:pt x="30371" y="812800"/>
                      <a:pt x="0" y="782429"/>
                      <a:pt x="0" y="744964"/>
                    </a:cubicBezTo>
                    <a:lnTo>
                      <a:pt x="0" y="67836"/>
                    </a:lnTo>
                    <a:cubicBezTo>
                      <a:pt x="0" y="30371"/>
                      <a:pt x="30371" y="0"/>
                      <a:pt x="67836" y="0"/>
                    </a:cubicBezTo>
                    <a:close/>
                  </a:path>
                </a:pathLst>
              </a:custGeom>
              <a:solidFill>
                <a:srgbClr val="02655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507204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701648" y="247715"/>
              <a:ext cx="5037359" cy="24581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4"/>
                </a:lnSpc>
              </a:pPr>
              <a:r>
                <a:rPr lang="en-US" sz="2700" b="true">
                  <a:solidFill>
                    <a:srgbClr val="BFE1E8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Período da Tarde</a:t>
              </a:r>
            </a:p>
            <a:p>
              <a:pPr algn="l">
                <a:lnSpc>
                  <a:spcPts val="3704"/>
                </a:lnSpc>
              </a:pPr>
            </a:p>
            <a:p>
              <a:pPr algn="l">
                <a:lnSpc>
                  <a:spcPts val="3704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Entrada: 13h10</a:t>
              </a:r>
            </a:p>
            <a:p>
              <a:pPr algn="l">
                <a:lnSpc>
                  <a:spcPts val="3704"/>
                </a:lnSpc>
              </a:pPr>
              <a:r>
                <a:rPr lang="en-US" sz="2700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Saída: 17h40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65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0855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0" y="0"/>
                </a:moveTo>
                <a:lnTo>
                  <a:pt x="8001000" y="0"/>
                </a:lnTo>
                <a:lnTo>
                  <a:pt x="800100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3264912" y="-86361"/>
            <a:ext cx="8001000" cy="8001000"/>
          </a:xfrm>
          <a:custGeom>
            <a:avLst/>
            <a:gdLst/>
            <a:ahLst/>
            <a:cxnLst/>
            <a:rect r="r" b="b" t="t" l="l"/>
            <a:pathLst>
              <a:path h="8001000" w="8001000">
                <a:moveTo>
                  <a:pt x="8001000" y="8001000"/>
                </a:moveTo>
                <a:lnTo>
                  <a:pt x="0" y="8001000"/>
                </a:lnTo>
                <a:lnTo>
                  <a:pt x="0" y="0"/>
                </a:lnTo>
                <a:lnTo>
                  <a:pt x="8001000" y="0"/>
                </a:lnTo>
                <a:lnTo>
                  <a:pt x="8001000" y="800100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128607" y="-2477578"/>
            <a:ext cx="9173020" cy="13691075"/>
          </a:xfrm>
          <a:custGeom>
            <a:avLst/>
            <a:gdLst/>
            <a:ahLst/>
            <a:cxnLst/>
            <a:rect r="r" b="b" t="t" l="l"/>
            <a:pathLst>
              <a:path h="13691075" w="9173020">
                <a:moveTo>
                  <a:pt x="0" y="0"/>
                </a:moveTo>
                <a:lnTo>
                  <a:pt x="9173020" y="0"/>
                </a:lnTo>
                <a:lnTo>
                  <a:pt x="9173020" y="13691075"/>
                </a:lnTo>
                <a:lnTo>
                  <a:pt x="0" y="13691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62882" y="4630768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0"/>
                </a:lnTo>
                <a:lnTo>
                  <a:pt x="0" y="7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442114" y="-3630355"/>
            <a:ext cx="7988860" cy="7988860"/>
          </a:xfrm>
          <a:custGeom>
            <a:avLst/>
            <a:gdLst/>
            <a:ahLst/>
            <a:cxnLst/>
            <a:rect r="r" b="b" t="t" l="l"/>
            <a:pathLst>
              <a:path h="7988860" w="7988860">
                <a:moveTo>
                  <a:pt x="0" y="0"/>
                </a:moveTo>
                <a:lnTo>
                  <a:pt x="7988860" y="0"/>
                </a:lnTo>
                <a:lnTo>
                  <a:pt x="7988860" y="7988861"/>
                </a:lnTo>
                <a:lnTo>
                  <a:pt x="0" y="7988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594241" y="3944930"/>
            <a:ext cx="5936705" cy="3082281"/>
            <a:chOff x="0" y="0"/>
            <a:chExt cx="2010313" cy="10437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0313" cy="1043735"/>
            </a:xfrm>
            <a:custGeom>
              <a:avLst/>
              <a:gdLst/>
              <a:ahLst/>
              <a:cxnLst/>
              <a:rect r="r" b="b" t="t" l="l"/>
              <a:pathLst>
                <a:path h="1043735" w="2010313">
                  <a:moveTo>
                    <a:pt x="50859" y="0"/>
                  </a:moveTo>
                  <a:lnTo>
                    <a:pt x="1959454" y="0"/>
                  </a:lnTo>
                  <a:cubicBezTo>
                    <a:pt x="1972943" y="0"/>
                    <a:pt x="1985879" y="5358"/>
                    <a:pt x="1995417" y="14896"/>
                  </a:cubicBezTo>
                  <a:cubicBezTo>
                    <a:pt x="2004955" y="24434"/>
                    <a:pt x="2010313" y="37370"/>
                    <a:pt x="2010313" y="50859"/>
                  </a:cubicBezTo>
                  <a:lnTo>
                    <a:pt x="2010313" y="992876"/>
                  </a:lnTo>
                  <a:cubicBezTo>
                    <a:pt x="2010313" y="1020965"/>
                    <a:pt x="1987543" y="1043735"/>
                    <a:pt x="1959454" y="1043735"/>
                  </a:cubicBezTo>
                  <a:lnTo>
                    <a:pt x="50859" y="1043735"/>
                  </a:lnTo>
                  <a:cubicBezTo>
                    <a:pt x="22770" y="1043735"/>
                    <a:pt x="0" y="1020965"/>
                    <a:pt x="0" y="992876"/>
                  </a:cubicBezTo>
                  <a:lnTo>
                    <a:pt x="0" y="50859"/>
                  </a:lnTo>
                  <a:cubicBezTo>
                    <a:pt x="0" y="22770"/>
                    <a:pt x="22770" y="0"/>
                    <a:pt x="50859" y="0"/>
                  </a:cubicBezTo>
                  <a:close/>
                </a:path>
              </a:pathLst>
            </a:custGeom>
            <a:solidFill>
              <a:srgbClr val="0347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10313" cy="1091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42907" y="6454477"/>
            <a:ext cx="5039374" cy="406666"/>
            <a:chOff x="0" y="0"/>
            <a:chExt cx="1706455" cy="1377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455" cy="137707"/>
            </a:xfrm>
            <a:custGeom>
              <a:avLst/>
              <a:gdLst/>
              <a:ahLst/>
              <a:cxnLst/>
              <a:rect r="r" b="b" t="t" l="l"/>
              <a:pathLst>
                <a:path h="137707" w="1706455">
                  <a:moveTo>
                    <a:pt x="18435" y="0"/>
                  </a:moveTo>
                  <a:lnTo>
                    <a:pt x="1688019" y="0"/>
                  </a:lnTo>
                  <a:cubicBezTo>
                    <a:pt x="1698201" y="0"/>
                    <a:pt x="1706455" y="8254"/>
                    <a:pt x="1706455" y="18435"/>
                  </a:cubicBezTo>
                  <a:lnTo>
                    <a:pt x="1706455" y="119272"/>
                  </a:lnTo>
                  <a:cubicBezTo>
                    <a:pt x="1706455" y="124161"/>
                    <a:pt x="1704512" y="128850"/>
                    <a:pt x="1701055" y="132308"/>
                  </a:cubicBezTo>
                  <a:cubicBezTo>
                    <a:pt x="1697598" y="135765"/>
                    <a:pt x="1692909" y="137707"/>
                    <a:pt x="1688019" y="137707"/>
                  </a:cubicBezTo>
                  <a:lnTo>
                    <a:pt x="18435" y="137707"/>
                  </a:lnTo>
                  <a:cubicBezTo>
                    <a:pt x="13546" y="137707"/>
                    <a:pt x="8857" y="135765"/>
                    <a:pt x="5400" y="132308"/>
                  </a:cubicBezTo>
                  <a:cubicBezTo>
                    <a:pt x="1942" y="128850"/>
                    <a:pt x="0" y="124161"/>
                    <a:pt x="0" y="119272"/>
                  </a:cubicBezTo>
                  <a:lnTo>
                    <a:pt x="0" y="18435"/>
                  </a:lnTo>
                  <a:cubicBezTo>
                    <a:pt x="0" y="13546"/>
                    <a:pt x="1942" y="8857"/>
                    <a:pt x="5400" y="5400"/>
                  </a:cubicBezTo>
                  <a:cubicBezTo>
                    <a:pt x="8857" y="1942"/>
                    <a:pt x="13546" y="0"/>
                    <a:pt x="18435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06455" cy="204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761889" y="4840155"/>
            <a:ext cx="300284" cy="300284"/>
          </a:xfrm>
          <a:custGeom>
            <a:avLst/>
            <a:gdLst/>
            <a:ahLst/>
            <a:cxnLst/>
            <a:rect r="r" b="b" t="t" l="l"/>
            <a:pathLst>
              <a:path h="300284" w="300284">
                <a:moveTo>
                  <a:pt x="0" y="0"/>
                </a:moveTo>
                <a:lnTo>
                  <a:pt x="300284" y="0"/>
                </a:lnTo>
                <a:lnTo>
                  <a:pt x="300284" y="300284"/>
                </a:lnTo>
                <a:lnTo>
                  <a:pt x="0" y="300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25211" y="5454909"/>
            <a:ext cx="328591" cy="469416"/>
          </a:xfrm>
          <a:custGeom>
            <a:avLst/>
            <a:gdLst/>
            <a:ahLst/>
            <a:cxnLst/>
            <a:rect r="r" b="b" t="t" l="l"/>
            <a:pathLst>
              <a:path h="469416" w="328591">
                <a:moveTo>
                  <a:pt x="0" y="0"/>
                </a:moveTo>
                <a:lnTo>
                  <a:pt x="328591" y="0"/>
                </a:lnTo>
                <a:lnTo>
                  <a:pt x="328591" y="469416"/>
                </a:lnTo>
                <a:lnTo>
                  <a:pt x="0" y="469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999843" y="4227233"/>
            <a:ext cx="320043" cy="320043"/>
          </a:xfrm>
          <a:custGeom>
            <a:avLst/>
            <a:gdLst/>
            <a:ahLst/>
            <a:cxnLst/>
            <a:rect r="r" b="b" t="t" l="l"/>
            <a:pathLst>
              <a:path h="320043" w="320043">
                <a:moveTo>
                  <a:pt x="0" y="0"/>
                </a:moveTo>
                <a:lnTo>
                  <a:pt x="320043" y="0"/>
                </a:lnTo>
                <a:lnTo>
                  <a:pt x="320043" y="320043"/>
                </a:lnTo>
                <a:lnTo>
                  <a:pt x="0" y="3200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09635" y="4181513"/>
            <a:ext cx="365763" cy="365763"/>
          </a:xfrm>
          <a:custGeom>
            <a:avLst/>
            <a:gdLst/>
            <a:ahLst/>
            <a:cxnLst/>
            <a:rect r="r" b="b" t="t" l="l"/>
            <a:pathLst>
              <a:path h="365763" w="365763">
                <a:moveTo>
                  <a:pt x="0" y="0"/>
                </a:moveTo>
                <a:lnTo>
                  <a:pt x="365763" y="0"/>
                </a:lnTo>
                <a:lnTo>
                  <a:pt x="365763" y="365763"/>
                </a:lnTo>
                <a:lnTo>
                  <a:pt x="0" y="3657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24031" y="3236165"/>
            <a:ext cx="6754408" cy="60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189">
                <a:solidFill>
                  <a:srgbClr val="F7DE32"/>
                </a:solidFill>
                <a:latin typeface="Mr. Mamoulian Blather"/>
                <a:ea typeface="Mr. Mamoulian Blather"/>
                <a:cs typeface="Mr. Mamoulian Blather"/>
                <a:sym typeface="Mr. Mamoulian Blather"/>
              </a:rPr>
              <a:t>AGENDE UMA VISITA!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174619" y="1784173"/>
            <a:ext cx="6653231" cy="1288273"/>
          </a:xfrm>
          <a:custGeom>
            <a:avLst/>
            <a:gdLst/>
            <a:ahLst/>
            <a:cxnLst/>
            <a:rect r="r" b="b" t="t" l="l"/>
            <a:pathLst>
              <a:path h="1288273" w="6653231">
                <a:moveTo>
                  <a:pt x="0" y="0"/>
                </a:moveTo>
                <a:lnTo>
                  <a:pt x="6653232" y="0"/>
                </a:lnTo>
                <a:lnTo>
                  <a:pt x="6653232" y="1288273"/>
                </a:lnTo>
                <a:lnTo>
                  <a:pt x="0" y="128827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139" r="-376" b="-43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4610462">
            <a:off x="9713550" y="-2227139"/>
            <a:ext cx="4272594" cy="4662553"/>
          </a:xfrm>
          <a:custGeom>
            <a:avLst/>
            <a:gdLst/>
            <a:ahLst/>
            <a:cxnLst/>
            <a:rect r="r" b="b" t="t" l="l"/>
            <a:pathLst>
              <a:path h="4662553" w="4272594">
                <a:moveTo>
                  <a:pt x="0" y="0"/>
                </a:moveTo>
                <a:lnTo>
                  <a:pt x="4272594" y="0"/>
                </a:lnTo>
                <a:lnTo>
                  <a:pt x="4272594" y="4662553"/>
                </a:lnTo>
                <a:lnTo>
                  <a:pt x="0" y="466255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-4610462">
            <a:off x="-3479212" y="5085974"/>
            <a:ext cx="4993059" cy="5448775"/>
          </a:xfrm>
          <a:custGeom>
            <a:avLst/>
            <a:gdLst/>
            <a:ahLst/>
            <a:cxnLst/>
            <a:rect r="r" b="b" t="t" l="l"/>
            <a:pathLst>
              <a:path h="5448775" w="4993059">
                <a:moveTo>
                  <a:pt x="0" y="0"/>
                </a:moveTo>
                <a:lnTo>
                  <a:pt x="4993059" y="0"/>
                </a:lnTo>
                <a:lnTo>
                  <a:pt x="4993059" y="5448775"/>
                </a:lnTo>
                <a:lnTo>
                  <a:pt x="0" y="5448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3480926" y="4179608"/>
            <a:ext cx="1817892" cy="37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15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11 2944 4884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07453" y="4143413"/>
            <a:ext cx="1817892" cy="35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09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11 94057 3301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68927" y="4802055"/>
            <a:ext cx="2635348" cy="33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colegiointegradoxv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46746" y="6477536"/>
            <a:ext cx="4155106" cy="32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83">
                <a:solidFill>
                  <a:srgbClr val="004F3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www. colegiointegradoxv.com.br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83954" y="5447971"/>
            <a:ext cx="4116023" cy="53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1"/>
              </a:lnSpc>
            </a:pPr>
            <a:r>
              <a:rPr lang="en-US" sz="152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Rua Juçaral, 901. Parada XV de Novembro</a:t>
            </a:r>
          </a:p>
          <a:p>
            <a:pPr algn="ctr">
              <a:lnSpc>
                <a:spcPts val="2131"/>
              </a:lnSpc>
            </a:pPr>
            <a:r>
              <a:rPr lang="en-US" sz="152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Itaquera. São Paulo - 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DAHVSnOlOfg</dc:identifier>
  <dcterms:modified xsi:type="dcterms:W3CDTF">2011-08-01T06:04:30Z</dcterms:modified>
  <cp:revision>1</cp:revision>
  <dc:title>Portfólio xv</dc:title>
</cp:coreProperties>
</file>